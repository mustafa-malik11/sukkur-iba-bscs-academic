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7" r:id="rId3"/>
    <p:sldId id="258" r:id="rId4"/>
    <p:sldId id="259" r:id="rId5"/>
    <p:sldId id="260" r:id="rId6"/>
    <p:sldId id="263" r:id="rId7"/>
    <p:sldId id="262" r:id="rId8"/>
    <p:sldId id="264" r:id="rId9"/>
    <p:sldId id="265" r:id="rId10"/>
    <p:sldId id="267" r:id="rId11"/>
    <p:sldId id="266" r:id="rId12"/>
    <p:sldId id="268" r:id="rId13"/>
    <p:sldId id="269" r:id="rId14"/>
    <p:sldId id="271"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1" d="100"/>
          <a:sy n="91" d="100"/>
        </p:scale>
        <p:origin x="32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2911E55-3573-4671-89D6-1BB4248EAACF}"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F8BD7E09-3172-46D1-A1F1-CB435E887876}">
      <dgm:prSet/>
      <dgm:spPr/>
      <dgm:t>
        <a:bodyPr/>
        <a:lstStyle/>
        <a:p>
          <a:r>
            <a:rPr lang="en-US" dirty="0"/>
            <a:t>First initialization part is executed. It is executed only for the first time when controls enter into the loop.</a:t>
          </a:r>
        </a:p>
      </dgm:t>
    </dgm:pt>
    <dgm:pt modelId="{30E0A2AB-AF2A-4AF2-8F46-6C6A5C785462}" type="parTrans" cxnId="{B98478ED-4370-4C6C-9F91-51D46F397687}">
      <dgm:prSet/>
      <dgm:spPr/>
      <dgm:t>
        <a:bodyPr/>
        <a:lstStyle/>
        <a:p>
          <a:endParaRPr lang="en-US"/>
        </a:p>
      </dgm:t>
    </dgm:pt>
    <dgm:pt modelId="{C5BAC61D-FF17-4EDB-92D6-5F6DFCD0F933}" type="sibTrans" cxnId="{B98478ED-4370-4C6C-9F91-51D46F397687}">
      <dgm:prSet/>
      <dgm:spPr/>
      <dgm:t>
        <a:bodyPr/>
        <a:lstStyle/>
        <a:p>
          <a:endParaRPr lang="en-US"/>
        </a:p>
      </dgm:t>
    </dgm:pt>
    <dgm:pt modelId="{5EB23370-D71A-4FF3-A54A-3BF9A61472AE}">
      <dgm:prSet/>
      <dgm:spPr/>
      <dgm:t>
        <a:bodyPr/>
        <a:lstStyle/>
        <a:p>
          <a:r>
            <a:rPr lang="en-US"/>
            <a:t>After executing the initialization part, the condition is evaluated. If it is True, then the body of the loop is executed. </a:t>
          </a:r>
        </a:p>
      </dgm:t>
    </dgm:pt>
    <dgm:pt modelId="{A7BC4125-4795-4B9E-9B84-167CFB0845BC}" type="parTrans" cxnId="{22C74266-0FB8-4A12-8B51-EEF9AD2A4438}">
      <dgm:prSet/>
      <dgm:spPr/>
      <dgm:t>
        <a:bodyPr/>
        <a:lstStyle/>
        <a:p>
          <a:endParaRPr lang="en-US"/>
        </a:p>
      </dgm:t>
    </dgm:pt>
    <dgm:pt modelId="{3EE8DFA4-5D6C-4619-BC0A-5C2CD5B4E1DB}" type="sibTrans" cxnId="{22C74266-0FB8-4A12-8B51-EEF9AD2A4438}">
      <dgm:prSet/>
      <dgm:spPr/>
      <dgm:t>
        <a:bodyPr/>
        <a:lstStyle/>
        <a:p>
          <a:endParaRPr lang="en-US"/>
        </a:p>
      </dgm:t>
    </dgm:pt>
    <dgm:pt modelId="{0A6CD830-609C-4B4B-9EE5-38CCB0FF5BF9}">
      <dgm:prSet/>
      <dgm:spPr/>
      <dgm:t>
        <a:bodyPr/>
        <a:lstStyle/>
        <a:p>
          <a:r>
            <a:rPr lang="en-US"/>
            <a:t>After executing the body of the loop, the increment/decrement part is executed. The increment/decrement part is the last statement of the body of the “for” loop.</a:t>
          </a:r>
        </a:p>
      </dgm:t>
    </dgm:pt>
    <dgm:pt modelId="{49112C47-73B3-402B-AA3E-3FA689B3DFA3}" type="parTrans" cxnId="{6D3DA187-AAD1-4BD1-8E1E-B30224BD331F}">
      <dgm:prSet/>
      <dgm:spPr/>
      <dgm:t>
        <a:bodyPr/>
        <a:lstStyle/>
        <a:p>
          <a:endParaRPr lang="en-US"/>
        </a:p>
      </dgm:t>
    </dgm:pt>
    <dgm:pt modelId="{E9505864-BC18-4524-BD42-53B334ED5C47}" type="sibTrans" cxnId="{6D3DA187-AAD1-4BD1-8E1E-B30224BD331F}">
      <dgm:prSet/>
      <dgm:spPr/>
      <dgm:t>
        <a:bodyPr/>
        <a:lstStyle/>
        <a:p>
          <a:endParaRPr lang="en-US"/>
        </a:p>
      </dgm:t>
    </dgm:pt>
    <dgm:pt modelId="{125983C7-A8FE-4B42-AEE9-C74C0256F903}" type="pres">
      <dgm:prSet presAssocID="{82911E55-3573-4671-89D6-1BB4248EAACF}" presName="outerComposite" presStyleCnt="0">
        <dgm:presLayoutVars>
          <dgm:chMax val="5"/>
          <dgm:dir/>
          <dgm:resizeHandles val="exact"/>
        </dgm:presLayoutVars>
      </dgm:prSet>
      <dgm:spPr/>
    </dgm:pt>
    <dgm:pt modelId="{A20FE559-BA4F-4F0E-893B-98165BD62F6E}" type="pres">
      <dgm:prSet presAssocID="{82911E55-3573-4671-89D6-1BB4248EAACF}" presName="dummyMaxCanvas" presStyleCnt="0">
        <dgm:presLayoutVars/>
      </dgm:prSet>
      <dgm:spPr/>
    </dgm:pt>
    <dgm:pt modelId="{0AE14AA0-57DA-4903-8D87-16D3228BFE6F}" type="pres">
      <dgm:prSet presAssocID="{82911E55-3573-4671-89D6-1BB4248EAACF}" presName="ThreeNodes_1" presStyleLbl="node1" presStyleIdx="0" presStyleCnt="3">
        <dgm:presLayoutVars>
          <dgm:bulletEnabled val="1"/>
        </dgm:presLayoutVars>
      </dgm:prSet>
      <dgm:spPr/>
    </dgm:pt>
    <dgm:pt modelId="{1A438AB9-F562-4CE4-B95F-E3BAFD686ED6}" type="pres">
      <dgm:prSet presAssocID="{82911E55-3573-4671-89D6-1BB4248EAACF}" presName="ThreeNodes_2" presStyleLbl="node1" presStyleIdx="1" presStyleCnt="3">
        <dgm:presLayoutVars>
          <dgm:bulletEnabled val="1"/>
        </dgm:presLayoutVars>
      </dgm:prSet>
      <dgm:spPr/>
    </dgm:pt>
    <dgm:pt modelId="{47E4AAC4-2AE5-46FA-AAC7-29C6B44DCF50}" type="pres">
      <dgm:prSet presAssocID="{82911E55-3573-4671-89D6-1BB4248EAACF}" presName="ThreeNodes_3" presStyleLbl="node1" presStyleIdx="2" presStyleCnt="3">
        <dgm:presLayoutVars>
          <dgm:bulletEnabled val="1"/>
        </dgm:presLayoutVars>
      </dgm:prSet>
      <dgm:spPr/>
    </dgm:pt>
    <dgm:pt modelId="{4A30ED9C-6EAA-4B9D-8D95-6FACC8E1166B}" type="pres">
      <dgm:prSet presAssocID="{82911E55-3573-4671-89D6-1BB4248EAACF}" presName="ThreeConn_1-2" presStyleLbl="fgAccFollowNode1" presStyleIdx="0" presStyleCnt="2">
        <dgm:presLayoutVars>
          <dgm:bulletEnabled val="1"/>
        </dgm:presLayoutVars>
      </dgm:prSet>
      <dgm:spPr/>
    </dgm:pt>
    <dgm:pt modelId="{11AA08C3-C5AE-4358-A58A-1E40B48C70BA}" type="pres">
      <dgm:prSet presAssocID="{82911E55-3573-4671-89D6-1BB4248EAACF}" presName="ThreeConn_2-3" presStyleLbl="fgAccFollowNode1" presStyleIdx="1" presStyleCnt="2">
        <dgm:presLayoutVars>
          <dgm:bulletEnabled val="1"/>
        </dgm:presLayoutVars>
      </dgm:prSet>
      <dgm:spPr/>
    </dgm:pt>
    <dgm:pt modelId="{927151A5-984F-4B76-82B3-64F653E7D3DF}" type="pres">
      <dgm:prSet presAssocID="{82911E55-3573-4671-89D6-1BB4248EAACF}" presName="ThreeNodes_1_text" presStyleLbl="node1" presStyleIdx="2" presStyleCnt="3">
        <dgm:presLayoutVars>
          <dgm:bulletEnabled val="1"/>
        </dgm:presLayoutVars>
      </dgm:prSet>
      <dgm:spPr/>
    </dgm:pt>
    <dgm:pt modelId="{7DF6D768-1A46-4E24-95FB-1D3239F48FA7}" type="pres">
      <dgm:prSet presAssocID="{82911E55-3573-4671-89D6-1BB4248EAACF}" presName="ThreeNodes_2_text" presStyleLbl="node1" presStyleIdx="2" presStyleCnt="3">
        <dgm:presLayoutVars>
          <dgm:bulletEnabled val="1"/>
        </dgm:presLayoutVars>
      </dgm:prSet>
      <dgm:spPr/>
    </dgm:pt>
    <dgm:pt modelId="{A142B907-2688-4D99-94BC-BB239BB7A1DA}" type="pres">
      <dgm:prSet presAssocID="{82911E55-3573-4671-89D6-1BB4248EAACF}" presName="ThreeNodes_3_text" presStyleLbl="node1" presStyleIdx="2" presStyleCnt="3">
        <dgm:presLayoutVars>
          <dgm:bulletEnabled val="1"/>
        </dgm:presLayoutVars>
      </dgm:prSet>
      <dgm:spPr/>
    </dgm:pt>
  </dgm:ptLst>
  <dgm:cxnLst>
    <dgm:cxn modelId="{953F8315-3FEF-41E1-8684-F3D37151AD22}" type="presOf" srcId="{3EE8DFA4-5D6C-4619-BC0A-5C2CD5B4E1DB}" destId="{11AA08C3-C5AE-4358-A58A-1E40B48C70BA}" srcOrd="0" destOrd="0" presId="urn:microsoft.com/office/officeart/2005/8/layout/vProcess5"/>
    <dgm:cxn modelId="{6467592A-C4B5-4D7D-ACAD-64F3952452DE}" type="presOf" srcId="{F8BD7E09-3172-46D1-A1F1-CB435E887876}" destId="{0AE14AA0-57DA-4903-8D87-16D3228BFE6F}" srcOrd="0" destOrd="0" presId="urn:microsoft.com/office/officeart/2005/8/layout/vProcess5"/>
    <dgm:cxn modelId="{A4473D2D-FCAE-44E4-9C16-6B30A5301382}" type="presOf" srcId="{F8BD7E09-3172-46D1-A1F1-CB435E887876}" destId="{927151A5-984F-4B76-82B3-64F653E7D3DF}" srcOrd="1" destOrd="0" presId="urn:microsoft.com/office/officeart/2005/8/layout/vProcess5"/>
    <dgm:cxn modelId="{22C74266-0FB8-4A12-8B51-EEF9AD2A4438}" srcId="{82911E55-3573-4671-89D6-1BB4248EAACF}" destId="{5EB23370-D71A-4FF3-A54A-3BF9A61472AE}" srcOrd="1" destOrd="0" parTransId="{A7BC4125-4795-4B9E-9B84-167CFB0845BC}" sibTransId="{3EE8DFA4-5D6C-4619-BC0A-5C2CD5B4E1DB}"/>
    <dgm:cxn modelId="{6CF6816D-2764-4F16-8568-CB650BC01BCB}" type="presOf" srcId="{5EB23370-D71A-4FF3-A54A-3BF9A61472AE}" destId="{7DF6D768-1A46-4E24-95FB-1D3239F48FA7}" srcOrd="1" destOrd="0" presId="urn:microsoft.com/office/officeart/2005/8/layout/vProcess5"/>
    <dgm:cxn modelId="{F1F42A59-07F5-4517-8EDB-438D400FE031}" type="presOf" srcId="{0A6CD830-609C-4B4B-9EE5-38CCB0FF5BF9}" destId="{47E4AAC4-2AE5-46FA-AAC7-29C6B44DCF50}" srcOrd="0" destOrd="0" presId="urn:microsoft.com/office/officeart/2005/8/layout/vProcess5"/>
    <dgm:cxn modelId="{A685AA80-3434-4F10-B80F-6223ADAB1687}" type="presOf" srcId="{0A6CD830-609C-4B4B-9EE5-38CCB0FF5BF9}" destId="{A142B907-2688-4D99-94BC-BB239BB7A1DA}" srcOrd="1" destOrd="0" presId="urn:microsoft.com/office/officeart/2005/8/layout/vProcess5"/>
    <dgm:cxn modelId="{6D3DA187-AAD1-4BD1-8E1E-B30224BD331F}" srcId="{82911E55-3573-4671-89D6-1BB4248EAACF}" destId="{0A6CD830-609C-4B4B-9EE5-38CCB0FF5BF9}" srcOrd="2" destOrd="0" parTransId="{49112C47-73B3-402B-AA3E-3FA689B3DFA3}" sibTransId="{E9505864-BC18-4524-BD42-53B334ED5C47}"/>
    <dgm:cxn modelId="{37117E8E-C2D7-4DCD-9732-46B21F6B8AFB}" type="presOf" srcId="{5EB23370-D71A-4FF3-A54A-3BF9A61472AE}" destId="{1A438AB9-F562-4CE4-B95F-E3BAFD686ED6}" srcOrd="0" destOrd="0" presId="urn:microsoft.com/office/officeart/2005/8/layout/vProcess5"/>
    <dgm:cxn modelId="{840204CC-99E5-4F17-8B89-8AAB773A5000}" type="presOf" srcId="{82911E55-3573-4671-89D6-1BB4248EAACF}" destId="{125983C7-A8FE-4B42-AEE9-C74C0256F903}" srcOrd="0" destOrd="0" presId="urn:microsoft.com/office/officeart/2005/8/layout/vProcess5"/>
    <dgm:cxn modelId="{AA7E22E3-A989-45CF-B93A-B35DA47223EC}" type="presOf" srcId="{C5BAC61D-FF17-4EDB-92D6-5F6DFCD0F933}" destId="{4A30ED9C-6EAA-4B9D-8D95-6FACC8E1166B}" srcOrd="0" destOrd="0" presId="urn:microsoft.com/office/officeart/2005/8/layout/vProcess5"/>
    <dgm:cxn modelId="{B98478ED-4370-4C6C-9F91-51D46F397687}" srcId="{82911E55-3573-4671-89D6-1BB4248EAACF}" destId="{F8BD7E09-3172-46D1-A1F1-CB435E887876}" srcOrd="0" destOrd="0" parTransId="{30E0A2AB-AF2A-4AF2-8F46-6C6A5C785462}" sibTransId="{C5BAC61D-FF17-4EDB-92D6-5F6DFCD0F933}"/>
    <dgm:cxn modelId="{8C503110-ED40-4D40-BD3A-24616DEFA6E6}" type="presParOf" srcId="{125983C7-A8FE-4B42-AEE9-C74C0256F903}" destId="{A20FE559-BA4F-4F0E-893B-98165BD62F6E}" srcOrd="0" destOrd="0" presId="urn:microsoft.com/office/officeart/2005/8/layout/vProcess5"/>
    <dgm:cxn modelId="{04506FB2-0165-49BB-9CB9-DA4193435A5C}" type="presParOf" srcId="{125983C7-A8FE-4B42-AEE9-C74C0256F903}" destId="{0AE14AA0-57DA-4903-8D87-16D3228BFE6F}" srcOrd="1" destOrd="0" presId="urn:microsoft.com/office/officeart/2005/8/layout/vProcess5"/>
    <dgm:cxn modelId="{99B82525-92F3-4D5E-AC0C-04D11E50F3E5}" type="presParOf" srcId="{125983C7-A8FE-4B42-AEE9-C74C0256F903}" destId="{1A438AB9-F562-4CE4-B95F-E3BAFD686ED6}" srcOrd="2" destOrd="0" presId="urn:microsoft.com/office/officeart/2005/8/layout/vProcess5"/>
    <dgm:cxn modelId="{87EA66F2-9A21-4F49-9A9E-83AECF8A0FF4}" type="presParOf" srcId="{125983C7-A8FE-4B42-AEE9-C74C0256F903}" destId="{47E4AAC4-2AE5-46FA-AAC7-29C6B44DCF50}" srcOrd="3" destOrd="0" presId="urn:microsoft.com/office/officeart/2005/8/layout/vProcess5"/>
    <dgm:cxn modelId="{4E7617DC-0030-43E0-9A84-5F57E1E2FDD0}" type="presParOf" srcId="{125983C7-A8FE-4B42-AEE9-C74C0256F903}" destId="{4A30ED9C-6EAA-4B9D-8D95-6FACC8E1166B}" srcOrd="4" destOrd="0" presId="urn:microsoft.com/office/officeart/2005/8/layout/vProcess5"/>
    <dgm:cxn modelId="{0588097C-6E46-4FBE-9DED-B21242C80681}" type="presParOf" srcId="{125983C7-A8FE-4B42-AEE9-C74C0256F903}" destId="{11AA08C3-C5AE-4358-A58A-1E40B48C70BA}" srcOrd="5" destOrd="0" presId="urn:microsoft.com/office/officeart/2005/8/layout/vProcess5"/>
    <dgm:cxn modelId="{310D0F3A-67DF-4751-8AEA-4B27A80390BF}" type="presParOf" srcId="{125983C7-A8FE-4B42-AEE9-C74C0256F903}" destId="{927151A5-984F-4B76-82B3-64F653E7D3DF}" srcOrd="6" destOrd="0" presId="urn:microsoft.com/office/officeart/2005/8/layout/vProcess5"/>
    <dgm:cxn modelId="{783904AC-2750-4B7E-9A35-9F6F3104F514}" type="presParOf" srcId="{125983C7-A8FE-4B42-AEE9-C74C0256F903}" destId="{7DF6D768-1A46-4E24-95FB-1D3239F48FA7}" srcOrd="7" destOrd="0" presId="urn:microsoft.com/office/officeart/2005/8/layout/vProcess5"/>
    <dgm:cxn modelId="{76D13163-46BE-4E0D-BE74-79822A9B8832}" type="presParOf" srcId="{125983C7-A8FE-4B42-AEE9-C74C0256F903}" destId="{A142B907-2688-4D99-94BC-BB239BB7A1DA}"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2911E55-3573-4671-89D6-1BB4248EAACF}"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F8BD7E09-3172-46D1-A1F1-CB435E887876}">
      <dgm:prSet/>
      <dgm:spPr/>
      <dgm:t>
        <a:bodyPr/>
        <a:lstStyle/>
        <a:p>
          <a:r>
            <a:rPr lang="en-US" dirty="0"/>
            <a:t>When</a:t>
          </a:r>
          <a:r>
            <a:rPr lang="en-US" baseline="0" dirty="0"/>
            <a:t> a “while loop” statement is executed the condition is evaluated first. If the condition is true then body of loop is executed.</a:t>
          </a:r>
          <a:endParaRPr lang="en-US" dirty="0"/>
        </a:p>
      </dgm:t>
    </dgm:pt>
    <dgm:pt modelId="{30E0A2AB-AF2A-4AF2-8F46-6C6A5C785462}" type="parTrans" cxnId="{B98478ED-4370-4C6C-9F91-51D46F397687}">
      <dgm:prSet/>
      <dgm:spPr/>
      <dgm:t>
        <a:bodyPr/>
        <a:lstStyle/>
        <a:p>
          <a:endParaRPr lang="en-US"/>
        </a:p>
      </dgm:t>
    </dgm:pt>
    <dgm:pt modelId="{C5BAC61D-FF17-4EDB-92D6-5F6DFCD0F933}" type="sibTrans" cxnId="{B98478ED-4370-4C6C-9F91-51D46F397687}">
      <dgm:prSet/>
      <dgm:spPr/>
      <dgm:t>
        <a:bodyPr/>
        <a:lstStyle/>
        <a:p>
          <a:endParaRPr lang="en-US"/>
        </a:p>
      </dgm:t>
    </dgm:pt>
    <dgm:pt modelId="{5EB23370-D71A-4FF3-A54A-3BF9A61472AE}">
      <dgm:prSet/>
      <dgm:spPr/>
      <dgm:t>
        <a:bodyPr/>
        <a:lstStyle/>
        <a:p>
          <a:r>
            <a:rPr lang="en-US" dirty="0"/>
            <a:t>After</a:t>
          </a:r>
          <a:r>
            <a:rPr lang="en-US" baseline="0" dirty="0"/>
            <a:t> executing the body of loop, the execution control goes back to the “while” statement and evaluates the condition again. If the condition is still true then body of loop is executed </a:t>
          </a:r>
          <a:endParaRPr lang="en-US" dirty="0"/>
        </a:p>
      </dgm:t>
    </dgm:pt>
    <dgm:pt modelId="{A7BC4125-4795-4B9E-9B84-167CFB0845BC}" type="parTrans" cxnId="{22C74266-0FB8-4A12-8B51-EEF9AD2A4438}">
      <dgm:prSet/>
      <dgm:spPr/>
      <dgm:t>
        <a:bodyPr/>
        <a:lstStyle/>
        <a:p>
          <a:endParaRPr lang="en-US"/>
        </a:p>
      </dgm:t>
    </dgm:pt>
    <dgm:pt modelId="{3EE8DFA4-5D6C-4619-BC0A-5C2CD5B4E1DB}" type="sibTrans" cxnId="{22C74266-0FB8-4A12-8B51-EEF9AD2A4438}">
      <dgm:prSet/>
      <dgm:spPr/>
      <dgm:t>
        <a:bodyPr/>
        <a:lstStyle/>
        <a:p>
          <a:endParaRPr lang="en-US"/>
        </a:p>
      </dgm:t>
    </dgm:pt>
    <dgm:pt modelId="{0A6CD830-609C-4B4B-9EE5-38CCB0FF5BF9}">
      <dgm:prSet/>
      <dgm:spPr/>
      <dgm:t>
        <a:bodyPr/>
        <a:lstStyle/>
        <a:p>
          <a:r>
            <a:rPr lang="en-US" dirty="0"/>
            <a:t>The</a:t>
          </a:r>
          <a:r>
            <a:rPr lang="en-US" baseline="0" dirty="0"/>
            <a:t> process is repeated. When the condition becomes false at any stage during execution, the loop is terminated.</a:t>
          </a:r>
          <a:endParaRPr lang="en-US" dirty="0"/>
        </a:p>
      </dgm:t>
    </dgm:pt>
    <dgm:pt modelId="{49112C47-73B3-402B-AA3E-3FA689B3DFA3}" type="parTrans" cxnId="{6D3DA187-AAD1-4BD1-8E1E-B30224BD331F}">
      <dgm:prSet/>
      <dgm:spPr/>
      <dgm:t>
        <a:bodyPr/>
        <a:lstStyle/>
        <a:p>
          <a:endParaRPr lang="en-US"/>
        </a:p>
      </dgm:t>
    </dgm:pt>
    <dgm:pt modelId="{E9505864-BC18-4524-BD42-53B334ED5C47}" type="sibTrans" cxnId="{6D3DA187-AAD1-4BD1-8E1E-B30224BD331F}">
      <dgm:prSet/>
      <dgm:spPr/>
      <dgm:t>
        <a:bodyPr/>
        <a:lstStyle/>
        <a:p>
          <a:endParaRPr lang="en-US"/>
        </a:p>
      </dgm:t>
    </dgm:pt>
    <dgm:pt modelId="{125983C7-A8FE-4B42-AEE9-C74C0256F903}" type="pres">
      <dgm:prSet presAssocID="{82911E55-3573-4671-89D6-1BB4248EAACF}" presName="outerComposite" presStyleCnt="0">
        <dgm:presLayoutVars>
          <dgm:chMax val="5"/>
          <dgm:dir/>
          <dgm:resizeHandles val="exact"/>
        </dgm:presLayoutVars>
      </dgm:prSet>
      <dgm:spPr/>
    </dgm:pt>
    <dgm:pt modelId="{A20FE559-BA4F-4F0E-893B-98165BD62F6E}" type="pres">
      <dgm:prSet presAssocID="{82911E55-3573-4671-89D6-1BB4248EAACF}" presName="dummyMaxCanvas" presStyleCnt="0">
        <dgm:presLayoutVars/>
      </dgm:prSet>
      <dgm:spPr/>
    </dgm:pt>
    <dgm:pt modelId="{0AE14AA0-57DA-4903-8D87-16D3228BFE6F}" type="pres">
      <dgm:prSet presAssocID="{82911E55-3573-4671-89D6-1BB4248EAACF}" presName="ThreeNodes_1" presStyleLbl="node1" presStyleIdx="0" presStyleCnt="3">
        <dgm:presLayoutVars>
          <dgm:bulletEnabled val="1"/>
        </dgm:presLayoutVars>
      </dgm:prSet>
      <dgm:spPr/>
    </dgm:pt>
    <dgm:pt modelId="{1A438AB9-F562-4CE4-B95F-E3BAFD686ED6}" type="pres">
      <dgm:prSet presAssocID="{82911E55-3573-4671-89D6-1BB4248EAACF}" presName="ThreeNodes_2" presStyleLbl="node1" presStyleIdx="1" presStyleCnt="3">
        <dgm:presLayoutVars>
          <dgm:bulletEnabled val="1"/>
        </dgm:presLayoutVars>
      </dgm:prSet>
      <dgm:spPr/>
    </dgm:pt>
    <dgm:pt modelId="{47E4AAC4-2AE5-46FA-AAC7-29C6B44DCF50}" type="pres">
      <dgm:prSet presAssocID="{82911E55-3573-4671-89D6-1BB4248EAACF}" presName="ThreeNodes_3" presStyleLbl="node1" presStyleIdx="2" presStyleCnt="3">
        <dgm:presLayoutVars>
          <dgm:bulletEnabled val="1"/>
        </dgm:presLayoutVars>
      </dgm:prSet>
      <dgm:spPr/>
    </dgm:pt>
    <dgm:pt modelId="{4A30ED9C-6EAA-4B9D-8D95-6FACC8E1166B}" type="pres">
      <dgm:prSet presAssocID="{82911E55-3573-4671-89D6-1BB4248EAACF}" presName="ThreeConn_1-2" presStyleLbl="fgAccFollowNode1" presStyleIdx="0" presStyleCnt="2">
        <dgm:presLayoutVars>
          <dgm:bulletEnabled val="1"/>
        </dgm:presLayoutVars>
      </dgm:prSet>
      <dgm:spPr/>
    </dgm:pt>
    <dgm:pt modelId="{11AA08C3-C5AE-4358-A58A-1E40B48C70BA}" type="pres">
      <dgm:prSet presAssocID="{82911E55-3573-4671-89D6-1BB4248EAACF}" presName="ThreeConn_2-3" presStyleLbl="fgAccFollowNode1" presStyleIdx="1" presStyleCnt="2">
        <dgm:presLayoutVars>
          <dgm:bulletEnabled val="1"/>
        </dgm:presLayoutVars>
      </dgm:prSet>
      <dgm:spPr/>
    </dgm:pt>
    <dgm:pt modelId="{927151A5-984F-4B76-82B3-64F653E7D3DF}" type="pres">
      <dgm:prSet presAssocID="{82911E55-3573-4671-89D6-1BB4248EAACF}" presName="ThreeNodes_1_text" presStyleLbl="node1" presStyleIdx="2" presStyleCnt="3">
        <dgm:presLayoutVars>
          <dgm:bulletEnabled val="1"/>
        </dgm:presLayoutVars>
      </dgm:prSet>
      <dgm:spPr/>
    </dgm:pt>
    <dgm:pt modelId="{7DF6D768-1A46-4E24-95FB-1D3239F48FA7}" type="pres">
      <dgm:prSet presAssocID="{82911E55-3573-4671-89D6-1BB4248EAACF}" presName="ThreeNodes_2_text" presStyleLbl="node1" presStyleIdx="2" presStyleCnt="3">
        <dgm:presLayoutVars>
          <dgm:bulletEnabled val="1"/>
        </dgm:presLayoutVars>
      </dgm:prSet>
      <dgm:spPr/>
    </dgm:pt>
    <dgm:pt modelId="{A142B907-2688-4D99-94BC-BB239BB7A1DA}" type="pres">
      <dgm:prSet presAssocID="{82911E55-3573-4671-89D6-1BB4248EAACF}" presName="ThreeNodes_3_text" presStyleLbl="node1" presStyleIdx="2" presStyleCnt="3">
        <dgm:presLayoutVars>
          <dgm:bulletEnabled val="1"/>
        </dgm:presLayoutVars>
      </dgm:prSet>
      <dgm:spPr/>
    </dgm:pt>
  </dgm:ptLst>
  <dgm:cxnLst>
    <dgm:cxn modelId="{953F8315-3FEF-41E1-8684-F3D37151AD22}" type="presOf" srcId="{3EE8DFA4-5D6C-4619-BC0A-5C2CD5B4E1DB}" destId="{11AA08C3-C5AE-4358-A58A-1E40B48C70BA}" srcOrd="0" destOrd="0" presId="urn:microsoft.com/office/officeart/2005/8/layout/vProcess5"/>
    <dgm:cxn modelId="{6467592A-C4B5-4D7D-ACAD-64F3952452DE}" type="presOf" srcId="{F8BD7E09-3172-46D1-A1F1-CB435E887876}" destId="{0AE14AA0-57DA-4903-8D87-16D3228BFE6F}" srcOrd="0" destOrd="0" presId="urn:microsoft.com/office/officeart/2005/8/layout/vProcess5"/>
    <dgm:cxn modelId="{A4473D2D-FCAE-44E4-9C16-6B30A5301382}" type="presOf" srcId="{F8BD7E09-3172-46D1-A1F1-CB435E887876}" destId="{927151A5-984F-4B76-82B3-64F653E7D3DF}" srcOrd="1" destOrd="0" presId="urn:microsoft.com/office/officeart/2005/8/layout/vProcess5"/>
    <dgm:cxn modelId="{22C74266-0FB8-4A12-8B51-EEF9AD2A4438}" srcId="{82911E55-3573-4671-89D6-1BB4248EAACF}" destId="{5EB23370-D71A-4FF3-A54A-3BF9A61472AE}" srcOrd="1" destOrd="0" parTransId="{A7BC4125-4795-4B9E-9B84-167CFB0845BC}" sibTransId="{3EE8DFA4-5D6C-4619-BC0A-5C2CD5B4E1DB}"/>
    <dgm:cxn modelId="{6CF6816D-2764-4F16-8568-CB650BC01BCB}" type="presOf" srcId="{5EB23370-D71A-4FF3-A54A-3BF9A61472AE}" destId="{7DF6D768-1A46-4E24-95FB-1D3239F48FA7}" srcOrd="1" destOrd="0" presId="urn:microsoft.com/office/officeart/2005/8/layout/vProcess5"/>
    <dgm:cxn modelId="{F1F42A59-07F5-4517-8EDB-438D400FE031}" type="presOf" srcId="{0A6CD830-609C-4B4B-9EE5-38CCB0FF5BF9}" destId="{47E4AAC4-2AE5-46FA-AAC7-29C6B44DCF50}" srcOrd="0" destOrd="0" presId="urn:microsoft.com/office/officeart/2005/8/layout/vProcess5"/>
    <dgm:cxn modelId="{A685AA80-3434-4F10-B80F-6223ADAB1687}" type="presOf" srcId="{0A6CD830-609C-4B4B-9EE5-38CCB0FF5BF9}" destId="{A142B907-2688-4D99-94BC-BB239BB7A1DA}" srcOrd="1" destOrd="0" presId="urn:microsoft.com/office/officeart/2005/8/layout/vProcess5"/>
    <dgm:cxn modelId="{6D3DA187-AAD1-4BD1-8E1E-B30224BD331F}" srcId="{82911E55-3573-4671-89D6-1BB4248EAACF}" destId="{0A6CD830-609C-4B4B-9EE5-38CCB0FF5BF9}" srcOrd="2" destOrd="0" parTransId="{49112C47-73B3-402B-AA3E-3FA689B3DFA3}" sibTransId="{E9505864-BC18-4524-BD42-53B334ED5C47}"/>
    <dgm:cxn modelId="{37117E8E-C2D7-4DCD-9732-46B21F6B8AFB}" type="presOf" srcId="{5EB23370-D71A-4FF3-A54A-3BF9A61472AE}" destId="{1A438AB9-F562-4CE4-B95F-E3BAFD686ED6}" srcOrd="0" destOrd="0" presId="urn:microsoft.com/office/officeart/2005/8/layout/vProcess5"/>
    <dgm:cxn modelId="{840204CC-99E5-4F17-8B89-8AAB773A5000}" type="presOf" srcId="{82911E55-3573-4671-89D6-1BB4248EAACF}" destId="{125983C7-A8FE-4B42-AEE9-C74C0256F903}" srcOrd="0" destOrd="0" presId="urn:microsoft.com/office/officeart/2005/8/layout/vProcess5"/>
    <dgm:cxn modelId="{AA7E22E3-A989-45CF-B93A-B35DA47223EC}" type="presOf" srcId="{C5BAC61D-FF17-4EDB-92D6-5F6DFCD0F933}" destId="{4A30ED9C-6EAA-4B9D-8D95-6FACC8E1166B}" srcOrd="0" destOrd="0" presId="urn:microsoft.com/office/officeart/2005/8/layout/vProcess5"/>
    <dgm:cxn modelId="{B98478ED-4370-4C6C-9F91-51D46F397687}" srcId="{82911E55-3573-4671-89D6-1BB4248EAACF}" destId="{F8BD7E09-3172-46D1-A1F1-CB435E887876}" srcOrd="0" destOrd="0" parTransId="{30E0A2AB-AF2A-4AF2-8F46-6C6A5C785462}" sibTransId="{C5BAC61D-FF17-4EDB-92D6-5F6DFCD0F933}"/>
    <dgm:cxn modelId="{8C503110-ED40-4D40-BD3A-24616DEFA6E6}" type="presParOf" srcId="{125983C7-A8FE-4B42-AEE9-C74C0256F903}" destId="{A20FE559-BA4F-4F0E-893B-98165BD62F6E}" srcOrd="0" destOrd="0" presId="urn:microsoft.com/office/officeart/2005/8/layout/vProcess5"/>
    <dgm:cxn modelId="{04506FB2-0165-49BB-9CB9-DA4193435A5C}" type="presParOf" srcId="{125983C7-A8FE-4B42-AEE9-C74C0256F903}" destId="{0AE14AA0-57DA-4903-8D87-16D3228BFE6F}" srcOrd="1" destOrd="0" presId="urn:microsoft.com/office/officeart/2005/8/layout/vProcess5"/>
    <dgm:cxn modelId="{99B82525-92F3-4D5E-AC0C-04D11E50F3E5}" type="presParOf" srcId="{125983C7-A8FE-4B42-AEE9-C74C0256F903}" destId="{1A438AB9-F562-4CE4-B95F-E3BAFD686ED6}" srcOrd="2" destOrd="0" presId="urn:microsoft.com/office/officeart/2005/8/layout/vProcess5"/>
    <dgm:cxn modelId="{87EA66F2-9A21-4F49-9A9E-83AECF8A0FF4}" type="presParOf" srcId="{125983C7-A8FE-4B42-AEE9-C74C0256F903}" destId="{47E4AAC4-2AE5-46FA-AAC7-29C6B44DCF50}" srcOrd="3" destOrd="0" presId="urn:microsoft.com/office/officeart/2005/8/layout/vProcess5"/>
    <dgm:cxn modelId="{4E7617DC-0030-43E0-9A84-5F57E1E2FDD0}" type="presParOf" srcId="{125983C7-A8FE-4B42-AEE9-C74C0256F903}" destId="{4A30ED9C-6EAA-4B9D-8D95-6FACC8E1166B}" srcOrd="4" destOrd="0" presId="urn:microsoft.com/office/officeart/2005/8/layout/vProcess5"/>
    <dgm:cxn modelId="{0588097C-6E46-4FBE-9DED-B21242C80681}" type="presParOf" srcId="{125983C7-A8FE-4B42-AEE9-C74C0256F903}" destId="{11AA08C3-C5AE-4358-A58A-1E40B48C70BA}" srcOrd="5" destOrd="0" presId="urn:microsoft.com/office/officeart/2005/8/layout/vProcess5"/>
    <dgm:cxn modelId="{310D0F3A-67DF-4751-8AEA-4B27A80390BF}" type="presParOf" srcId="{125983C7-A8FE-4B42-AEE9-C74C0256F903}" destId="{927151A5-984F-4B76-82B3-64F653E7D3DF}" srcOrd="6" destOrd="0" presId="urn:microsoft.com/office/officeart/2005/8/layout/vProcess5"/>
    <dgm:cxn modelId="{783904AC-2750-4B7E-9A35-9F6F3104F514}" type="presParOf" srcId="{125983C7-A8FE-4B42-AEE9-C74C0256F903}" destId="{7DF6D768-1A46-4E24-95FB-1D3239F48FA7}" srcOrd="7" destOrd="0" presId="urn:microsoft.com/office/officeart/2005/8/layout/vProcess5"/>
    <dgm:cxn modelId="{76D13163-46BE-4E0D-BE74-79822A9B8832}" type="presParOf" srcId="{125983C7-A8FE-4B42-AEE9-C74C0256F903}" destId="{A142B907-2688-4D99-94BC-BB239BB7A1DA}"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E14AA0-57DA-4903-8D87-16D3228BFE6F}">
      <dsp:nvSpPr>
        <dsp:cNvPr id="0" name=""/>
        <dsp:cNvSpPr/>
      </dsp:nvSpPr>
      <dsp:spPr>
        <a:xfrm>
          <a:off x="0" y="0"/>
          <a:ext cx="8427631" cy="12369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First initialization part is executed. It is executed only for the first time when controls enter into the loop.</a:t>
          </a:r>
        </a:p>
      </dsp:txBody>
      <dsp:txXfrm>
        <a:off x="36230" y="36230"/>
        <a:ext cx="7092817" cy="1164535"/>
      </dsp:txXfrm>
    </dsp:sp>
    <dsp:sp modelId="{1A438AB9-F562-4CE4-B95F-E3BAFD686ED6}">
      <dsp:nvSpPr>
        <dsp:cNvPr id="0" name=""/>
        <dsp:cNvSpPr/>
      </dsp:nvSpPr>
      <dsp:spPr>
        <a:xfrm>
          <a:off x="743614" y="1443161"/>
          <a:ext cx="8427631" cy="12369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After executing the initialization part, the condition is evaluated. If it is True, then the body of the loop is executed. </a:t>
          </a:r>
        </a:p>
      </dsp:txBody>
      <dsp:txXfrm>
        <a:off x="779844" y="1479391"/>
        <a:ext cx="6807509" cy="1164535"/>
      </dsp:txXfrm>
    </dsp:sp>
    <dsp:sp modelId="{47E4AAC4-2AE5-46FA-AAC7-29C6B44DCF50}">
      <dsp:nvSpPr>
        <dsp:cNvPr id="0" name=""/>
        <dsp:cNvSpPr/>
      </dsp:nvSpPr>
      <dsp:spPr>
        <a:xfrm>
          <a:off x="1487228" y="2886322"/>
          <a:ext cx="8427631" cy="12369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After executing the body of the loop, the increment/decrement part is executed. The increment/decrement part is the last statement of the body of the “for” loop.</a:t>
          </a:r>
        </a:p>
      </dsp:txBody>
      <dsp:txXfrm>
        <a:off x="1523458" y="2922552"/>
        <a:ext cx="6807509" cy="1164535"/>
      </dsp:txXfrm>
    </dsp:sp>
    <dsp:sp modelId="{4A30ED9C-6EAA-4B9D-8D95-6FACC8E1166B}">
      <dsp:nvSpPr>
        <dsp:cNvPr id="0" name=""/>
        <dsp:cNvSpPr/>
      </dsp:nvSpPr>
      <dsp:spPr>
        <a:xfrm>
          <a:off x="7623583" y="938054"/>
          <a:ext cx="804047" cy="804047"/>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804494" y="938054"/>
        <a:ext cx="442225" cy="605045"/>
      </dsp:txXfrm>
    </dsp:sp>
    <dsp:sp modelId="{11AA08C3-C5AE-4358-A58A-1E40B48C70BA}">
      <dsp:nvSpPr>
        <dsp:cNvPr id="0" name=""/>
        <dsp:cNvSpPr/>
      </dsp:nvSpPr>
      <dsp:spPr>
        <a:xfrm>
          <a:off x="8367198" y="2372969"/>
          <a:ext cx="804047" cy="804047"/>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548109" y="2372969"/>
        <a:ext cx="442225" cy="6050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E14AA0-57DA-4903-8D87-16D3228BFE6F}">
      <dsp:nvSpPr>
        <dsp:cNvPr id="0" name=""/>
        <dsp:cNvSpPr/>
      </dsp:nvSpPr>
      <dsp:spPr>
        <a:xfrm>
          <a:off x="0" y="0"/>
          <a:ext cx="8427631" cy="12369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When</a:t>
          </a:r>
          <a:r>
            <a:rPr lang="en-US" sz="1900" kern="1200" baseline="0" dirty="0"/>
            <a:t> a “while loop” statement is executed the condition is evaluated first. If the condition is true then body of loop is executed.</a:t>
          </a:r>
          <a:endParaRPr lang="en-US" sz="1900" kern="1200" dirty="0"/>
        </a:p>
      </dsp:txBody>
      <dsp:txXfrm>
        <a:off x="36230" y="36230"/>
        <a:ext cx="7092817" cy="1164535"/>
      </dsp:txXfrm>
    </dsp:sp>
    <dsp:sp modelId="{1A438AB9-F562-4CE4-B95F-E3BAFD686ED6}">
      <dsp:nvSpPr>
        <dsp:cNvPr id="0" name=""/>
        <dsp:cNvSpPr/>
      </dsp:nvSpPr>
      <dsp:spPr>
        <a:xfrm>
          <a:off x="743614" y="1443161"/>
          <a:ext cx="8427631" cy="12369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After</a:t>
          </a:r>
          <a:r>
            <a:rPr lang="en-US" sz="1900" kern="1200" baseline="0" dirty="0"/>
            <a:t> executing the body of loop, the execution control goes back to the “while” statement and evaluates the condition again. If the condition is still true then body of loop is executed </a:t>
          </a:r>
          <a:endParaRPr lang="en-US" sz="1900" kern="1200" dirty="0"/>
        </a:p>
      </dsp:txBody>
      <dsp:txXfrm>
        <a:off x="779844" y="1479391"/>
        <a:ext cx="6807509" cy="1164535"/>
      </dsp:txXfrm>
    </dsp:sp>
    <dsp:sp modelId="{47E4AAC4-2AE5-46FA-AAC7-29C6B44DCF50}">
      <dsp:nvSpPr>
        <dsp:cNvPr id="0" name=""/>
        <dsp:cNvSpPr/>
      </dsp:nvSpPr>
      <dsp:spPr>
        <a:xfrm>
          <a:off x="1487228" y="2886322"/>
          <a:ext cx="8427631" cy="123699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The</a:t>
          </a:r>
          <a:r>
            <a:rPr lang="en-US" sz="1900" kern="1200" baseline="0" dirty="0"/>
            <a:t> process is repeated. When the condition becomes false at any stage during execution, the loop is terminated.</a:t>
          </a:r>
          <a:endParaRPr lang="en-US" sz="1900" kern="1200" dirty="0"/>
        </a:p>
      </dsp:txBody>
      <dsp:txXfrm>
        <a:off x="1523458" y="2922552"/>
        <a:ext cx="6807509" cy="1164535"/>
      </dsp:txXfrm>
    </dsp:sp>
    <dsp:sp modelId="{4A30ED9C-6EAA-4B9D-8D95-6FACC8E1166B}">
      <dsp:nvSpPr>
        <dsp:cNvPr id="0" name=""/>
        <dsp:cNvSpPr/>
      </dsp:nvSpPr>
      <dsp:spPr>
        <a:xfrm>
          <a:off x="7623583" y="938054"/>
          <a:ext cx="804047" cy="804047"/>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804494" y="938054"/>
        <a:ext cx="442225" cy="605045"/>
      </dsp:txXfrm>
    </dsp:sp>
    <dsp:sp modelId="{11AA08C3-C5AE-4358-A58A-1E40B48C70BA}">
      <dsp:nvSpPr>
        <dsp:cNvPr id="0" name=""/>
        <dsp:cNvSpPr/>
      </dsp:nvSpPr>
      <dsp:spPr>
        <a:xfrm>
          <a:off x="8367198" y="2372969"/>
          <a:ext cx="804047" cy="804047"/>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548109" y="2372969"/>
        <a:ext cx="442225" cy="605045"/>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E01F4E-CF4A-48F9-87F3-C8F30B4D8A7F}" type="datetimeFigureOut">
              <a:rPr lang="en-US" smtClean="0"/>
              <a:t>9/12/2024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C3E6F6-7D78-4877-8782-432952D5FCA7}" type="slidenum">
              <a:rPr lang="en-US" smtClean="0"/>
              <a:t>‹#›</a:t>
            </a:fld>
            <a:endParaRPr lang="en-US"/>
          </a:p>
        </p:txBody>
      </p:sp>
    </p:spTree>
    <p:extLst>
      <p:ext uri="{BB962C8B-B14F-4D97-AF65-F5344CB8AC3E}">
        <p14:creationId xmlns:p14="http://schemas.microsoft.com/office/powerpoint/2010/main" val="11094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D9960-406F-4187-A0E6-BD19C684039A}"/>
              </a:ext>
            </a:extLst>
          </p:cNvPr>
          <p:cNvSpPr>
            <a:spLocks noGrp="1"/>
          </p:cNvSpPr>
          <p:nvPr>
            <p:ph type="ctrTitle"/>
          </p:nvPr>
        </p:nvSpPr>
        <p:spPr>
          <a:xfrm>
            <a:off x="1249326" y="919716"/>
            <a:ext cx="8504275" cy="3551275"/>
          </a:xfrm>
        </p:spPr>
        <p:txBody>
          <a:bodyPr anchor="b">
            <a:normAutofit/>
          </a:bodyPr>
          <a:lstStyle>
            <a:lvl1pPr algn="l">
              <a:lnSpc>
                <a:spcPct val="100000"/>
              </a:lnSpc>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27E7FE-647D-4B2F-BA13-AB3ED4C5CF5A}"/>
              </a:ext>
            </a:extLst>
          </p:cNvPr>
          <p:cNvSpPr>
            <a:spLocks noGrp="1"/>
          </p:cNvSpPr>
          <p:nvPr>
            <p:ph type="subTitle" idx="1"/>
          </p:nvPr>
        </p:nvSpPr>
        <p:spPr>
          <a:xfrm>
            <a:off x="1249326" y="4795284"/>
            <a:ext cx="8504275" cy="1084522"/>
          </a:xfrm>
        </p:spPr>
        <p:txBody>
          <a:bodyPr>
            <a:normAutofit/>
          </a:bodyPr>
          <a:lstStyle>
            <a:lvl1pPr marL="0" indent="0" algn="l">
              <a:lnSpc>
                <a:spcPct val="120000"/>
              </a:lnSpc>
              <a:buNone/>
              <a:defRPr sz="16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A5EF785-E0A7-4496-A5BA-49B0156F2628}"/>
              </a:ext>
            </a:extLst>
          </p:cNvPr>
          <p:cNvSpPr>
            <a:spLocks noGrp="1"/>
          </p:cNvSpPr>
          <p:nvPr>
            <p:ph type="dt" sz="half" idx="10"/>
          </p:nvPr>
        </p:nvSpPr>
        <p:spPr>
          <a:xfrm>
            <a:off x="8964706" y="6433202"/>
            <a:ext cx="2426446" cy="367841"/>
          </a:xfrm>
        </p:spPr>
        <p:txBody>
          <a:bodyPr/>
          <a:lstStyle/>
          <a:p>
            <a:fld id="{92D575C3-5F4B-48A0-8C67-46CDC1488F15}" type="datetime1">
              <a:rPr lang="en-US" smtClean="0"/>
              <a:t>9/12/2024</a:t>
            </a:fld>
            <a:endParaRPr lang="en-US"/>
          </a:p>
        </p:txBody>
      </p:sp>
      <p:sp>
        <p:nvSpPr>
          <p:cNvPr id="5" name="Footer Placeholder 4">
            <a:extLst>
              <a:ext uri="{FF2B5EF4-FFF2-40B4-BE49-F238E27FC236}">
                <a16:creationId xmlns:a16="http://schemas.microsoft.com/office/drawing/2014/main" id="{4742C627-38A1-4A14-8822-D8D33751CA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EBE346-5F34-48CD-8928-DA8567AEDD15}"/>
              </a:ext>
            </a:extLst>
          </p:cNvPr>
          <p:cNvSpPr>
            <a:spLocks noGrp="1"/>
          </p:cNvSpPr>
          <p:nvPr>
            <p:ph type="sldNum" sz="quarter" idx="12"/>
          </p:nvPr>
        </p:nvSpPr>
        <p:spPr>
          <a:xfrm>
            <a:off x="11391152" y="6433203"/>
            <a:ext cx="702781" cy="367842"/>
          </a:xfrm>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4263708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9839C-7D7A-49F1-8BFE-85C6C7D78BE7}"/>
              </a:ext>
            </a:extLst>
          </p:cNvPr>
          <p:cNvSpPr>
            <a:spLocks noGrp="1"/>
          </p:cNvSpPr>
          <p:nvPr>
            <p:ph type="title"/>
          </p:nvPr>
        </p:nvSpPr>
        <p:spPr>
          <a:xfrm>
            <a:off x="905256" y="590668"/>
            <a:ext cx="9914859" cy="1329004"/>
          </a:xfrm>
        </p:spPr>
        <p:txBody>
          <a:bodyPr>
            <a:normAutofit/>
          </a:bodyPr>
          <a:lstStyle>
            <a:lvl1pPr>
              <a:lnSpc>
                <a:spcPct val="100000"/>
              </a:lnSpc>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C7E748DC-EBB9-44C6-8566-38F87FF7FD53}"/>
              </a:ext>
            </a:extLst>
          </p:cNvPr>
          <p:cNvSpPr>
            <a:spLocks noGrp="1"/>
          </p:cNvSpPr>
          <p:nvPr>
            <p:ph idx="1"/>
          </p:nvPr>
        </p:nvSpPr>
        <p:spPr>
          <a:xfrm>
            <a:off x="914400" y="1919673"/>
            <a:ext cx="9914860" cy="412331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7342198-F50F-4C8A-9BD9-4CC3950F8FA8}"/>
              </a:ext>
            </a:extLst>
          </p:cNvPr>
          <p:cNvSpPr>
            <a:spLocks noGrp="1"/>
          </p:cNvSpPr>
          <p:nvPr>
            <p:ph type="dt" sz="half" idx="10"/>
          </p:nvPr>
        </p:nvSpPr>
        <p:spPr>
          <a:xfrm>
            <a:off x="9323285" y="6434524"/>
            <a:ext cx="2067867" cy="365125"/>
          </a:xfrm>
        </p:spPr>
        <p:txBody>
          <a:bodyPr/>
          <a:lstStyle>
            <a:lvl1pPr algn="r">
              <a:defRPr>
                <a:solidFill>
                  <a:schemeClr val="bg1"/>
                </a:solidFill>
              </a:defRPr>
            </a:lvl1pPr>
          </a:lstStyle>
          <a:p>
            <a:fld id="{A6B71EF3-3E05-4F60-82F0-FE7B668A176F}" type="datetime1">
              <a:rPr lang="en-US" smtClean="0"/>
              <a:t>9/12/2024</a:t>
            </a:fld>
            <a:endParaRPr lang="en-US"/>
          </a:p>
        </p:txBody>
      </p:sp>
      <p:sp>
        <p:nvSpPr>
          <p:cNvPr id="5" name="Footer Placeholder 4">
            <a:extLst>
              <a:ext uri="{FF2B5EF4-FFF2-40B4-BE49-F238E27FC236}">
                <a16:creationId xmlns:a16="http://schemas.microsoft.com/office/drawing/2014/main" id="{BFA2F5AB-D8C6-4AE1-8FAE-CD0499CB6D03}"/>
              </a:ext>
            </a:extLst>
          </p:cNvPr>
          <p:cNvSpPr>
            <a:spLocks noGrp="1"/>
          </p:cNvSpPr>
          <p:nvPr>
            <p:ph type="ftr" sz="quarter" idx="11"/>
          </p:nvPr>
        </p:nvSpPr>
        <p:spPr>
          <a:xfrm>
            <a:off x="173736" y="6437376"/>
            <a:ext cx="3775914" cy="365125"/>
          </a:xfrm>
        </p:spPr>
        <p:txBody>
          <a:bodyPr/>
          <a:lstStyle>
            <a:lvl1pPr algn="l">
              <a:defRPr>
                <a:solidFill>
                  <a:schemeClr val="accent2"/>
                </a:solidFill>
              </a:defRPr>
            </a:lvl1pPr>
          </a:lstStyle>
          <a:p>
            <a:endParaRPr lang="en-US" dirty="0"/>
          </a:p>
        </p:txBody>
      </p:sp>
      <p:sp>
        <p:nvSpPr>
          <p:cNvPr id="6" name="Slide Number Placeholder 5">
            <a:extLst>
              <a:ext uri="{FF2B5EF4-FFF2-40B4-BE49-F238E27FC236}">
                <a16:creationId xmlns:a16="http://schemas.microsoft.com/office/drawing/2014/main" id="{175C58D8-B582-4DB3-A94D-056240199750}"/>
              </a:ext>
            </a:extLst>
          </p:cNvPr>
          <p:cNvSpPr>
            <a:spLocks noGrp="1"/>
          </p:cNvSpPr>
          <p:nvPr>
            <p:ph type="sldNum" sz="quarter" idx="12"/>
          </p:nvPr>
        </p:nvSpPr>
        <p:spPr>
          <a:xfrm>
            <a:off x="11391152" y="6434524"/>
            <a:ext cx="693261" cy="365125"/>
          </a:xfrm>
        </p:spPr>
        <p:txBody>
          <a:bodyPr/>
          <a:lstStyle>
            <a:lvl1pPr>
              <a:defRPr>
                <a:solidFill>
                  <a:schemeClr val="bg1"/>
                </a:solidFill>
              </a:defRPr>
            </a:lvl1pPr>
          </a:lstStyle>
          <a:p>
            <a:fld id="{08AB70BE-1769-45B8-85A6-0C837432C7E6}" type="slidenum">
              <a:rPr lang="en-US" smtClean="0"/>
              <a:t>‹#›</a:t>
            </a:fld>
            <a:endParaRPr lang="en-US"/>
          </a:p>
        </p:txBody>
      </p:sp>
    </p:spTree>
    <p:extLst>
      <p:ext uri="{BB962C8B-B14F-4D97-AF65-F5344CB8AC3E}">
        <p14:creationId xmlns:p14="http://schemas.microsoft.com/office/powerpoint/2010/main" val="346954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8A94B-011C-4B13-8C12-E91BF7A40087}"/>
              </a:ext>
            </a:extLst>
          </p:cNvPr>
          <p:cNvSpPr>
            <a:spLocks noGrp="1"/>
          </p:cNvSpPr>
          <p:nvPr>
            <p:ph type="title"/>
          </p:nvPr>
        </p:nvSpPr>
        <p:spPr>
          <a:xfrm>
            <a:off x="1524000" y="1320800"/>
            <a:ext cx="9144000" cy="3095813"/>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716D5F3-887C-4A8F-842A-0294A9FB0818}"/>
              </a:ext>
            </a:extLst>
          </p:cNvPr>
          <p:cNvSpPr>
            <a:spLocks noGrp="1"/>
          </p:cNvSpPr>
          <p:nvPr>
            <p:ph type="body" idx="1"/>
          </p:nvPr>
        </p:nvSpPr>
        <p:spPr>
          <a:xfrm>
            <a:off x="1523999" y="4589463"/>
            <a:ext cx="914400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94588B-131A-42F3-B76C-62BD65E4806B}"/>
              </a:ext>
            </a:extLst>
          </p:cNvPr>
          <p:cNvSpPr>
            <a:spLocks noGrp="1"/>
          </p:cNvSpPr>
          <p:nvPr>
            <p:ph type="dt" sz="half" idx="10"/>
          </p:nvPr>
        </p:nvSpPr>
        <p:spPr/>
        <p:txBody>
          <a:bodyPr/>
          <a:lstStyle/>
          <a:p>
            <a:fld id="{84BF9D5F-01F8-434B-A157-29D6629133C8}" type="datetime1">
              <a:rPr lang="en-US" smtClean="0"/>
              <a:t>9/12/2024</a:t>
            </a:fld>
            <a:endParaRPr lang="en-US"/>
          </a:p>
        </p:txBody>
      </p:sp>
      <p:sp>
        <p:nvSpPr>
          <p:cNvPr id="5" name="Footer Placeholder 4">
            <a:extLst>
              <a:ext uri="{FF2B5EF4-FFF2-40B4-BE49-F238E27FC236}">
                <a16:creationId xmlns:a16="http://schemas.microsoft.com/office/drawing/2014/main" id="{E111AB28-20BD-4CD8-9840-985C3EDBA1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53C85C-3801-46F0-A100-616F5F2F82E9}"/>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4110016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5CB06-0454-4BF1-8011-F8B1A9595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920A70-D33B-4461-B74C-3F59ADB16141}"/>
              </a:ext>
            </a:extLst>
          </p:cNvPr>
          <p:cNvSpPr>
            <a:spLocks noGrp="1"/>
          </p:cNvSpPr>
          <p:nvPr>
            <p:ph sz="half" idx="1"/>
          </p:nvPr>
        </p:nvSpPr>
        <p:spPr>
          <a:xfrm>
            <a:off x="1408813" y="2163725"/>
            <a:ext cx="4610986" cy="4013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881BDF9-836E-431C-8EFA-417A9BEE9F4B}"/>
              </a:ext>
            </a:extLst>
          </p:cNvPr>
          <p:cNvSpPr>
            <a:spLocks noGrp="1"/>
          </p:cNvSpPr>
          <p:nvPr>
            <p:ph sz="half" idx="2"/>
          </p:nvPr>
        </p:nvSpPr>
        <p:spPr>
          <a:xfrm>
            <a:off x="6257260" y="2163725"/>
            <a:ext cx="4853763" cy="4013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7CBD9F59-B591-4E2F-899E-3CA78CE82D45}"/>
              </a:ext>
            </a:extLst>
          </p:cNvPr>
          <p:cNvSpPr>
            <a:spLocks noGrp="1"/>
          </p:cNvSpPr>
          <p:nvPr>
            <p:ph type="dt" sz="half" idx="10"/>
          </p:nvPr>
        </p:nvSpPr>
        <p:spPr/>
        <p:txBody>
          <a:bodyPr/>
          <a:lstStyle/>
          <a:p>
            <a:fld id="{04BC1C97-AAF9-4412-9254-7A4ACFCCAC84}" type="datetime1">
              <a:rPr lang="en-US" smtClean="0"/>
              <a:t>9/12/2024</a:t>
            </a:fld>
            <a:endParaRPr lang="en-US"/>
          </a:p>
        </p:txBody>
      </p:sp>
      <p:sp>
        <p:nvSpPr>
          <p:cNvPr id="6" name="Footer Placeholder 5">
            <a:extLst>
              <a:ext uri="{FF2B5EF4-FFF2-40B4-BE49-F238E27FC236}">
                <a16:creationId xmlns:a16="http://schemas.microsoft.com/office/drawing/2014/main" id="{046CFD12-B3EC-432C-B264-8AB571CAAF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F3CBBA-71B3-4857-80E7-525E89FD903F}"/>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2212128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1886-4F39-4E3E-948D-DBC73F267AED}"/>
              </a:ext>
            </a:extLst>
          </p:cNvPr>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B2C7B2A-B6BE-46FD-9278-A5246BF7EEB8}"/>
              </a:ext>
            </a:extLst>
          </p:cNvPr>
          <p:cNvSpPr>
            <a:spLocks noGrp="1"/>
          </p:cNvSpPr>
          <p:nvPr>
            <p:ph type="body" idx="1"/>
          </p:nvPr>
        </p:nvSpPr>
        <p:spPr>
          <a:xfrm>
            <a:off x="839788" y="1681163"/>
            <a:ext cx="5157787"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E85295-E4B5-4D75-954F-B07A2F4CABF8}"/>
              </a:ext>
            </a:extLst>
          </p:cNvPr>
          <p:cNvSpPr>
            <a:spLocks noGrp="1"/>
          </p:cNvSpPr>
          <p:nvPr>
            <p:ph sz="half" idx="2"/>
          </p:nvPr>
        </p:nvSpPr>
        <p:spPr>
          <a:xfrm>
            <a:off x="839788" y="2635623"/>
            <a:ext cx="5157787" cy="3554039"/>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E687ABF0-C78D-4589-8FA5-0D6238B4B084}"/>
              </a:ext>
            </a:extLst>
          </p:cNvPr>
          <p:cNvSpPr>
            <a:spLocks noGrp="1"/>
          </p:cNvSpPr>
          <p:nvPr>
            <p:ph type="body" sz="quarter" idx="3"/>
          </p:nvPr>
        </p:nvSpPr>
        <p:spPr>
          <a:xfrm>
            <a:off x="6172200" y="1681163"/>
            <a:ext cx="5183188"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6A4064-2E0A-4FC3-837B-14EC0EF3A652}"/>
              </a:ext>
            </a:extLst>
          </p:cNvPr>
          <p:cNvSpPr>
            <a:spLocks noGrp="1"/>
          </p:cNvSpPr>
          <p:nvPr>
            <p:ph sz="quarter" idx="4"/>
          </p:nvPr>
        </p:nvSpPr>
        <p:spPr>
          <a:xfrm>
            <a:off x="6172200" y="2635623"/>
            <a:ext cx="5183188" cy="3554040"/>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8E3C169-8D29-4CC4-9581-748178F3C00A}"/>
              </a:ext>
            </a:extLst>
          </p:cNvPr>
          <p:cNvSpPr>
            <a:spLocks noGrp="1"/>
          </p:cNvSpPr>
          <p:nvPr>
            <p:ph type="dt" sz="half" idx="10"/>
          </p:nvPr>
        </p:nvSpPr>
        <p:spPr/>
        <p:txBody>
          <a:bodyPr/>
          <a:lstStyle/>
          <a:p>
            <a:fld id="{88A8D053-3C1D-43DD-B5C3-2ABD8B49755A}" type="datetime1">
              <a:rPr lang="en-US" smtClean="0"/>
              <a:t>9/12/2024</a:t>
            </a:fld>
            <a:endParaRPr lang="en-US"/>
          </a:p>
        </p:txBody>
      </p:sp>
      <p:sp>
        <p:nvSpPr>
          <p:cNvPr id="8" name="Footer Placeholder 7">
            <a:extLst>
              <a:ext uri="{FF2B5EF4-FFF2-40B4-BE49-F238E27FC236}">
                <a16:creationId xmlns:a16="http://schemas.microsoft.com/office/drawing/2014/main" id="{F14EC709-AAD9-475C-AC6A-943A8E872A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0C0E3E-587D-46EB-AAF5-011C137B0309}"/>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1695568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3E062-B7F5-4D30-B416-1BBB4A7D0F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BDFF7A-EBD3-4FEB-8451-5D7355069117}"/>
              </a:ext>
            </a:extLst>
          </p:cNvPr>
          <p:cNvSpPr>
            <a:spLocks noGrp="1"/>
          </p:cNvSpPr>
          <p:nvPr>
            <p:ph type="dt" sz="half" idx="10"/>
          </p:nvPr>
        </p:nvSpPr>
        <p:spPr/>
        <p:txBody>
          <a:bodyPr/>
          <a:lstStyle/>
          <a:p>
            <a:fld id="{F499C5AA-333A-4107-BEF7-5B3001D4B9D5}" type="datetime1">
              <a:rPr lang="en-US" smtClean="0"/>
              <a:t>9/12/2024</a:t>
            </a:fld>
            <a:endParaRPr lang="en-US"/>
          </a:p>
        </p:txBody>
      </p:sp>
      <p:sp>
        <p:nvSpPr>
          <p:cNvPr id="4" name="Footer Placeholder 3">
            <a:extLst>
              <a:ext uri="{FF2B5EF4-FFF2-40B4-BE49-F238E27FC236}">
                <a16:creationId xmlns:a16="http://schemas.microsoft.com/office/drawing/2014/main" id="{08F54A2D-2C4B-4E1D-AC16-E3B1F1DDB5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11F373-DB96-4AEA-8E3E-7EDEA213DEEC}"/>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521571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p>
            <a:fld id="{E78D31A4-09EC-4355-8DF2-282C5B56D012}" type="datetime1">
              <a:rPr lang="en-US" smtClean="0"/>
              <a:t>9/12/2024</a:t>
            </a:fld>
            <a:endParaRPr lang="en-US"/>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3733828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9F8C-8071-4BE5-AD6F-C98F481D17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4135B3-14BA-4A88-B6B3-88B77B1C63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7C3A4D-5B69-44B4-B17F-770E83F00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F1C41D-2A59-4512-8034-6DB705787D78}"/>
              </a:ext>
            </a:extLst>
          </p:cNvPr>
          <p:cNvSpPr>
            <a:spLocks noGrp="1"/>
          </p:cNvSpPr>
          <p:nvPr>
            <p:ph type="dt" sz="half" idx="10"/>
          </p:nvPr>
        </p:nvSpPr>
        <p:spPr/>
        <p:txBody>
          <a:bodyPr/>
          <a:lstStyle/>
          <a:p>
            <a:fld id="{A49637B6-BDA6-4035-8164-9F633D12B4A2}" type="datetime1">
              <a:rPr lang="en-US" smtClean="0"/>
              <a:t>9/12/2024</a:t>
            </a:fld>
            <a:endParaRPr lang="en-US"/>
          </a:p>
        </p:txBody>
      </p:sp>
      <p:sp>
        <p:nvSpPr>
          <p:cNvPr id="6" name="Footer Placeholder 5">
            <a:extLst>
              <a:ext uri="{FF2B5EF4-FFF2-40B4-BE49-F238E27FC236}">
                <a16:creationId xmlns:a16="http://schemas.microsoft.com/office/drawing/2014/main" id="{BD85C494-778C-4EE6-9402-242E1CDD9A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5677B9-C338-4033-9AFE-B8B81C5D8139}"/>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977714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77DE-4C2E-476F-A419-57470FB66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9FD1A0-93AE-469A-ADDF-2453B64CAA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C119C9C-EF97-4910-9419-6D7202609E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A87172-A64E-4C38-82ED-2A7050B0FB68}"/>
              </a:ext>
            </a:extLst>
          </p:cNvPr>
          <p:cNvSpPr>
            <a:spLocks noGrp="1"/>
          </p:cNvSpPr>
          <p:nvPr>
            <p:ph type="dt" sz="half" idx="10"/>
          </p:nvPr>
        </p:nvSpPr>
        <p:spPr/>
        <p:txBody>
          <a:bodyPr/>
          <a:lstStyle/>
          <a:p>
            <a:fld id="{EC3C6440-8F8F-416C-8590-D1C8F0F3F728}" type="datetime1">
              <a:rPr lang="en-US" smtClean="0"/>
              <a:t>9/12/2024</a:t>
            </a:fld>
            <a:endParaRPr lang="en-US"/>
          </a:p>
        </p:txBody>
      </p:sp>
      <p:sp>
        <p:nvSpPr>
          <p:cNvPr id="6" name="Footer Placeholder 5">
            <a:extLst>
              <a:ext uri="{FF2B5EF4-FFF2-40B4-BE49-F238E27FC236}">
                <a16:creationId xmlns:a16="http://schemas.microsoft.com/office/drawing/2014/main" id="{BC0C3E24-28E2-4512-BEA0-DAEC5E846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F04F0D-DA84-434D-B136-BEE9FD80AB95}"/>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647360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B05F0-2B44-47BC-86B3-58E2C70806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A5B5DA-7628-4AC1-8EAE-5010C2A981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A4E7C3-7830-49F3-9F45-4B2F2B4CAC93}"/>
              </a:ext>
            </a:extLst>
          </p:cNvPr>
          <p:cNvSpPr>
            <a:spLocks noGrp="1"/>
          </p:cNvSpPr>
          <p:nvPr>
            <p:ph type="dt" sz="half" idx="10"/>
          </p:nvPr>
        </p:nvSpPr>
        <p:spPr/>
        <p:txBody>
          <a:bodyPr/>
          <a:lstStyle/>
          <a:p>
            <a:fld id="{214BC83D-AFA9-4358-9BDD-265A7D7309A4}" type="datetime1">
              <a:rPr lang="en-US" smtClean="0"/>
              <a:t>9/12/2024</a:t>
            </a:fld>
            <a:endParaRPr lang="en-US"/>
          </a:p>
        </p:txBody>
      </p:sp>
      <p:sp>
        <p:nvSpPr>
          <p:cNvPr id="5" name="Footer Placeholder 4">
            <a:extLst>
              <a:ext uri="{FF2B5EF4-FFF2-40B4-BE49-F238E27FC236}">
                <a16:creationId xmlns:a16="http://schemas.microsoft.com/office/drawing/2014/main" id="{1845E328-AD12-449C-BE6E-76DF005E86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0F374F-390D-49D8-A7C8-5BEFA3532345}"/>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320054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50F530-2925-4F98-89EC-95C2EC4769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1A79366-3281-483D-8731-0D01B2B24A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5ED8B2-BE7F-4417-8A8A-A95C8BB70827}"/>
              </a:ext>
            </a:extLst>
          </p:cNvPr>
          <p:cNvSpPr>
            <a:spLocks noGrp="1"/>
          </p:cNvSpPr>
          <p:nvPr>
            <p:ph type="dt" sz="half" idx="10"/>
          </p:nvPr>
        </p:nvSpPr>
        <p:spPr/>
        <p:txBody>
          <a:bodyPr/>
          <a:lstStyle/>
          <a:p>
            <a:fld id="{FCFC4E8C-28ED-43FD-9823-C62401D2C03E}" type="datetime1">
              <a:rPr lang="en-US" smtClean="0"/>
              <a:t>9/12/2024</a:t>
            </a:fld>
            <a:endParaRPr lang="en-US"/>
          </a:p>
        </p:txBody>
      </p:sp>
      <p:sp>
        <p:nvSpPr>
          <p:cNvPr id="5" name="Footer Placeholder 4">
            <a:extLst>
              <a:ext uri="{FF2B5EF4-FFF2-40B4-BE49-F238E27FC236}">
                <a16:creationId xmlns:a16="http://schemas.microsoft.com/office/drawing/2014/main" id="{A01A0D96-671F-4A85-89C6-946624CB1E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5BA434-2E32-4719-B45C-0490D685265D}"/>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1825869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7A08E557-10DB-421A-876E-1AE58F8E07C4}"/>
              </a:ext>
            </a:extLst>
          </p:cNvPr>
          <p:cNvSpPr/>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ooter Placeholder 4">
            <a:extLst>
              <a:ext uri="{FF2B5EF4-FFF2-40B4-BE49-F238E27FC236}">
                <a16:creationId xmlns:a16="http://schemas.microsoft.com/office/drawing/2014/main" id="{EC2EBCA0-8609-4F35-8CA7-7AD35FDACD73}"/>
              </a:ext>
            </a:extLst>
          </p:cNvPr>
          <p:cNvSpPr>
            <a:spLocks noGrp="1"/>
          </p:cNvSpPr>
          <p:nvPr>
            <p:ph type="ftr" sz="quarter" idx="3"/>
          </p:nvPr>
        </p:nvSpPr>
        <p:spPr>
          <a:xfrm>
            <a:off x="175613" y="6434560"/>
            <a:ext cx="3428012" cy="365125"/>
          </a:xfrm>
          <a:prstGeom prst="rect">
            <a:avLst/>
          </a:prstGeom>
        </p:spPr>
        <p:txBody>
          <a:bodyPr vert="horz" lIns="91440" tIns="45720" rIns="91440" bIns="45720" rtlCol="0" anchor="ctr"/>
          <a:lstStyle>
            <a:lvl1pPr algn="l">
              <a:defRPr sz="1050" spc="50" baseline="0">
                <a:solidFill>
                  <a:schemeClr val="accent2"/>
                </a:solidFill>
                <a:latin typeface="+mn-lt"/>
              </a:defRPr>
            </a:lvl1pPr>
          </a:lstStyle>
          <a:p>
            <a:endParaRPr lang="en-US"/>
          </a:p>
        </p:txBody>
      </p:sp>
      <p:sp>
        <p:nvSpPr>
          <p:cNvPr id="2" name="Title Placeholder 1">
            <a:extLst>
              <a:ext uri="{FF2B5EF4-FFF2-40B4-BE49-F238E27FC236}">
                <a16:creationId xmlns:a16="http://schemas.microsoft.com/office/drawing/2014/main" id="{BFDA9639-38D2-4CD4-A861-F6B4C6CB99BD}"/>
              </a:ext>
            </a:extLst>
          </p:cNvPr>
          <p:cNvSpPr>
            <a:spLocks noGrp="1"/>
          </p:cNvSpPr>
          <p:nvPr>
            <p:ph type="title"/>
          </p:nvPr>
        </p:nvSpPr>
        <p:spPr>
          <a:xfrm>
            <a:off x="908775" y="590372"/>
            <a:ext cx="10202248" cy="13258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DAF00B1-16C1-47B3-A7A0-B71468312896}"/>
              </a:ext>
            </a:extLst>
          </p:cNvPr>
          <p:cNvSpPr>
            <a:spLocks noGrp="1"/>
          </p:cNvSpPr>
          <p:nvPr>
            <p:ph type="body" idx="1"/>
          </p:nvPr>
        </p:nvSpPr>
        <p:spPr>
          <a:xfrm>
            <a:off x="918825" y="1916262"/>
            <a:ext cx="10192198" cy="4133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BCF9501-5B6B-4DAF-B59D-3C129ED805AC}"/>
              </a:ext>
            </a:extLst>
          </p:cNvPr>
          <p:cNvSpPr>
            <a:spLocks noGrp="1"/>
          </p:cNvSpPr>
          <p:nvPr>
            <p:ph type="dt" sz="half" idx="2"/>
          </p:nvPr>
        </p:nvSpPr>
        <p:spPr>
          <a:xfrm>
            <a:off x="9017000" y="6433202"/>
            <a:ext cx="2374150" cy="367841"/>
          </a:xfrm>
          <a:prstGeom prst="rect">
            <a:avLst/>
          </a:prstGeom>
        </p:spPr>
        <p:txBody>
          <a:bodyPr vert="horz" lIns="91440" tIns="45720" rIns="91440" bIns="45720" rtlCol="0" anchor="ctr"/>
          <a:lstStyle>
            <a:lvl1pPr algn="r">
              <a:defRPr sz="1050" spc="50" baseline="0">
                <a:solidFill>
                  <a:srgbClr val="FFFFFF"/>
                </a:solidFill>
                <a:latin typeface="+mn-lt"/>
              </a:defRPr>
            </a:lvl1pPr>
          </a:lstStyle>
          <a:p>
            <a:fld id="{E65F746E-7825-43CB-8640-06C5DBAD31B2}" type="datetime1">
              <a:rPr lang="en-US" smtClean="0"/>
              <a:t>9/12/2024</a:t>
            </a:fld>
            <a:endParaRPr lang="en-US" dirty="0"/>
          </a:p>
        </p:txBody>
      </p:sp>
      <p:sp>
        <p:nvSpPr>
          <p:cNvPr id="6" name="Slide Number Placeholder 5">
            <a:extLst>
              <a:ext uri="{FF2B5EF4-FFF2-40B4-BE49-F238E27FC236}">
                <a16:creationId xmlns:a16="http://schemas.microsoft.com/office/drawing/2014/main" id="{37685DBD-B7AE-41D8-8CF1-B21CD58E1B45}"/>
              </a:ext>
            </a:extLst>
          </p:cNvPr>
          <p:cNvSpPr>
            <a:spLocks noGrp="1"/>
          </p:cNvSpPr>
          <p:nvPr>
            <p:ph type="sldNum" sz="quarter" idx="4"/>
          </p:nvPr>
        </p:nvSpPr>
        <p:spPr>
          <a:xfrm>
            <a:off x="11391150" y="6433203"/>
            <a:ext cx="693263" cy="367842"/>
          </a:xfrm>
          <a:prstGeom prst="rect">
            <a:avLst/>
          </a:prstGeom>
        </p:spPr>
        <p:txBody>
          <a:bodyPr vert="horz" lIns="91440" tIns="45720" rIns="91440" bIns="45720" rtlCol="0" anchor="ctr"/>
          <a:lstStyle>
            <a:lvl1pPr algn="r">
              <a:defRPr sz="2000">
                <a:solidFill>
                  <a:srgbClr val="FFFFFF"/>
                </a:solidFill>
                <a:latin typeface="+mj-lt"/>
              </a:defRPr>
            </a:lvl1pPr>
          </a:lstStyle>
          <a:p>
            <a:fld id="{08AB70BE-1769-45B8-85A6-0C837432C7E6}" type="slidenum">
              <a:rPr lang="en-US" smtClean="0"/>
              <a:pPr/>
              <a:t>‹#›</a:t>
            </a:fld>
            <a:endParaRPr lang="en-US"/>
          </a:p>
        </p:txBody>
      </p:sp>
    </p:spTree>
    <p:extLst>
      <p:ext uri="{BB962C8B-B14F-4D97-AF65-F5344CB8AC3E}">
        <p14:creationId xmlns:p14="http://schemas.microsoft.com/office/powerpoint/2010/main" val="33776325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000" kern="1200">
          <a:solidFill>
            <a:schemeClr val="accent2"/>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5"/>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Clr>
          <a:schemeClr val="accent5"/>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Clr>
          <a:schemeClr val="accent5"/>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2736">
          <p15:clr>
            <a:srgbClr val="F26B43"/>
          </p15:clr>
        </p15:guide>
        <p15:guide id="4" orient="horz" pos="3312">
          <p15:clr>
            <a:srgbClr val="F26B43"/>
          </p15:clr>
        </p15:guide>
        <p15:guide id="5" orient="horz" pos="432">
          <p15:clr>
            <a:srgbClr val="F26B43"/>
          </p15:clr>
        </p15:guide>
        <p15:guide id="7" pos="4416">
          <p15:clr>
            <a:srgbClr val="F26B43"/>
          </p15:clr>
        </p15:guide>
        <p15:guide id="8" pos="5568">
          <p15:clr>
            <a:srgbClr val="F26B43"/>
          </p15:clr>
        </p15:guide>
        <p15:guide id="9" pos="7296">
          <p15:clr>
            <a:srgbClr val="F26B43"/>
          </p15:clr>
        </p15:guide>
        <p15:guide id="10" pos="2688">
          <p15:clr>
            <a:srgbClr val="F26B43"/>
          </p15:clr>
        </p15:guide>
        <p15:guide id="11" pos="1536">
          <p15:clr>
            <a:srgbClr val="F26B43"/>
          </p15:clr>
        </p15:guide>
        <p15:guide id="12" pos="384">
          <p15:clr>
            <a:srgbClr val="F26B43"/>
          </p15:clr>
        </p15:guide>
        <p15:guide id="13" pos="2112">
          <p15:clr>
            <a:srgbClr val="F26B43"/>
          </p15:clr>
        </p15:guide>
        <p15:guide id="14" pos="4992">
          <p15:clr>
            <a:srgbClr val="F26B43"/>
          </p15:clr>
        </p15:guide>
        <p15:guide id="15" pos="6720">
          <p15:clr>
            <a:srgbClr val="F26B43"/>
          </p15:clr>
        </p15:guide>
        <p15:guide id="16" pos="960">
          <p15:clr>
            <a:srgbClr val="F26B43"/>
          </p15:clr>
        </p15:guide>
        <p15:guide id="17" pos="3264">
          <p15:clr>
            <a:srgbClr val="F26B43"/>
          </p15:clr>
        </p15:guide>
        <p15:guide id="18" orient="horz" pos="1008">
          <p15:clr>
            <a:srgbClr val="F26B43"/>
          </p15:clr>
        </p15:guide>
        <p15:guide id="19" orient="horz" pos="3888">
          <p15:clr>
            <a:srgbClr val="F26B43"/>
          </p15:clr>
        </p15:guide>
        <p15:guide id="20" pos="6144">
          <p15:clr>
            <a:srgbClr val="F26B43"/>
          </p15:clr>
        </p15:guide>
        <p15:guide id="21" orient="horz" pos="1584">
          <p15:clr>
            <a:srgbClr val="F26B43"/>
          </p15:clr>
        </p15:guide>
        <p15:guide id="22" pos="576">
          <p15:clr>
            <a:srgbClr val="F26B43"/>
          </p15:clr>
        </p15:guide>
        <p15:guide id="23" pos="7104">
          <p15:clr>
            <a:srgbClr val="F26B43"/>
          </p15:clr>
        </p15:guide>
        <p15:guide id="24" pos="768">
          <p15:clr>
            <a:srgbClr val="F26B43"/>
          </p15:clr>
        </p15:guide>
        <p15:guide id="25" pos="691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57AC1-C984-8DFB-A2BC-9BF734D3167F}"/>
              </a:ext>
            </a:extLst>
          </p:cNvPr>
          <p:cNvSpPr>
            <a:spLocks noGrp="1"/>
          </p:cNvSpPr>
          <p:nvPr>
            <p:ph type="ctrTitle"/>
          </p:nvPr>
        </p:nvSpPr>
        <p:spPr>
          <a:xfrm>
            <a:off x="1249326" y="919717"/>
            <a:ext cx="8504275" cy="1789928"/>
          </a:xfrm>
        </p:spPr>
        <p:txBody>
          <a:bodyPr>
            <a:normAutofit/>
          </a:bodyPr>
          <a:lstStyle/>
          <a:p>
            <a:pPr algn="ctr"/>
            <a:r>
              <a:rPr lang="en-US" sz="4400" dirty="0"/>
              <a:t>Loops in C++ Programming</a:t>
            </a:r>
          </a:p>
        </p:txBody>
      </p:sp>
      <p:sp>
        <p:nvSpPr>
          <p:cNvPr id="3" name="Subtitle 2">
            <a:extLst>
              <a:ext uri="{FF2B5EF4-FFF2-40B4-BE49-F238E27FC236}">
                <a16:creationId xmlns:a16="http://schemas.microsoft.com/office/drawing/2014/main" id="{C3F5930E-8788-F20F-ACDD-EC50BDC58F35}"/>
              </a:ext>
            </a:extLst>
          </p:cNvPr>
          <p:cNvSpPr>
            <a:spLocks noGrp="1"/>
          </p:cNvSpPr>
          <p:nvPr>
            <p:ph type="subTitle" idx="1"/>
          </p:nvPr>
        </p:nvSpPr>
        <p:spPr/>
        <p:txBody>
          <a:bodyPr/>
          <a:lstStyle/>
          <a:p>
            <a:pPr algn="ctr"/>
            <a:r>
              <a:rPr lang="en-US" dirty="0">
                <a:solidFill>
                  <a:schemeClr val="tx1"/>
                </a:solidFill>
              </a:rPr>
              <a:t>By: </a:t>
            </a:r>
          </a:p>
          <a:p>
            <a:pPr algn="ctr"/>
            <a:r>
              <a:rPr lang="en-US" dirty="0">
                <a:solidFill>
                  <a:schemeClr val="tx1"/>
                </a:solidFill>
              </a:rPr>
              <a:t>Moona Solangi</a:t>
            </a:r>
          </a:p>
        </p:txBody>
      </p:sp>
      <p:sp>
        <p:nvSpPr>
          <p:cNvPr id="4" name="Slide Number Placeholder 3">
            <a:extLst>
              <a:ext uri="{FF2B5EF4-FFF2-40B4-BE49-F238E27FC236}">
                <a16:creationId xmlns:a16="http://schemas.microsoft.com/office/drawing/2014/main" id="{7D4522DF-C8E0-51B1-119F-6FEA47FB840B}"/>
              </a:ext>
            </a:extLst>
          </p:cNvPr>
          <p:cNvSpPr>
            <a:spLocks noGrp="1"/>
          </p:cNvSpPr>
          <p:nvPr>
            <p:ph type="sldNum" sz="quarter" idx="12"/>
          </p:nvPr>
        </p:nvSpPr>
        <p:spPr/>
        <p:txBody>
          <a:bodyPr/>
          <a:lstStyle/>
          <a:p>
            <a:fld id="{08AB70BE-1769-45B8-85A6-0C837432C7E6}" type="slidenum">
              <a:rPr lang="en-US" smtClean="0"/>
              <a:t>1</a:t>
            </a:fld>
            <a:endParaRPr lang="en-US"/>
          </a:p>
        </p:txBody>
      </p:sp>
    </p:spTree>
    <p:extLst>
      <p:ext uri="{BB962C8B-B14F-4D97-AF65-F5344CB8AC3E}">
        <p14:creationId xmlns:p14="http://schemas.microsoft.com/office/powerpoint/2010/main" val="1332992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59748-932E-9C33-9062-FE3E9E54ACF0}"/>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EAB2BB1-51E7-09C7-02B4-59F5444B1771}"/>
              </a:ext>
            </a:extLst>
          </p:cNvPr>
          <p:cNvSpPr>
            <a:spLocks noGrp="1"/>
          </p:cNvSpPr>
          <p:nvPr>
            <p:ph idx="1"/>
          </p:nvPr>
        </p:nvSpPr>
        <p:spPr/>
        <p:txBody>
          <a:bodyPr>
            <a:normAutofit/>
          </a:bodyPr>
          <a:lstStyle/>
          <a:p>
            <a:r>
              <a:rPr lang="en-US" sz="2100" dirty="0">
                <a:solidFill>
                  <a:schemeClr val="tx1"/>
                </a:solidFill>
              </a:rPr>
              <a:t>Introduction to Loops</a:t>
            </a:r>
          </a:p>
          <a:p>
            <a:r>
              <a:rPr lang="en-US" sz="2100" dirty="0">
                <a:solidFill>
                  <a:schemeClr val="tx1"/>
                </a:solidFill>
              </a:rPr>
              <a:t>Types of Loops in C++</a:t>
            </a:r>
          </a:p>
          <a:p>
            <a:r>
              <a:rPr lang="en-US" sz="2100" dirty="0">
                <a:solidFill>
                  <a:schemeClr val="tx1"/>
                </a:solidFill>
              </a:rPr>
              <a:t>For Loop</a:t>
            </a:r>
          </a:p>
          <a:p>
            <a:r>
              <a:rPr lang="en-US" sz="2100" dirty="0">
                <a:solidFill>
                  <a:schemeClr val="tx1"/>
                </a:solidFill>
              </a:rPr>
              <a:t>While Loop</a:t>
            </a:r>
          </a:p>
          <a:p>
            <a:r>
              <a:rPr lang="en-US" sz="2100" dirty="0">
                <a:solidFill>
                  <a:schemeClr val="tx1"/>
                </a:solidFill>
              </a:rPr>
              <a:t>Do-While Loop</a:t>
            </a:r>
          </a:p>
          <a:p>
            <a:endParaRPr lang="en-US" dirty="0"/>
          </a:p>
          <a:p>
            <a:endParaRPr lang="en-US" dirty="0"/>
          </a:p>
        </p:txBody>
      </p:sp>
      <p:sp>
        <p:nvSpPr>
          <p:cNvPr id="4" name="Slide Number Placeholder 3">
            <a:extLst>
              <a:ext uri="{FF2B5EF4-FFF2-40B4-BE49-F238E27FC236}">
                <a16:creationId xmlns:a16="http://schemas.microsoft.com/office/drawing/2014/main" id="{28D9C60F-397F-54C9-8C9D-A6ACCF4197B5}"/>
              </a:ext>
            </a:extLst>
          </p:cNvPr>
          <p:cNvSpPr>
            <a:spLocks noGrp="1"/>
          </p:cNvSpPr>
          <p:nvPr>
            <p:ph type="sldNum" sz="quarter" idx="12"/>
          </p:nvPr>
        </p:nvSpPr>
        <p:spPr/>
        <p:txBody>
          <a:bodyPr/>
          <a:lstStyle/>
          <a:p>
            <a:fld id="{08AB70BE-1769-45B8-85A6-0C837432C7E6}" type="slidenum">
              <a:rPr lang="en-US" smtClean="0"/>
              <a:t>2</a:t>
            </a:fld>
            <a:endParaRPr lang="en-US"/>
          </a:p>
        </p:txBody>
      </p:sp>
    </p:spTree>
    <p:extLst>
      <p:ext uri="{BB962C8B-B14F-4D97-AF65-F5344CB8AC3E}">
        <p14:creationId xmlns:p14="http://schemas.microsoft.com/office/powerpoint/2010/main" val="1824171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90F51-D746-99F2-6CCC-B54922731A97}"/>
              </a:ext>
            </a:extLst>
          </p:cNvPr>
          <p:cNvSpPr>
            <a:spLocks noGrp="1"/>
          </p:cNvSpPr>
          <p:nvPr>
            <p:ph type="title"/>
          </p:nvPr>
        </p:nvSpPr>
        <p:spPr/>
        <p:txBody>
          <a:bodyPr/>
          <a:lstStyle/>
          <a:p>
            <a:r>
              <a:rPr lang="en-US" dirty="0"/>
              <a:t>Introduction to Loops</a:t>
            </a:r>
          </a:p>
        </p:txBody>
      </p:sp>
      <p:sp>
        <p:nvSpPr>
          <p:cNvPr id="3" name="Content Placeholder 2">
            <a:extLst>
              <a:ext uri="{FF2B5EF4-FFF2-40B4-BE49-F238E27FC236}">
                <a16:creationId xmlns:a16="http://schemas.microsoft.com/office/drawing/2014/main" id="{8BA13564-B7AC-64D9-E82F-4CC6B6E0B9F6}"/>
              </a:ext>
            </a:extLst>
          </p:cNvPr>
          <p:cNvSpPr>
            <a:spLocks noGrp="1"/>
          </p:cNvSpPr>
          <p:nvPr>
            <p:ph idx="1"/>
          </p:nvPr>
        </p:nvSpPr>
        <p:spPr/>
        <p:txBody>
          <a:bodyPr/>
          <a:lstStyle/>
          <a:p>
            <a:r>
              <a:rPr lang="en-US" dirty="0">
                <a:solidFill>
                  <a:schemeClr val="tx1"/>
                </a:solidFill>
              </a:rPr>
              <a:t>The mechanism through which a statement or set of instructions can be executed repeatedly is called a loop.</a:t>
            </a:r>
          </a:p>
          <a:p>
            <a:r>
              <a:rPr lang="en-US" dirty="0">
                <a:solidFill>
                  <a:schemeClr val="tx1"/>
                </a:solidFill>
              </a:rPr>
              <a:t>The statements that are executed repeatedly are called a body of the loop. </a:t>
            </a:r>
          </a:p>
          <a:p>
            <a:r>
              <a:rPr lang="en-US" dirty="0">
                <a:solidFill>
                  <a:schemeClr val="tx1"/>
                </a:solidFill>
              </a:rPr>
              <a:t>The body of the loop can be executed repeatedly for a specified number of times or until the given condition remains true. </a:t>
            </a:r>
          </a:p>
          <a:p>
            <a:r>
              <a:rPr lang="en-US" b="1" dirty="0">
                <a:solidFill>
                  <a:schemeClr val="tx1"/>
                </a:solidFill>
              </a:rPr>
              <a:t>Importance</a:t>
            </a:r>
            <a:r>
              <a:rPr lang="en-US" dirty="0">
                <a:solidFill>
                  <a:schemeClr val="tx1"/>
                </a:solidFill>
              </a:rPr>
              <a:t>: Loops reduce redundancy and make code more efficient by automating repetitive tasks.</a:t>
            </a:r>
          </a:p>
        </p:txBody>
      </p:sp>
      <p:sp>
        <p:nvSpPr>
          <p:cNvPr id="4" name="Slide Number Placeholder 3">
            <a:extLst>
              <a:ext uri="{FF2B5EF4-FFF2-40B4-BE49-F238E27FC236}">
                <a16:creationId xmlns:a16="http://schemas.microsoft.com/office/drawing/2014/main" id="{50209894-1C1D-F82B-C48A-D7F159F8DB3D}"/>
              </a:ext>
            </a:extLst>
          </p:cNvPr>
          <p:cNvSpPr>
            <a:spLocks noGrp="1"/>
          </p:cNvSpPr>
          <p:nvPr>
            <p:ph type="sldNum" sz="quarter" idx="12"/>
          </p:nvPr>
        </p:nvSpPr>
        <p:spPr/>
        <p:txBody>
          <a:bodyPr/>
          <a:lstStyle/>
          <a:p>
            <a:fld id="{08AB70BE-1769-45B8-85A6-0C837432C7E6}" type="slidenum">
              <a:rPr lang="en-US" smtClean="0"/>
              <a:t>3</a:t>
            </a:fld>
            <a:endParaRPr lang="en-US"/>
          </a:p>
        </p:txBody>
      </p:sp>
    </p:spTree>
    <p:extLst>
      <p:ext uri="{BB962C8B-B14F-4D97-AF65-F5344CB8AC3E}">
        <p14:creationId xmlns:p14="http://schemas.microsoft.com/office/powerpoint/2010/main" val="1594458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E3132-E1E8-8F76-89D4-950C121A5D61}"/>
              </a:ext>
            </a:extLst>
          </p:cNvPr>
          <p:cNvSpPr>
            <a:spLocks noGrp="1"/>
          </p:cNvSpPr>
          <p:nvPr>
            <p:ph type="title"/>
          </p:nvPr>
        </p:nvSpPr>
        <p:spPr/>
        <p:txBody>
          <a:bodyPr/>
          <a:lstStyle/>
          <a:p>
            <a:r>
              <a:rPr lang="en-US" dirty="0"/>
              <a:t>Types of Loops </a:t>
            </a:r>
          </a:p>
        </p:txBody>
      </p:sp>
      <p:sp>
        <p:nvSpPr>
          <p:cNvPr id="3" name="Content Placeholder 2">
            <a:extLst>
              <a:ext uri="{FF2B5EF4-FFF2-40B4-BE49-F238E27FC236}">
                <a16:creationId xmlns:a16="http://schemas.microsoft.com/office/drawing/2014/main" id="{58980C86-DAD5-1AE0-3923-7376D2D4F530}"/>
              </a:ext>
            </a:extLst>
          </p:cNvPr>
          <p:cNvSpPr>
            <a:spLocks noGrp="1"/>
          </p:cNvSpPr>
          <p:nvPr>
            <p:ph idx="1"/>
          </p:nvPr>
        </p:nvSpPr>
        <p:spPr/>
        <p:txBody>
          <a:bodyPr/>
          <a:lstStyle/>
          <a:p>
            <a:r>
              <a:rPr lang="en-US" dirty="0">
                <a:solidFill>
                  <a:schemeClr val="tx1"/>
                </a:solidFill>
              </a:rPr>
              <a:t>In C++ there are four types of loops as;</a:t>
            </a:r>
          </a:p>
          <a:p>
            <a:pPr marL="457200" indent="-457200">
              <a:buFont typeface="+mj-lt"/>
              <a:buAutoNum type="arabicPeriod"/>
            </a:pPr>
            <a:r>
              <a:rPr lang="en-US" dirty="0">
                <a:solidFill>
                  <a:schemeClr val="tx1"/>
                </a:solidFill>
              </a:rPr>
              <a:t>For Loop</a:t>
            </a:r>
          </a:p>
          <a:p>
            <a:pPr marL="457200" indent="-457200">
              <a:buFont typeface="+mj-lt"/>
              <a:buAutoNum type="arabicPeriod"/>
            </a:pPr>
            <a:r>
              <a:rPr lang="en-US" dirty="0">
                <a:solidFill>
                  <a:schemeClr val="tx1"/>
                </a:solidFill>
              </a:rPr>
              <a:t>While Loop</a:t>
            </a:r>
          </a:p>
          <a:p>
            <a:pPr marL="457200" indent="-457200">
              <a:buFont typeface="+mj-lt"/>
              <a:buAutoNum type="arabicPeriod"/>
            </a:pPr>
            <a:r>
              <a:rPr lang="en-US" dirty="0">
                <a:solidFill>
                  <a:schemeClr val="tx1"/>
                </a:solidFill>
              </a:rPr>
              <a:t>Do while Loop</a:t>
            </a:r>
          </a:p>
          <a:p>
            <a:pPr marL="457200" indent="-457200">
              <a:buFont typeface="+mj-lt"/>
              <a:buAutoNum type="arabicPeriod"/>
            </a:pPr>
            <a:r>
              <a:rPr lang="en-US" dirty="0">
                <a:solidFill>
                  <a:schemeClr val="tx1"/>
                </a:solidFill>
              </a:rPr>
              <a:t>Nested Loop</a:t>
            </a:r>
          </a:p>
        </p:txBody>
      </p:sp>
      <p:sp>
        <p:nvSpPr>
          <p:cNvPr id="4" name="Slide Number Placeholder 3">
            <a:extLst>
              <a:ext uri="{FF2B5EF4-FFF2-40B4-BE49-F238E27FC236}">
                <a16:creationId xmlns:a16="http://schemas.microsoft.com/office/drawing/2014/main" id="{3B4B2A14-D275-70E8-CF71-5229F96F00AD}"/>
              </a:ext>
            </a:extLst>
          </p:cNvPr>
          <p:cNvSpPr>
            <a:spLocks noGrp="1"/>
          </p:cNvSpPr>
          <p:nvPr>
            <p:ph type="sldNum" sz="quarter" idx="12"/>
          </p:nvPr>
        </p:nvSpPr>
        <p:spPr/>
        <p:txBody>
          <a:bodyPr/>
          <a:lstStyle/>
          <a:p>
            <a:fld id="{08AB70BE-1769-45B8-85A6-0C837432C7E6}" type="slidenum">
              <a:rPr lang="en-US" smtClean="0"/>
              <a:t>4</a:t>
            </a:fld>
            <a:endParaRPr lang="en-US"/>
          </a:p>
        </p:txBody>
      </p:sp>
    </p:spTree>
    <p:extLst>
      <p:ext uri="{BB962C8B-B14F-4D97-AF65-F5344CB8AC3E}">
        <p14:creationId xmlns:p14="http://schemas.microsoft.com/office/powerpoint/2010/main" val="4236145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0EFFA-2337-4C6B-A555-FF1135D7F27E}"/>
              </a:ext>
            </a:extLst>
          </p:cNvPr>
          <p:cNvSpPr>
            <a:spLocks noGrp="1"/>
          </p:cNvSpPr>
          <p:nvPr>
            <p:ph type="title"/>
          </p:nvPr>
        </p:nvSpPr>
        <p:spPr/>
        <p:txBody>
          <a:bodyPr/>
          <a:lstStyle/>
          <a:p>
            <a:r>
              <a:rPr lang="en-US" dirty="0"/>
              <a:t>For Loop</a:t>
            </a:r>
          </a:p>
        </p:txBody>
      </p:sp>
      <p:sp>
        <p:nvSpPr>
          <p:cNvPr id="3" name="Content Placeholder 2">
            <a:extLst>
              <a:ext uri="{FF2B5EF4-FFF2-40B4-BE49-F238E27FC236}">
                <a16:creationId xmlns:a16="http://schemas.microsoft.com/office/drawing/2014/main" id="{EA26384B-08B8-3BB5-BA23-506F011205A2}"/>
              </a:ext>
            </a:extLst>
          </p:cNvPr>
          <p:cNvSpPr>
            <a:spLocks noGrp="1"/>
          </p:cNvSpPr>
          <p:nvPr>
            <p:ph idx="1"/>
          </p:nvPr>
        </p:nvSpPr>
        <p:spPr/>
        <p:txBody>
          <a:bodyPr>
            <a:normAutofit/>
          </a:bodyPr>
          <a:lstStyle/>
          <a:p>
            <a:r>
              <a:rPr lang="en-US" dirty="0">
                <a:solidFill>
                  <a:schemeClr val="tx1"/>
                </a:solidFill>
              </a:rPr>
              <a:t>The “for” loop is used to execute a statement or set of statements repeatedly for a specific number of times.</a:t>
            </a:r>
          </a:p>
          <a:p>
            <a:r>
              <a:rPr lang="en-US" dirty="0">
                <a:solidFill>
                  <a:schemeClr val="tx1"/>
                </a:solidFill>
              </a:rPr>
              <a:t>This loop is also known as the </a:t>
            </a:r>
            <a:r>
              <a:rPr lang="en-US" b="1" dirty="0">
                <a:solidFill>
                  <a:schemeClr val="tx1"/>
                </a:solidFill>
              </a:rPr>
              <a:t>“counter”</a:t>
            </a:r>
            <a:r>
              <a:rPr lang="en-US" dirty="0">
                <a:solidFill>
                  <a:schemeClr val="tx1"/>
                </a:solidFill>
              </a:rPr>
              <a:t> loop.</a:t>
            </a:r>
          </a:p>
          <a:p>
            <a:r>
              <a:rPr lang="en-US" b="1" dirty="0">
                <a:solidFill>
                  <a:schemeClr val="tx1"/>
                </a:solidFill>
              </a:rPr>
              <a:t>Syntax of for Loop:</a:t>
            </a:r>
          </a:p>
          <a:p>
            <a:pPr marL="0" indent="0">
              <a:buNone/>
            </a:pPr>
            <a:r>
              <a:rPr lang="en-US" dirty="0">
                <a:solidFill>
                  <a:schemeClr val="tx1"/>
                </a:solidFill>
              </a:rPr>
              <a:t>	</a:t>
            </a:r>
            <a:r>
              <a:rPr lang="en-US" b="0" i="0" dirty="0">
                <a:solidFill>
                  <a:srgbClr val="0000CD"/>
                </a:solidFill>
                <a:effectLst/>
                <a:latin typeface="Consolas" panose="020B0609020204030204" pitchFamily="49" charset="0"/>
              </a:rPr>
              <a:t>for</a:t>
            </a:r>
            <a:r>
              <a:rPr lang="en-US" b="0" i="0" dirty="0">
                <a:solidFill>
                  <a:srgbClr val="000000"/>
                </a:solidFill>
                <a:effectLst/>
                <a:latin typeface="Consolas" panose="020B0609020204030204" pitchFamily="49" charset="0"/>
              </a:rPr>
              <a:t> (</a:t>
            </a:r>
            <a:r>
              <a:rPr lang="en-US" b="0" i="1" dirty="0">
                <a:solidFill>
                  <a:srgbClr val="000000"/>
                </a:solidFill>
                <a:effectLst/>
                <a:latin typeface="Consolas" panose="020B0609020204030204" pitchFamily="49" charset="0"/>
              </a:rPr>
              <a:t>initialization</a:t>
            </a:r>
            <a:r>
              <a:rPr lang="en-US" b="0" i="0" dirty="0">
                <a:solidFill>
                  <a:srgbClr val="000000"/>
                </a:solidFill>
                <a:effectLst/>
                <a:latin typeface="Consolas" panose="020B0609020204030204" pitchFamily="49" charset="0"/>
              </a:rPr>
              <a:t>;</a:t>
            </a:r>
            <a:r>
              <a:rPr lang="en-US" b="0" i="1" dirty="0">
                <a:solidFill>
                  <a:srgbClr val="000000"/>
                </a:solidFill>
                <a:effectLst/>
                <a:latin typeface="Consolas" panose="020B0609020204030204" pitchFamily="49" charset="0"/>
              </a:rPr>
              <a:t> condition</a:t>
            </a:r>
            <a:r>
              <a:rPr lang="en-US" b="0" i="0" dirty="0">
                <a:solidFill>
                  <a:srgbClr val="000000"/>
                </a:solidFill>
                <a:effectLst/>
                <a:latin typeface="Consolas" panose="020B0609020204030204" pitchFamily="49" charset="0"/>
              </a:rPr>
              <a:t>;</a:t>
            </a:r>
            <a:r>
              <a:rPr lang="en-US" b="0" i="1" dirty="0">
                <a:solidFill>
                  <a:srgbClr val="000000"/>
                </a:solidFill>
                <a:effectLst/>
                <a:latin typeface="Consolas" panose="020B0609020204030204" pitchFamily="49" charset="0"/>
              </a:rPr>
              <a:t> increment/decrement</a:t>
            </a:r>
            <a:r>
              <a:rPr lang="en-US" b="0" i="0" dirty="0">
                <a:solidFill>
                  <a:srgbClr val="000000"/>
                </a:solidFill>
                <a:effectLst/>
                <a:latin typeface="Consolas" panose="020B0609020204030204" pitchFamily="49" charset="0"/>
              </a:rPr>
              <a:t>) </a:t>
            </a:r>
          </a:p>
          <a:p>
            <a:pPr marL="0" indent="0">
              <a:buNone/>
            </a:pPr>
            <a:r>
              <a:rPr lang="en-US" dirty="0">
                <a:solidFill>
                  <a:srgbClr val="000000"/>
                </a:solidFill>
                <a:latin typeface="Consolas" panose="020B0609020204030204" pitchFamily="49" charset="0"/>
              </a:rPr>
              <a:t>	</a:t>
            </a:r>
            <a:r>
              <a:rPr lang="en-US" b="0" i="0" dirty="0">
                <a:solidFill>
                  <a:srgbClr val="000000"/>
                </a:solidFill>
                <a:effectLst/>
                <a:latin typeface="Consolas" panose="020B0609020204030204" pitchFamily="49" charset="0"/>
              </a:rPr>
              <a:t>{</a:t>
            </a:r>
            <a:br>
              <a:rPr lang="en-US" b="0" i="0" dirty="0">
                <a:solidFill>
                  <a:srgbClr val="000000"/>
                </a:solidFill>
                <a:effectLst/>
                <a:latin typeface="Consolas" panose="020B0609020204030204" pitchFamily="49" charset="0"/>
              </a:rPr>
            </a:br>
            <a:r>
              <a:rPr lang="en-US" b="0" i="0" dirty="0">
                <a:solidFill>
                  <a:srgbClr val="000000"/>
                </a:solidFill>
                <a:effectLst/>
                <a:latin typeface="Consolas" panose="020B0609020204030204" pitchFamily="49" charset="0"/>
              </a:rPr>
              <a:t>  		</a:t>
            </a:r>
            <a:r>
              <a:rPr lang="en-US" b="0" i="1" dirty="0">
                <a:solidFill>
                  <a:srgbClr val="008000"/>
                </a:solidFill>
                <a:effectLst/>
                <a:latin typeface="Consolas" panose="020B0609020204030204" pitchFamily="49" charset="0"/>
              </a:rPr>
              <a:t>// code block to be executed</a:t>
            </a:r>
            <a:br>
              <a:rPr lang="en-US" b="0" i="0" dirty="0">
                <a:solidFill>
                  <a:srgbClr val="000000"/>
                </a:solidFill>
                <a:effectLst/>
                <a:latin typeface="Consolas" panose="020B0609020204030204" pitchFamily="49" charset="0"/>
              </a:rPr>
            </a:br>
            <a:r>
              <a:rPr lang="en-US" b="0" i="0" dirty="0">
                <a:solidFill>
                  <a:srgbClr val="000000"/>
                </a:solidFill>
                <a:effectLst/>
                <a:latin typeface="Consolas" panose="020B0609020204030204" pitchFamily="49" charset="0"/>
              </a:rPr>
              <a:t>	}</a:t>
            </a:r>
            <a:endParaRPr lang="en-US" dirty="0">
              <a:solidFill>
                <a:schemeClr val="tx1"/>
              </a:solidFill>
            </a:endParaRPr>
          </a:p>
        </p:txBody>
      </p:sp>
      <p:sp>
        <p:nvSpPr>
          <p:cNvPr id="4" name="Slide Number Placeholder 3">
            <a:extLst>
              <a:ext uri="{FF2B5EF4-FFF2-40B4-BE49-F238E27FC236}">
                <a16:creationId xmlns:a16="http://schemas.microsoft.com/office/drawing/2014/main" id="{CB4BC129-0D70-0D50-43AE-243503A1527A}"/>
              </a:ext>
            </a:extLst>
          </p:cNvPr>
          <p:cNvSpPr>
            <a:spLocks noGrp="1"/>
          </p:cNvSpPr>
          <p:nvPr>
            <p:ph type="sldNum" sz="quarter" idx="12"/>
          </p:nvPr>
        </p:nvSpPr>
        <p:spPr/>
        <p:txBody>
          <a:bodyPr/>
          <a:lstStyle/>
          <a:p>
            <a:fld id="{08AB70BE-1769-45B8-85A6-0C837432C7E6}" type="slidenum">
              <a:rPr lang="en-US" smtClean="0"/>
              <a:t>5</a:t>
            </a:fld>
            <a:endParaRPr lang="en-US"/>
          </a:p>
        </p:txBody>
      </p:sp>
    </p:spTree>
    <p:extLst>
      <p:ext uri="{BB962C8B-B14F-4D97-AF65-F5344CB8AC3E}">
        <p14:creationId xmlns:p14="http://schemas.microsoft.com/office/powerpoint/2010/main" val="3812998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E3132-E1E8-8F76-89D4-950C121A5D61}"/>
              </a:ext>
            </a:extLst>
          </p:cNvPr>
          <p:cNvSpPr>
            <a:spLocks noGrp="1"/>
          </p:cNvSpPr>
          <p:nvPr>
            <p:ph type="title"/>
          </p:nvPr>
        </p:nvSpPr>
        <p:spPr/>
        <p:txBody>
          <a:bodyPr/>
          <a:lstStyle/>
          <a:p>
            <a:r>
              <a:rPr lang="en-US" dirty="0"/>
              <a:t>Execution of For Loop</a:t>
            </a:r>
          </a:p>
        </p:txBody>
      </p:sp>
      <p:graphicFrame>
        <p:nvGraphicFramePr>
          <p:cNvPr id="5" name="Content Placeholder 2">
            <a:extLst>
              <a:ext uri="{FF2B5EF4-FFF2-40B4-BE49-F238E27FC236}">
                <a16:creationId xmlns:a16="http://schemas.microsoft.com/office/drawing/2014/main" id="{409AAF17-C87C-06CB-4D4A-F695A8B557CA}"/>
              </a:ext>
            </a:extLst>
          </p:cNvPr>
          <p:cNvGraphicFramePr>
            <a:graphicFrameLocks noGrp="1"/>
          </p:cNvGraphicFramePr>
          <p:nvPr>
            <p:ph idx="1"/>
          </p:nvPr>
        </p:nvGraphicFramePr>
        <p:xfrm>
          <a:off x="914400" y="1919673"/>
          <a:ext cx="9914860" cy="41233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03660817-C935-C3A2-1441-D6C11CBEAB98}"/>
              </a:ext>
            </a:extLst>
          </p:cNvPr>
          <p:cNvSpPr>
            <a:spLocks noGrp="1"/>
          </p:cNvSpPr>
          <p:nvPr>
            <p:ph type="sldNum" sz="quarter" idx="12"/>
          </p:nvPr>
        </p:nvSpPr>
        <p:spPr/>
        <p:txBody>
          <a:bodyPr/>
          <a:lstStyle/>
          <a:p>
            <a:fld id="{08AB70BE-1769-45B8-85A6-0C837432C7E6}" type="slidenum">
              <a:rPr lang="en-US" smtClean="0"/>
              <a:t>6</a:t>
            </a:fld>
            <a:endParaRPr lang="en-US"/>
          </a:p>
        </p:txBody>
      </p:sp>
    </p:spTree>
    <p:extLst>
      <p:ext uri="{BB962C8B-B14F-4D97-AF65-F5344CB8AC3E}">
        <p14:creationId xmlns:p14="http://schemas.microsoft.com/office/powerpoint/2010/main" val="3455522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A08E557-10DB-421A-876E-1AE58F8E07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B9C0EA8-1D7C-4958-8088-FCCA7A1433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000D6DE-A23B-4C22-B47F-8F693347EF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4D14FB4-6458-4E1D-B46C-BBE29EDFC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accent2">
              <a:lumMod val="75000"/>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CF0F7CE-15DE-4549-B1AD-71D91FB52C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182352" cy="6857998"/>
          </a:xfrm>
          <a:custGeom>
            <a:avLst/>
            <a:gdLst>
              <a:gd name="connsiteX0" fmla="*/ 0 w 5182352"/>
              <a:gd name="connsiteY0" fmla="*/ 0 h 6857998"/>
              <a:gd name="connsiteX1" fmla="*/ 2818507 w 5182352"/>
              <a:gd name="connsiteY1" fmla="*/ 0 h 6857998"/>
              <a:gd name="connsiteX2" fmla="*/ 2930927 w 5182352"/>
              <a:gd name="connsiteY2" fmla="*/ 43392 h 6857998"/>
              <a:gd name="connsiteX3" fmla="*/ 5182352 w 5182352"/>
              <a:gd name="connsiteY3" fmla="*/ 3428998 h 6857998"/>
              <a:gd name="connsiteX4" fmla="*/ 2930927 w 5182352"/>
              <a:gd name="connsiteY4" fmla="*/ 6814605 h 6857998"/>
              <a:gd name="connsiteX5" fmla="*/ 2818504 w 5182352"/>
              <a:gd name="connsiteY5" fmla="*/ 6857998 h 6857998"/>
              <a:gd name="connsiteX6" fmla="*/ 0 w 5182352"/>
              <a:gd name="connsiteY6" fmla="*/ 68579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82352" h="6857998">
                <a:moveTo>
                  <a:pt x="0" y="0"/>
                </a:moveTo>
                <a:lnTo>
                  <a:pt x="2818507" y="0"/>
                </a:lnTo>
                <a:lnTo>
                  <a:pt x="2930927" y="43392"/>
                </a:lnTo>
                <a:cubicBezTo>
                  <a:pt x="4251985" y="590036"/>
                  <a:pt x="5182352" y="1899962"/>
                  <a:pt x="5182352" y="3428998"/>
                </a:cubicBezTo>
                <a:cubicBezTo>
                  <a:pt x="5182352" y="4958035"/>
                  <a:pt x="4251985" y="6267961"/>
                  <a:pt x="2930927" y="6814605"/>
                </a:cubicBezTo>
                <a:lnTo>
                  <a:pt x="2818504" y="6857998"/>
                </a:lnTo>
                <a:lnTo>
                  <a:pt x="0" y="685799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AD0EFFA-2337-4C6B-A555-FF1135D7F27E}"/>
              </a:ext>
            </a:extLst>
          </p:cNvPr>
          <p:cNvSpPr>
            <a:spLocks noGrp="1"/>
          </p:cNvSpPr>
          <p:nvPr>
            <p:ph type="title"/>
          </p:nvPr>
        </p:nvSpPr>
        <p:spPr>
          <a:xfrm>
            <a:off x="914400" y="685801"/>
            <a:ext cx="4080681" cy="3657600"/>
          </a:xfrm>
        </p:spPr>
        <p:txBody>
          <a:bodyPr vert="horz" lIns="91440" tIns="45720" rIns="91440" bIns="45720" rtlCol="0" anchor="b">
            <a:normAutofit/>
          </a:bodyPr>
          <a:lstStyle/>
          <a:p>
            <a:r>
              <a:rPr lang="en-US" sz="4800">
                <a:solidFill>
                  <a:srgbClr val="FFFFFF"/>
                </a:solidFill>
              </a:rPr>
              <a:t>Flow chart of For Loop</a:t>
            </a:r>
          </a:p>
        </p:txBody>
      </p:sp>
      <p:sp useBgFill="1">
        <p:nvSpPr>
          <p:cNvPr id="20" name="Freeform: Shape 19">
            <a:extLst>
              <a:ext uri="{FF2B5EF4-FFF2-40B4-BE49-F238E27FC236}">
                <a16:creationId xmlns:a16="http://schemas.microsoft.com/office/drawing/2014/main" id="{3D651D50-AFE8-4258-90FE-E239C31381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81600" y="2"/>
            <a:ext cx="7010401" cy="6857998"/>
          </a:xfrm>
          <a:custGeom>
            <a:avLst/>
            <a:gdLst>
              <a:gd name="connsiteX0" fmla="*/ 2363848 w 7010401"/>
              <a:gd name="connsiteY0" fmla="*/ 0 h 6857998"/>
              <a:gd name="connsiteX1" fmla="*/ 7010401 w 7010401"/>
              <a:gd name="connsiteY1" fmla="*/ 0 h 6857998"/>
              <a:gd name="connsiteX2" fmla="*/ 7010401 w 7010401"/>
              <a:gd name="connsiteY2" fmla="*/ 6857998 h 6857998"/>
              <a:gd name="connsiteX3" fmla="*/ 2363845 w 7010401"/>
              <a:gd name="connsiteY3" fmla="*/ 6857998 h 6857998"/>
              <a:gd name="connsiteX4" fmla="*/ 2251425 w 7010401"/>
              <a:gd name="connsiteY4" fmla="*/ 6814606 h 6857998"/>
              <a:gd name="connsiteX5" fmla="*/ 0 w 7010401"/>
              <a:gd name="connsiteY5" fmla="*/ 3429000 h 6857998"/>
              <a:gd name="connsiteX6" fmla="*/ 2251425 w 7010401"/>
              <a:gd name="connsiteY6" fmla="*/ 43393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10401" h="6857998">
                <a:moveTo>
                  <a:pt x="2363848" y="0"/>
                </a:moveTo>
                <a:lnTo>
                  <a:pt x="7010401" y="0"/>
                </a:lnTo>
                <a:lnTo>
                  <a:pt x="7010401" y="6857998"/>
                </a:lnTo>
                <a:lnTo>
                  <a:pt x="2363845" y="6857998"/>
                </a:lnTo>
                <a:lnTo>
                  <a:pt x="2251425" y="6814606"/>
                </a:lnTo>
                <a:cubicBezTo>
                  <a:pt x="930367" y="6267962"/>
                  <a:pt x="0" y="4958036"/>
                  <a:pt x="0" y="3429000"/>
                </a:cubicBezTo>
                <a:cubicBezTo>
                  <a:pt x="0" y="1899963"/>
                  <a:pt x="930367" y="590037"/>
                  <a:pt x="2251425" y="43393"/>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descr="A diagram of a process&#10;&#10;Description automatically generated">
            <a:extLst>
              <a:ext uri="{FF2B5EF4-FFF2-40B4-BE49-F238E27FC236}">
                <a16:creationId xmlns:a16="http://schemas.microsoft.com/office/drawing/2014/main" id="{80DBE204-E8EC-EAED-A86A-D2FC926D6B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4068" y="1240787"/>
            <a:ext cx="5720820" cy="4376426"/>
          </a:xfrm>
          <a:prstGeom prst="rect">
            <a:avLst/>
          </a:prstGeom>
        </p:spPr>
      </p:pic>
      <p:sp>
        <p:nvSpPr>
          <p:cNvPr id="3" name="Slide Number Placeholder 2">
            <a:extLst>
              <a:ext uri="{FF2B5EF4-FFF2-40B4-BE49-F238E27FC236}">
                <a16:creationId xmlns:a16="http://schemas.microsoft.com/office/drawing/2014/main" id="{1A8EDEFD-4F6C-EB2D-F81E-64541B3D95D5}"/>
              </a:ext>
            </a:extLst>
          </p:cNvPr>
          <p:cNvSpPr>
            <a:spLocks noGrp="1"/>
          </p:cNvSpPr>
          <p:nvPr>
            <p:ph type="sldNum" sz="quarter" idx="12"/>
          </p:nvPr>
        </p:nvSpPr>
        <p:spPr/>
        <p:txBody>
          <a:bodyPr/>
          <a:lstStyle/>
          <a:p>
            <a:fld id="{08AB70BE-1769-45B8-85A6-0C837432C7E6}" type="slidenum">
              <a:rPr lang="en-US" smtClean="0"/>
              <a:t>7</a:t>
            </a:fld>
            <a:endParaRPr lang="en-US"/>
          </a:p>
        </p:txBody>
      </p:sp>
    </p:spTree>
    <p:extLst>
      <p:ext uri="{BB962C8B-B14F-4D97-AF65-F5344CB8AC3E}">
        <p14:creationId xmlns:p14="http://schemas.microsoft.com/office/powerpoint/2010/main" val="57832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E3132-E1E8-8F76-89D4-950C121A5D61}"/>
              </a:ext>
            </a:extLst>
          </p:cNvPr>
          <p:cNvSpPr>
            <a:spLocks noGrp="1"/>
          </p:cNvSpPr>
          <p:nvPr>
            <p:ph type="title"/>
          </p:nvPr>
        </p:nvSpPr>
        <p:spPr/>
        <p:txBody>
          <a:bodyPr/>
          <a:lstStyle/>
          <a:p>
            <a:r>
              <a:rPr lang="en-US" dirty="0"/>
              <a:t>Example of  For Loops </a:t>
            </a:r>
          </a:p>
        </p:txBody>
      </p:sp>
      <p:sp>
        <p:nvSpPr>
          <p:cNvPr id="3" name="Content Placeholder 2">
            <a:extLst>
              <a:ext uri="{FF2B5EF4-FFF2-40B4-BE49-F238E27FC236}">
                <a16:creationId xmlns:a16="http://schemas.microsoft.com/office/drawing/2014/main" id="{58980C86-DAD5-1AE0-3923-7376D2D4F530}"/>
              </a:ext>
            </a:extLst>
          </p:cNvPr>
          <p:cNvSpPr>
            <a:spLocks noGrp="1"/>
          </p:cNvSpPr>
          <p:nvPr>
            <p:ph idx="1"/>
          </p:nvPr>
        </p:nvSpPr>
        <p:spPr/>
        <p:txBody>
          <a:bodyPr>
            <a:normAutofit/>
          </a:bodyPr>
          <a:lstStyle/>
          <a:p>
            <a:pPr marL="0" indent="0">
              <a:buNone/>
            </a:pPr>
            <a:r>
              <a:rPr lang="en-US" dirty="0">
                <a:solidFill>
                  <a:srgbClr val="000000"/>
                </a:solidFill>
                <a:latin typeface="Consolas" panose="020B0609020204030204" pitchFamily="49" charset="0"/>
              </a:rPr>
              <a:t>#include &lt;iostream&gt;</a:t>
            </a:r>
          </a:p>
          <a:p>
            <a:pPr marL="0" indent="0">
              <a:buNone/>
            </a:pPr>
            <a:r>
              <a:rPr lang="en-US" dirty="0">
                <a:solidFill>
                  <a:srgbClr val="000000"/>
                </a:solidFill>
                <a:latin typeface="Consolas" panose="020B0609020204030204" pitchFamily="49" charset="0"/>
              </a:rPr>
              <a:t>using namespace std;</a:t>
            </a:r>
          </a:p>
          <a:p>
            <a:pPr marL="0" indent="0">
              <a:buNone/>
            </a:pPr>
            <a:r>
              <a:rPr lang="en-US" dirty="0">
                <a:solidFill>
                  <a:srgbClr val="000000"/>
                </a:solidFill>
                <a:latin typeface="Consolas" panose="020B0609020204030204" pitchFamily="49" charset="0"/>
              </a:rPr>
              <a:t>int main() </a:t>
            </a:r>
          </a:p>
          <a:p>
            <a:pPr marL="0" indent="0">
              <a:buNone/>
            </a:pPr>
            <a:r>
              <a:rPr lang="en-US" dirty="0">
                <a:solidFill>
                  <a:schemeClr val="tx1"/>
                </a:solidFill>
              </a:rPr>
              <a:t>{</a:t>
            </a:r>
          </a:p>
          <a:p>
            <a:pPr marL="0" indent="0">
              <a:buNone/>
            </a:pPr>
            <a:r>
              <a:rPr lang="en-US" dirty="0">
                <a:solidFill>
                  <a:schemeClr val="tx1"/>
                </a:solidFill>
              </a:rPr>
              <a:t>	 </a:t>
            </a:r>
            <a:r>
              <a:rPr lang="nn-NO" b="0" i="0" dirty="0">
                <a:solidFill>
                  <a:srgbClr val="0000CD"/>
                </a:solidFill>
                <a:effectLst/>
                <a:latin typeface="Consolas" panose="020B0609020204030204" pitchFamily="49" charset="0"/>
              </a:rPr>
              <a:t>for</a:t>
            </a:r>
            <a:r>
              <a:rPr lang="nn-NO" b="0" i="0" dirty="0">
                <a:solidFill>
                  <a:srgbClr val="000000"/>
                </a:solidFill>
                <a:effectLst/>
                <a:latin typeface="Consolas" panose="020B0609020204030204" pitchFamily="49" charset="0"/>
              </a:rPr>
              <a:t> (</a:t>
            </a:r>
            <a:r>
              <a:rPr lang="nn-NO" b="0" i="0" dirty="0">
                <a:solidFill>
                  <a:srgbClr val="0000CD"/>
                </a:solidFill>
                <a:effectLst/>
                <a:latin typeface="Consolas" panose="020B0609020204030204" pitchFamily="49" charset="0"/>
              </a:rPr>
              <a:t>int</a:t>
            </a:r>
            <a:r>
              <a:rPr lang="nn-NO" b="0" i="0" dirty="0">
                <a:solidFill>
                  <a:srgbClr val="000000"/>
                </a:solidFill>
                <a:effectLst/>
                <a:latin typeface="Consolas" panose="020B0609020204030204" pitchFamily="49" charset="0"/>
              </a:rPr>
              <a:t> i = </a:t>
            </a:r>
            <a:r>
              <a:rPr lang="nn-NO" b="0" i="0" dirty="0">
                <a:solidFill>
                  <a:srgbClr val="FF0000"/>
                </a:solidFill>
                <a:effectLst/>
                <a:latin typeface="Consolas" panose="020B0609020204030204" pitchFamily="49" charset="0"/>
              </a:rPr>
              <a:t>0</a:t>
            </a:r>
            <a:r>
              <a:rPr lang="nn-NO" b="0" i="0" dirty="0">
                <a:solidFill>
                  <a:srgbClr val="000000"/>
                </a:solidFill>
                <a:effectLst/>
                <a:latin typeface="Consolas" panose="020B0609020204030204" pitchFamily="49" charset="0"/>
              </a:rPr>
              <a:t>; i &lt; </a:t>
            </a:r>
            <a:r>
              <a:rPr lang="nn-NO" b="0" i="0" dirty="0">
                <a:solidFill>
                  <a:srgbClr val="FF0000"/>
                </a:solidFill>
                <a:effectLst/>
                <a:latin typeface="Consolas" panose="020B0609020204030204" pitchFamily="49" charset="0"/>
              </a:rPr>
              <a:t>5</a:t>
            </a:r>
            <a:r>
              <a:rPr lang="nn-NO" b="0" i="0" dirty="0">
                <a:solidFill>
                  <a:srgbClr val="000000"/>
                </a:solidFill>
                <a:effectLst/>
                <a:latin typeface="Consolas" panose="020B0609020204030204" pitchFamily="49" charset="0"/>
              </a:rPr>
              <a:t>; i++) </a:t>
            </a:r>
          </a:p>
          <a:p>
            <a:pPr marL="0" indent="0">
              <a:buNone/>
            </a:pPr>
            <a:r>
              <a:rPr lang="nn-NO" dirty="0">
                <a:solidFill>
                  <a:srgbClr val="000000"/>
                </a:solidFill>
                <a:latin typeface="Consolas" panose="020B0609020204030204" pitchFamily="49" charset="0"/>
              </a:rPr>
              <a:t>	</a:t>
            </a:r>
            <a:r>
              <a:rPr lang="nn-NO" b="0" i="0" dirty="0">
                <a:solidFill>
                  <a:srgbClr val="000000"/>
                </a:solidFill>
                <a:effectLst/>
                <a:latin typeface="Consolas" panose="020B0609020204030204" pitchFamily="49" charset="0"/>
              </a:rPr>
              <a:t>{</a:t>
            </a:r>
            <a:br>
              <a:rPr lang="nn-NO" dirty="0"/>
            </a:br>
            <a:r>
              <a:rPr lang="nn-NO" b="0" i="0" dirty="0">
                <a:solidFill>
                  <a:srgbClr val="000000"/>
                </a:solidFill>
                <a:effectLst/>
                <a:latin typeface="Consolas" panose="020B0609020204030204" pitchFamily="49" charset="0"/>
              </a:rPr>
              <a:t>  		cout &lt;&lt; i &lt;&lt; </a:t>
            </a:r>
            <a:r>
              <a:rPr lang="nn-NO" b="0" i="0" dirty="0">
                <a:solidFill>
                  <a:srgbClr val="A52A2A"/>
                </a:solidFill>
                <a:effectLst/>
                <a:latin typeface="Consolas" panose="020B0609020204030204" pitchFamily="49" charset="0"/>
              </a:rPr>
              <a:t>"\n"</a:t>
            </a:r>
            <a:r>
              <a:rPr lang="nn-NO" b="0" i="0" dirty="0">
                <a:solidFill>
                  <a:srgbClr val="000000"/>
                </a:solidFill>
                <a:effectLst/>
                <a:latin typeface="Consolas" panose="020B0609020204030204" pitchFamily="49" charset="0"/>
              </a:rPr>
              <a:t>;</a:t>
            </a:r>
            <a:br>
              <a:rPr lang="nn-NO" dirty="0"/>
            </a:br>
            <a:r>
              <a:rPr lang="nn-NO" dirty="0"/>
              <a:t>	</a:t>
            </a:r>
            <a:r>
              <a:rPr lang="nn-NO" b="0" i="0" dirty="0">
                <a:solidFill>
                  <a:srgbClr val="000000"/>
                </a:solidFill>
                <a:effectLst/>
                <a:latin typeface="Consolas" panose="020B0609020204030204" pitchFamily="49" charset="0"/>
              </a:rPr>
              <a:t>}</a:t>
            </a:r>
          </a:p>
          <a:p>
            <a:pPr marL="0" indent="0">
              <a:buNone/>
            </a:pPr>
            <a:r>
              <a:rPr lang="en-US" dirty="0">
                <a:solidFill>
                  <a:schemeClr val="tx1"/>
                </a:solidFill>
              </a:rPr>
              <a:t>}</a:t>
            </a:r>
          </a:p>
        </p:txBody>
      </p:sp>
      <p:sp>
        <p:nvSpPr>
          <p:cNvPr id="4" name="Slide Number Placeholder 3">
            <a:extLst>
              <a:ext uri="{FF2B5EF4-FFF2-40B4-BE49-F238E27FC236}">
                <a16:creationId xmlns:a16="http://schemas.microsoft.com/office/drawing/2014/main" id="{A4FB0AD3-E848-F821-3B67-48369EF134C8}"/>
              </a:ext>
            </a:extLst>
          </p:cNvPr>
          <p:cNvSpPr>
            <a:spLocks noGrp="1"/>
          </p:cNvSpPr>
          <p:nvPr>
            <p:ph type="sldNum" sz="quarter" idx="12"/>
          </p:nvPr>
        </p:nvSpPr>
        <p:spPr/>
        <p:txBody>
          <a:bodyPr/>
          <a:lstStyle/>
          <a:p>
            <a:fld id="{08AB70BE-1769-45B8-85A6-0C837432C7E6}" type="slidenum">
              <a:rPr lang="en-US" smtClean="0"/>
              <a:t>8</a:t>
            </a:fld>
            <a:endParaRPr lang="en-US"/>
          </a:p>
        </p:txBody>
      </p:sp>
    </p:spTree>
    <p:extLst>
      <p:ext uri="{BB962C8B-B14F-4D97-AF65-F5344CB8AC3E}">
        <p14:creationId xmlns:p14="http://schemas.microsoft.com/office/powerpoint/2010/main" val="13555287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E3132-E1E8-8F76-89D4-950C121A5D61}"/>
              </a:ext>
            </a:extLst>
          </p:cNvPr>
          <p:cNvSpPr>
            <a:spLocks noGrp="1"/>
          </p:cNvSpPr>
          <p:nvPr>
            <p:ph type="title"/>
          </p:nvPr>
        </p:nvSpPr>
        <p:spPr/>
        <p:txBody>
          <a:bodyPr/>
          <a:lstStyle/>
          <a:p>
            <a:r>
              <a:rPr lang="en-US" dirty="0"/>
              <a:t>While Loop</a:t>
            </a:r>
          </a:p>
        </p:txBody>
      </p:sp>
      <p:sp>
        <p:nvSpPr>
          <p:cNvPr id="3" name="Content Placeholder 2">
            <a:extLst>
              <a:ext uri="{FF2B5EF4-FFF2-40B4-BE49-F238E27FC236}">
                <a16:creationId xmlns:a16="http://schemas.microsoft.com/office/drawing/2014/main" id="{58980C86-DAD5-1AE0-3923-7376D2D4F530}"/>
              </a:ext>
            </a:extLst>
          </p:cNvPr>
          <p:cNvSpPr>
            <a:spLocks noGrp="1"/>
          </p:cNvSpPr>
          <p:nvPr>
            <p:ph idx="1"/>
          </p:nvPr>
        </p:nvSpPr>
        <p:spPr/>
        <p:txBody>
          <a:bodyPr>
            <a:normAutofit/>
          </a:bodyPr>
          <a:lstStyle/>
          <a:p>
            <a:r>
              <a:rPr lang="en-US" dirty="0">
                <a:solidFill>
                  <a:schemeClr val="tx1"/>
                </a:solidFill>
              </a:rPr>
              <a:t>The “while loop” is a conditional structure that is used to execute a statement or set of statements as long as the given condition remains true.</a:t>
            </a:r>
          </a:p>
          <a:p>
            <a:r>
              <a:rPr lang="en-US" dirty="0">
                <a:solidFill>
                  <a:schemeClr val="tx1"/>
                </a:solidFill>
              </a:rPr>
              <a:t>This loop structure is used when the programmer does not know in advance. </a:t>
            </a:r>
          </a:p>
          <a:p>
            <a:r>
              <a:rPr lang="en-US" b="1" dirty="0">
                <a:solidFill>
                  <a:schemeClr val="tx1"/>
                </a:solidFill>
              </a:rPr>
              <a:t>Syntax of while Loop:</a:t>
            </a:r>
          </a:p>
          <a:p>
            <a:pPr marL="0" indent="0">
              <a:buNone/>
            </a:pPr>
            <a:r>
              <a:rPr lang="en-US" b="0" i="0" dirty="0">
                <a:solidFill>
                  <a:srgbClr val="0000CD"/>
                </a:solidFill>
                <a:effectLst/>
                <a:latin typeface="Consolas" panose="020B0609020204030204" pitchFamily="49" charset="0"/>
              </a:rPr>
              <a:t>	while</a:t>
            </a:r>
            <a:r>
              <a:rPr lang="en-US" b="0" i="0" dirty="0">
                <a:solidFill>
                  <a:srgbClr val="000000"/>
                </a:solidFill>
                <a:effectLst/>
                <a:latin typeface="Consolas" panose="020B0609020204030204" pitchFamily="49" charset="0"/>
              </a:rPr>
              <a:t> (</a:t>
            </a:r>
            <a:r>
              <a:rPr lang="en-US" b="0" i="1" dirty="0">
                <a:solidFill>
                  <a:srgbClr val="000000"/>
                </a:solidFill>
                <a:effectLst/>
                <a:latin typeface="Consolas" panose="020B0609020204030204" pitchFamily="49" charset="0"/>
              </a:rPr>
              <a:t>condition</a:t>
            </a:r>
            <a:r>
              <a:rPr lang="en-US" b="0" i="0" dirty="0">
                <a:solidFill>
                  <a:srgbClr val="000000"/>
                </a:solidFill>
                <a:effectLst/>
                <a:latin typeface="Consolas" panose="020B0609020204030204" pitchFamily="49" charset="0"/>
              </a:rPr>
              <a:t>) </a:t>
            </a:r>
          </a:p>
          <a:p>
            <a:pPr marL="0" indent="0">
              <a:buNone/>
            </a:pPr>
            <a:r>
              <a:rPr lang="en-US" dirty="0">
                <a:solidFill>
                  <a:srgbClr val="000000"/>
                </a:solidFill>
                <a:latin typeface="Consolas" panose="020B0609020204030204" pitchFamily="49" charset="0"/>
              </a:rPr>
              <a:t>	</a:t>
            </a:r>
            <a:r>
              <a:rPr lang="en-US" b="0" i="0" dirty="0">
                <a:solidFill>
                  <a:srgbClr val="000000"/>
                </a:solidFill>
                <a:effectLst/>
                <a:latin typeface="Consolas" panose="020B0609020204030204" pitchFamily="49" charset="0"/>
              </a:rPr>
              <a:t>{</a:t>
            </a:r>
            <a:br>
              <a:rPr lang="en-US" b="0" i="0" dirty="0">
                <a:solidFill>
                  <a:srgbClr val="000000"/>
                </a:solidFill>
                <a:effectLst/>
                <a:latin typeface="Consolas" panose="020B0609020204030204" pitchFamily="49" charset="0"/>
              </a:rPr>
            </a:br>
            <a:r>
              <a:rPr lang="en-US" b="0" i="1" dirty="0">
                <a:solidFill>
                  <a:srgbClr val="000000"/>
                </a:solidFill>
                <a:effectLst/>
                <a:latin typeface="Consolas" panose="020B0609020204030204" pitchFamily="49" charset="0"/>
              </a:rPr>
              <a:t>  	   </a:t>
            </a:r>
            <a:r>
              <a:rPr lang="en-US" b="0" i="1" dirty="0">
                <a:solidFill>
                  <a:srgbClr val="008000"/>
                </a:solidFill>
                <a:effectLst/>
                <a:latin typeface="Consolas" panose="020B0609020204030204" pitchFamily="49" charset="0"/>
              </a:rPr>
              <a:t>// code block to be executed</a:t>
            </a:r>
            <a:br>
              <a:rPr lang="en-US" b="0" i="0" dirty="0">
                <a:solidFill>
                  <a:srgbClr val="000000"/>
                </a:solidFill>
                <a:effectLst/>
                <a:latin typeface="Consolas" panose="020B0609020204030204" pitchFamily="49" charset="0"/>
              </a:rPr>
            </a:br>
            <a:r>
              <a:rPr lang="en-US" b="0" i="0" dirty="0">
                <a:solidFill>
                  <a:srgbClr val="000000"/>
                </a:solidFill>
                <a:effectLst/>
                <a:latin typeface="Consolas" panose="020B0609020204030204" pitchFamily="49" charset="0"/>
              </a:rPr>
              <a:t>	}</a:t>
            </a:r>
            <a:endParaRPr lang="en-US" dirty="0">
              <a:solidFill>
                <a:schemeClr val="tx1"/>
              </a:solidFill>
            </a:endParaRPr>
          </a:p>
        </p:txBody>
      </p:sp>
      <p:sp>
        <p:nvSpPr>
          <p:cNvPr id="4" name="Slide Number Placeholder 3">
            <a:extLst>
              <a:ext uri="{FF2B5EF4-FFF2-40B4-BE49-F238E27FC236}">
                <a16:creationId xmlns:a16="http://schemas.microsoft.com/office/drawing/2014/main" id="{A4C2E5A1-D1AB-FDD1-941C-ECD29E055119}"/>
              </a:ext>
            </a:extLst>
          </p:cNvPr>
          <p:cNvSpPr>
            <a:spLocks noGrp="1"/>
          </p:cNvSpPr>
          <p:nvPr>
            <p:ph type="sldNum" sz="quarter" idx="12"/>
          </p:nvPr>
        </p:nvSpPr>
        <p:spPr/>
        <p:txBody>
          <a:bodyPr/>
          <a:lstStyle/>
          <a:p>
            <a:fld id="{08AB70BE-1769-45B8-85A6-0C837432C7E6}" type="slidenum">
              <a:rPr lang="en-US" smtClean="0"/>
              <a:t>9</a:t>
            </a:fld>
            <a:endParaRPr lang="en-US"/>
          </a:p>
        </p:txBody>
      </p:sp>
    </p:spTree>
    <p:extLst>
      <p:ext uri="{BB962C8B-B14F-4D97-AF65-F5344CB8AC3E}">
        <p14:creationId xmlns:p14="http://schemas.microsoft.com/office/powerpoint/2010/main" val="1657273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E3132-E1E8-8F76-89D4-950C121A5D61}"/>
              </a:ext>
            </a:extLst>
          </p:cNvPr>
          <p:cNvSpPr>
            <a:spLocks noGrp="1"/>
          </p:cNvSpPr>
          <p:nvPr>
            <p:ph type="title"/>
          </p:nvPr>
        </p:nvSpPr>
        <p:spPr/>
        <p:txBody>
          <a:bodyPr/>
          <a:lstStyle/>
          <a:p>
            <a:r>
              <a:rPr lang="en-US" dirty="0"/>
              <a:t>Execution of For Loop</a:t>
            </a:r>
          </a:p>
        </p:txBody>
      </p:sp>
      <p:graphicFrame>
        <p:nvGraphicFramePr>
          <p:cNvPr id="5" name="Content Placeholder 2">
            <a:extLst>
              <a:ext uri="{FF2B5EF4-FFF2-40B4-BE49-F238E27FC236}">
                <a16:creationId xmlns:a16="http://schemas.microsoft.com/office/drawing/2014/main" id="{409AAF17-C87C-06CB-4D4A-F695A8B557CA}"/>
              </a:ext>
            </a:extLst>
          </p:cNvPr>
          <p:cNvGraphicFramePr>
            <a:graphicFrameLocks noGrp="1"/>
          </p:cNvGraphicFramePr>
          <p:nvPr>
            <p:ph idx="1"/>
            <p:extLst>
              <p:ext uri="{D42A27DB-BD31-4B8C-83A1-F6EECF244321}">
                <p14:modId xmlns:p14="http://schemas.microsoft.com/office/powerpoint/2010/main" val="1449585816"/>
              </p:ext>
            </p:extLst>
          </p:nvPr>
        </p:nvGraphicFramePr>
        <p:xfrm>
          <a:off x="914400" y="1919673"/>
          <a:ext cx="9914860" cy="41233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6449DBC6-C01E-9CE6-5E41-624DAF839C02}"/>
              </a:ext>
            </a:extLst>
          </p:cNvPr>
          <p:cNvSpPr>
            <a:spLocks noGrp="1"/>
          </p:cNvSpPr>
          <p:nvPr>
            <p:ph type="sldNum" sz="quarter" idx="12"/>
          </p:nvPr>
        </p:nvSpPr>
        <p:spPr/>
        <p:txBody>
          <a:bodyPr/>
          <a:lstStyle/>
          <a:p>
            <a:fld id="{08AB70BE-1769-45B8-85A6-0C837432C7E6}" type="slidenum">
              <a:rPr lang="en-US" smtClean="0"/>
              <a:t>10</a:t>
            </a:fld>
            <a:endParaRPr lang="en-US"/>
          </a:p>
        </p:txBody>
      </p:sp>
    </p:spTree>
    <p:extLst>
      <p:ext uri="{BB962C8B-B14F-4D97-AF65-F5344CB8AC3E}">
        <p14:creationId xmlns:p14="http://schemas.microsoft.com/office/powerpoint/2010/main" val="1678520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7A08E557-10DB-421A-876E-1AE58F8E07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 name="Rectangle 13">
            <a:extLst>
              <a:ext uri="{FF2B5EF4-FFF2-40B4-BE49-F238E27FC236}">
                <a16:creationId xmlns:a16="http://schemas.microsoft.com/office/drawing/2014/main" id="{B5B09F67-0226-4836-9B22-AFF94EF63B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F6D18FB-3D39-4747-9ED8-42C5DFAB8A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1" y="1"/>
            <a:ext cx="5199156" cy="6857999"/>
          </a:xfrm>
          <a:custGeom>
            <a:avLst/>
            <a:gdLst>
              <a:gd name="connsiteX0" fmla="*/ 0 w 5199156"/>
              <a:gd name="connsiteY0" fmla="*/ 0 h 6857999"/>
              <a:gd name="connsiteX1" fmla="*/ 5199156 w 5199156"/>
              <a:gd name="connsiteY1" fmla="*/ 0 h 6857999"/>
              <a:gd name="connsiteX2" fmla="*/ 5199156 w 5199156"/>
              <a:gd name="connsiteY2" fmla="*/ 4404241 h 6857999"/>
              <a:gd name="connsiteX3" fmla="*/ 2996280 w 5199156"/>
              <a:gd name="connsiteY3" fmla="*/ 6845331 h 6857999"/>
              <a:gd name="connsiteX4" fmla="*/ 2762435 w 5199156"/>
              <a:gd name="connsiteY4" fmla="*/ 6857139 h 6857999"/>
              <a:gd name="connsiteX5" fmla="*/ 2762435 w 5199156"/>
              <a:gd name="connsiteY5" fmla="*/ 6857999 h 6857999"/>
              <a:gd name="connsiteX6" fmla="*/ 2745398 w 5199156"/>
              <a:gd name="connsiteY6" fmla="*/ 6857999 h 6857999"/>
              <a:gd name="connsiteX7" fmla="*/ 0 w 5199156"/>
              <a:gd name="connsiteY7"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9156" h="6857999">
                <a:moveTo>
                  <a:pt x="0" y="0"/>
                </a:moveTo>
                <a:lnTo>
                  <a:pt x="5199156" y="0"/>
                </a:lnTo>
                <a:lnTo>
                  <a:pt x="5199156" y="4404241"/>
                </a:lnTo>
                <a:cubicBezTo>
                  <a:pt x="5199156" y="5674715"/>
                  <a:pt x="4233603" y="6719673"/>
                  <a:pt x="2996280" y="6845331"/>
                </a:cubicBezTo>
                <a:lnTo>
                  <a:pt x="2762435" y="6857139"/>
                </a:lnTo>
                <a:lnTo>
                  <a:pt x="2762435" y="6857999"/>
                </a:lnTo>
                <a:lnTo>
                  <a:pt x="2745398" y="6857999"/>
                </a:lnTo>
                <a:lnTo>
                  <a:pt x="0" y="685799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EDCDD4D4-ADBD-45B9-944B-E77CC25842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5834" y="-39394"/>
            <a:ext cx="2353172" cy="2431959"/>
          </a:xfrm>
          <a:custGeom>
            <a:avLst/>
            <a:gdLst>
              <a:gd name="connsiteX0" fmla="*/ 0 w 2353172"/>
              <a:gd name="connsiteY0" fmla="*/ 0 h 2431959"/>
              <a:gd name="connsiteX1" fmla="*/ 2353172 w 2353172"/>
              <a:gd name="connsiteY1" fmla="*/ 0 h 2431959"/>
              <a:gd name="connsiteX2" fmla="*/ 2353172 w 2353172"/>
              <a:gd name="connsiteY2" fmla="*/ 2431959 h 2431959"/>
              <a:gd name="connsiteX3" fmla="*/ 2352312 w 2353172"/>
              <a:gd name="connsiteY3" fmla="*/ 2431959 h 2431959"/>
              <a:gd name="connsiteX4" fmla="*/ 2340504 w 2353172"/>
              <a:gd name="connsiteY4" fmla="*/ 2198113 h 2431959"/>
              <a:gd name="connsiteX5" fmla="*/ 134816 w 2353172"/>
              <a:gd name="connsiteY5" fmla="*/ 6383 h 243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3172" h="2431959">
                <a:moveTo>
                  <a:pt x="0" y="0"/>
                </a:moveTo>
                <a:lnTo>
                  <a:pt x="2353172" y="0"/>
                </a:lnTo>
                <a:lnTo>
                  <a:pt x="2353172" y="2431959"/>
                </a:lnTo>
                <a:lnTo>
                  <a:pt x="2352312" y="2431959"/>
                </a:lnTo>
                <a:lnTo>
                  <a:pt x="2340504" y="2198113"/>
                </a:lnTo>
                <a:cubicBezTo>
                  <a:pt x="2222700" y="1038123"/>
                  <a:pt x="1296917" y="116993"/>
                  <a:pt x="134816" y="6383"/>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AD0EFFA-2337-4C6B-A555-FF1135D7F27E}"/>
              </a:ext>
            </a:extLst>
          </p:cNvPr>
          <p:cNvSpPr>
            <a:spLocks noGrp="1"/>
          </p:cNvSpPr>
          <p:nvPr>
            <p:ph type="title"/>
          </p:nvPr>
        </p:nvSpPr>
        <p:spPr>
          <a:xfrm>
            <a:off x="914400" y="1122362"/>
            <a:ext cx="3814549" cy="3354104"/>
          </a:xfrm>
        </p:spPr>
        <p:txBody>
          <a:bodyPr vert="horz" lIns="91440" tIns="45720" rIns="91440" bIns="45720" rtlCol="0" anchor="b">
            <a:normAutofit/>
          </a:bodyPr>
          <a:lstStyle/>
          <a:p>
            <a:r>
              <a:rPr lang="en-US" sz="4400">
                <a:solidFill>
                  <a:srgbClr val="FFFFFF"/>
                </a:solidFill>
              </a:rPr>
              <a:t>Flow chart of While Loop</a:t>
            </a:r>
          </a:p>
        </p:txBody>
      </p:sp>
      <p:pic>
        <p:nvPicPr>
          <p:cNvPr id="7" name="Content Placeholder 6" descr="A diagram of a condition&#10;&#10;Description automatically generated">
            <a:extLst>
              <a:ext uri="{FF2B5EF4-FFF2-40B4-BE49-F238E27FC236}">
                <a16:creationId xmlns:a16="http://schemas.microsoft.com/office/drawing/2014/main" id="{FC5AB868-B40A-6F7A-E720-9201E6DAE4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34391" y="685800"/>
            <a:ext cx="4806669" cy="5486400"/>
          </a:xfrm>
          <a:prstGeom prst="rect">
            <a:avLst/>
          </a:prstGeom>
        </p:spPr>
      </p:pic>
      <p:sp>
        <p:nvSpPr>
          <p:cNvPr id="3" name="Slide Number Placeholder 2">
            <a:extLst>
              <a:ext uri="{FF2B5EF4-FFF2-40B4-BE49-F238E27FC236}">
                <a16:creationId xmlns:a16="http://schemas.microsoft.com/office/drawing/2014/main" id="{B20F1D7A-CD38-4BC1-8B1A-EFF1C8ABE30B}"/>
              </a:ext>
            </a:extLst>
          </p:cNvPr>
          <p:cNvSpPr>
            <a:spLocks noGrp="1"/>
          </p:cNvSpPr>
          <p:nvPr>
            <p:ph type="sldNum" sz="quarter" idx="12"/>
          </p:nvPr>
        </p:nvSpPr>
        <p:spPr/>
        <p:txBody>
          <a:bodyPr/>
          <a:lstStyle/>
          <a:p>
            <a:fld id="{08AB70BE-1769-45B8-85A6-0C837432C7E6}" type="slidenum">
              <a:rPr lang="en-US" smtClean="0"/>
              <a:t>11</a:t>
            </a:fld>
            <a:endParaRPr lang="en-US"/>
          </a:p>
        </p:txBody>
      </p:sp>
    </p:spTree>
    <p:extLst>
      <p:ext uri="{BB962C8B-B14F-4D97-AF65-F5344CB8AC3E}">
        <p14:creationId xmlns:p14="http://schemas.microsoft.com/office/powerpoint/2010/main" val="3829961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E3132-E1E8-8F76-89D4-950C121A5D61}"/>
              </a:ext>
            </a:extLst>
          </p:cNvPr>
          <p:cNvSpPr>
            <a:spLocks noGrp="1"/>
          </p:cNvSpPr>
          <p:nvPr>
            <p:ph type="title"/>
          </p:nvPr>
        </p:nvSpPr>
        <p:spPr/>
        <p:txBody>
          <a:bodyPr/>
          <a:lstStyle/>
          <a:p>
            <a:r>
              <a:rPr lang="en-US" dirty="0"/>
              <a:t>Example of  For Loops </a:t>
            </a:r>
          </a:p>
        </p:txBody>
      </p:sp>
      <p:sp>
        <p:nvSpPr>
          <p:cNvPr id="3" name="Content Placeholder 2">
            <a:extLst>
              <a:ext uri="{FF2B5EF4-FFF2-40B4-BE49-F238E27FC236}">
                <a16:creationId xmlns:a16="http://schemas.microsoft.com/office/drawing/2014/main" id="{58980C86-DAD5-1AE0-3923-7376D2D4F530}"/>
              </a:ext>
            </a:extLst>
          </p:cNvPr>
          <p:cNvSpPr>
            <a:spLocks noGrp="1"/>
          </p:cNvSpPr>
          <p:nvPr>
            <p:ph idx="1"/>
          </p:nvPr>
        </p:nvSpPr>
        <p:spPr/>
        <p:txBody>
          <a:bodyPr>
            <a:normAutofit fontScale="92500" lnSpcReduction="20000"/>
          </a:bodyPr>
          <a:lstStyle/>
          <a:p>
            <a:pPr marL="0" indent="0">
              <a:buNone/>
            </a:pPr>
            <a:r>
              <a:rPr lang="en-US" sz="2100" dirty="0">
                <a:solidFill>
                  <a:srgbClr val="000000"/>
                </a:solidFill>
                <a:latin typeface="Consolas" panose="020B0609020204030204" pitchFamily="49" charset="0"/>
              </a:rPr>
              <a:t>#include &lt;iostream&gt;</a:t>
            </a:r>
          </a:p>
          <a:p>
            <a:pPr marL="0" indent="0">
              <a:buNone/>
            </a:pPr>
            <a:r>
              <a:rPr lang="en-US" sz="2100" dirty="0">
                <a:solidFill>
                  <a:srgbClr val="000000"/>
                </a:solidFill>
                <a:latin typeface="Consolas" panose="020B0609020204030204" pitchFamily="49" charset="0"/>
              </a:rPr>
              <a:t>using namespace std;</a:t>
            </a:r>
          </a:p>
          <a:p>
            <a:pPr marL="0" indent="0">
              <a:buNone/>
            </a:pPr>
            <a:r>
              <a:rPr lang="en-US" sz="2100" dirty="0">
                <a:solidFill>
                  <a:srgbClr val="000000"/>
                </a:solidFill>
                <a:latin typeface="Consolas" panose="020B0609020204030204" pitchFamily="49" charset="0"/>
              </a:rPr>
              <a:t>int main() </a:t>
            </a:r>
          </a:p>
          <a:p>
            <a:pPr marL="0" indent="0">
              <a:buNone/>
            </a:pPr>
            <a:r>
              <a:rPr lang="en-US" sz="2100" dirty="0">
                <a:solidFill>
                  <a:srgbClr val="000000"/>
                </a:solidFill>
                <a:latin typeface="Consolas" panose="020B0609020204030204" pitchFamily="49" charset="0"/>
              </a:rPr>
              <a:t>{</a:t>
            </a:r>
          </a:p>
          <a:p>
            <a:pPr marL="0" indent="0">
              <a:buNone/>
            </a:pPr>
            <a:r>
              <a:rPr lang="en-US" dirty="0">
                <a:solidFill>
                  <a:schemeClr val="tx1"/>
                </a:solidFill>
              </a:rPr>
              <a:t> 	</a:t>
            </a:r>
            <a:r>
              <a:rPr lang="nn-NO" b="0" i="0" dirty="0">
                <a:solidFill>
                  <a:srgbClr val="0000CD"/>
                </a:solidFill>
                <a:effectLst/>
                <a:latin typeface="Consolas" panose="020B0609020204030204" pitchFamily="49" charset="0"/>
              </a:rPr>
              <a:t>int</a:t>
            </a:r>
            <a:r>
              <a:rPr lang="nn-NO" b="0" i="0" dirty="0">
                <a:solidFill>
                  <a:srgbClr val="000000"/>
                </a:solidFill>
                <a:effectLst/>
                <a:latin typeface="Consolas" panose="020B0609020204030204" pitchFamily="49" charset="0"/>
              </a:rPr>
              <a:t> i = </a:t>
            </a:r>
            <a:r>
              <a:rPr lang="nn-NO" b="0" i="0" dirty="0">
                <a:solidFill>
                  <a:srgbClr val="FF0000"/>
                </a:solidFill>
                <a:effectLst/>
                <a:latin typeface="Consolas" panose="020B0609020204030204" pitchFamily="49" charset="0"/>
              </a:rPr>
              <a:t>0</a:t>
            </a:r>
            <a:r>
              <a:rPr lang="nn-NO" b="0" i="0" dirty="0">
                <a:solidFill>
                  <a:srgbClr val="000000"/>
                </a:solidFill>
                <a:effectLst/>
                <a:latin typeface="Consolas" panose="020B0609020204030204" pitchFamily="49" charset="0"/>
              </a:rPr>
              <a:t>;</a:t>
            </a:r>
            <a:br>
              <a:rPr lang="nn-NO" dirty="0"/>
            </a:br>
            <a:r>
              <a:rPr lang="nn-NO" dirty="0"/>
              <a:t>	</a:t>
            </a:r>
            <a:r>
              <a:rPr lang="nn-NO" b="0" i="0" dirty="0">
                <a:solidFill>
                  <a:srgbClr val="0000CD"/>
                </a:solidFill>
                <a:effectLst/>
                <a:latin typeface="Consolas" panose="020B0609020204030204" pitchFamily="49" charset="0"/>
              </a:rPr>
              <a:t>while</a:t>
            </a:r>
            <a:r>
              <a:rPr lang="nn-NO" b="0" i="0" dirty="0">
                <a:solidFill>
                  <a:srgbClr val="000000"/>
                </a:solidFill>
                <a:effectLst/>
                <a:latin typeface="Consolas" panose="020B0609020204030204" pitchFamily="49" charset="0"/>
              </a:rPr>
              <a:t> (i &lt; </a:t>
            </a:r>
            <a:r>
              <a:rPr lang="nn-NO" b="0" i="0" dirty="0">
                <a:solidFill>
                  <a:srgbClr val="FF0000"/>
                </a:solidFill>
                <a:effectLst/>
                <a:latin typeface="Consolas" panose="020B0609020204030204" pitchFamily="49" charset="0"/>
              </a:rPr>
              <a:t>5</a:t>
            </a:r>
            <a:r>
              <a:rPr lang="nn-NO" b="0" i="0" dirty="0">
                <a:solidFill>
                  <a:srgbClr val="000000"/>
                </a:solidFill>
                <a:effectLst/>
                <a:latin typeface="Consolas" panose="020B0609020204030204" pitchFamily="49" charset="0"/>
              </a:rPr>
              <a:t>) </a:t>
            </a:r>
          </a:p>
          <a:p>
            <a:pPr marL="0" indent="0">
              <a:buNone/>
            </a:pPr>
            <a:r>
              <a:rPr lang="nn-NO" b="0" i="0" dirty="0">
                <a:solidFill>
                  <a:srgbClr val="000000"/>
                </a:solidFill>
                <a:effectLst/>
                <a:latin typeface="Consolas" panose="020B0609020204030204" pitchFamily="49" charset="0"/>
              </a:rPr>
              <a:t>	{</a:t>
            </a:r>
            <a:br>
              <a:rPr lang="nn-NO" dirty="0"/>
            </a:br>
            <a:r>
              <a:rPr lang="nn-NO" b="0" i="0" dirty="0">
                <a:solidFill>
                  <a:srgbClr val="000000"/>
                </a:solidFill>
                <a:effectLst/>
                <a:latin typeface="Consolas" panose="020B0609020204030204" pitchFamily="49" charset="0"/>
              </a:rPr>
              <a:t>  		cout &lt;&lt; i &lt;&lt; </a:t>
            </a:r>
            <a:r>
              <a:rPr lang="nn-NO" b="0" i="0" dirty="0">
                <a:solidFill>
                  <a:srgbClr val="A52A2A"/>
                </a:solidFill>
                <a:effectLst/>
                <a:latin typeface="Consolas" panose="020B0609020204030204" pitchFamily="49" charset="0"/>
              </a:rPr>
              <a:t>"\n"</a:t>
            </a:r>
            <a:r>
              <a:rPr lang="nn-NO" b="0" i="0" dirty="0">
                <a:solidFill>
                  <a:srgbClr val="000000"/>
                </a:solidFill>
                <a:effectLst/>
                <a:latin typeface="Consolas" panose="020B0609020204030204" pitchFamily="49" charset="0"/>
              </a:rPr>
              <a:t>;</a:t>
            </a:r>
            <a:br>
              <a:rPr lang="nn-NO" dirty="0"/>
            </a:br>
            <a:r>
              <a:rPr lang="nn-NO" b="0" i="0" dirty="0">
                <a:solidFill>
                  <a:srgbClr val="000000"/>
                </a:solidFill>
                <a:effectLst/>
                <a:latin typeface="Consolas" panose="020B0609020204030204" pitchFamily="49" charset="0"/>
              </a:rPr>
              <a:t>  		i++;</a:t>
            </a:r>
            <a:br>
              <a:rPr lang="nn-NO" dirty="0"/>
            </a:br>
            <a:r>
              <a:rPr lang="nn-NO" dirty="0"/>
              <a:t>	</a:t>
            </a:r>
            <a:r>
              <a:rPr lang="nn-NO" b="0" i="0" dirty="0">
                <a:solidFill>
                  <a:srgbClr val="000000"/>
                </a:solidFill>
                <a:effectLst/>
                <a:latin typeface="Consolas" panose="020B0609020204030204" pitchFamily="49" charset="0"/>
              </a:rPr>
              <a:t>}</a:t>
            </a:r>
          </a:p>
          <a:p>
            <a:pPr marL="0" indent="0">
              <a:buNone/>
            </a:pPr>
            <a:r>
              <a:rPr lang="en-US" dirty="0">
                <a:solidFill>
                  <a:schemeClr val="tx1"/>
                </a:solidFill>
              </a:rPr>
              <a:t>}</a:t>
            </a:r>
          </a:p>
        </p:txBody>
      </p:sp>
      <p:sp>
        <p:nvSpPr>
          <p:cNvPr id="4" name="Slide Number Placeholder 3">
            <a:extLst>
              <a:ext uri="{FF2B5EF4-FFF2-40B4-BE49-F238E27FC236}">
                <a16:creationId xmlns:a16="http://schemas.microsoft.com/office/drawing/2014/main" id="{45FED06C-784A-37BB-DE97-B8010AF6540C}"/>
              </a:ext>
            </a:extLst>
          </p:cNvPr>
          <p:cNvSpPr>
            <a:spLocks noGrp="1"/>
          </p:cNvSpPr>
          <p:nvPr>
            <p:ph type="sldNum" sz="quarter" idx="12"/>
          </p:nvPr>
        </p:nvSpPr>
        <p:spPr/>
        <p:txBody>
          <a:bodyPr/>
          <a:lstStyle/>
          <a:p>
            <a:fld id="{08AB70BE-1769-45B8-85A6-0C837432C7E6}" type="slidenum">
              <a:rPr lang="en-US" smtClean="0"/>
              <a:t>12</a:t>
            </a:fld>
            <a:endParaRPr lang="en-US"/>
          </a:p>
        </p:txBody>
      </p:sp>
    </p:spTree>
    <p:extLst>
      <p:ext uri="{BB962C8B-B14F-4D97-AF65-F5344CB8AC3E}">
        <p14:creationId xmlns:p14="http://schemas.microsoft.com/office/powerpoint/2010/main" val="3720670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E3132-E1E8-8F76-89D4-950C121A5D61}"/>
              </a:ext>
            </a:extLst>
          </p:cNvPr>
          <p:cNvSpPr>
            <a:spLocks noGrp="1"/>
          </p:cNvSpPr>
          <p:nvPr>
            <p:ph type="title"/>
          </p:nvPr>
        </p:nvSpPr>
        <p:spPr/>
        <p:txBody>
          <a:bodyPr/>
          <a:lstStyle/>
          <a:p>
            <a:r>
              <a:rPr lang="en-US" dirty="0"/>
              <a:t>Do-While Loop</a:t>
            </a:r>
          </a:p>
        </p:txBody>
      </p:sp>
      <p:sp>
        <p:nvSpPr>
          <p:cNvPr id="3" name="Content Placeholder 2">
            <a:extLst>
              <a:ext uri="{FF2B5EF4-FFF2-40B4-BE49-F238E27FC236}">
                <a16:creationId xmlns:a16="http://schemas.microsoft.com/office/drawing/2014/main" id="{58980C86-DAD5-1AE0-3923-7376D2D4F530}"/>
              </a:ext>
            </a:extLst>
          </p:cNvPr>
          <p:cNvSpPr>
            <a:spLocks noGrp="1"/>
          </p:cNvSpPr>
          <p:nvPr>
            <p:ph idx="1"/>
          </p:nvPr>
        </p:nvSpPr>
        <p:spPr/>
        <p:txBody>
          <a:bodyPr>
            <a:normAutofit fontScale="92500" lnSpcReduction="20000"/>
          </a:bodyPr>
          <a:lstStyle/>
          <a:p>
            <a:r>
              <a:rPr lang="en-US" dirty="0">
                <a:solidFill>
                  <a:schemeClr val="tx1"/>
                </a:solidFill>
              </a:rPr>
              <a:t>As a “while loop”, do while loop is also used to execute a statement or set of statements as long as the given condition remains true.</a:t>
            </a:r>
          </a:p>
          <a:p>
            <a:r>
              <a:rPr lang="en-US" dirty="0">
                <a:solidFill>
                  <a:schemeClr val="tx1"/>
                </a:solidFill>
              </a:rPr>
              <a:t>The condition comes after the body of loop</a:t>
            </a:r>
          </a:p>
          <a:p>
            <a:r>
              <a:rPr lang="en-US" dirty="0">
                <a:solidFill>
                  <a:schemeClr val="tx1"/>
                </a:solidFill>
              </a:rPr>
              <a:t>The condition is evaluated after executing the body of loop</a:t>
            </a:r>
          </a:p>
          <a:p>
            <a:r>
              <a:rPr lang="en-US" dirty="0">
                <a:solidFill>
                  <a:schemeClr val="tx1"/>
                </a:solidFill>
              </a:rPr>
              <a:t>The bod of loop executed at least once even if the condition is false.</a:t>
            </a:r>
          </a:p>
          <a:p>
            <a:r>
              <a:rPr lang="en-US" dirty="0">
                <a:solidFill>
                  <a:schemeClr val="tx1"/>
                </a:solidFill>
              </a:rPr>
              <a:t>Semicolon (;) is given after the while (condition)</a:t>
            </a:r>
          </a:p>
          <a:p>
            <a:r>
              <a:rPr lang="en-US" b="1" dirty="0">
                <a:solidFill>
                  <a:schemeClr val="tx1"/>
                </a:solidFill>
              </a:rPr>
              <a:t>Syntax of while Loop:</a:t>
            </a:r>
          </a:p>
          <a:p>
            <a:pPr marL="0" indent="0">
              <a:buNone/>
            </a:pPr>
            <a:r>
              <a:rPr lang="en-US" dirty="0"/>
              <a:t>      </a:t>
            </a:r>
            <a:r>
              <a:rPr lang="en-US" b="0" i="0" dirty="0">
                <a:solidFill>
                  <a:srgbClr val="0000CD"/>
                </a:solidFill>
                <a:effectLst/>
                <a:latin typeface="Consolas" panose="020B0609020204030204" pitchFamily="49" charset="0"/>
              </a:rPr>
              <a:t>do</a:t>
            </a:r>
            <a:r>
              <a:rPr lang="en-US" b="0" i="0" dirty="0">
                <a:solidFill>
                  <a:srgbClr val="000000"/>
                </a:solidFill>
                <a:effectLst/>
                <a:latin typeface="Consolas" panose="020B0609020204030204" pitchFamily="49" charset="0"/>
              </a:rPr>
              <a:t> {</a:t>
            </a:r>
            <a:br>
              <a:rPr lang="en-US" dirty="0"/>
            </a:br>
            <a:r>
              <a:rPr lang="en-US" b="0" i="1" dirty="0">
                <a:solidFill>
                  <a:srgbClr val="000000"/>
                </a:solidFill>
                <a:effectLst/>
                <a:latin typeface="Consolas" panose="020B0609020204030204" pitchFamily="49" charset="0"/>
              </a:rPr>
              <a:t>  </a:t>
            </a:r>
            <a:r>
              <a:rPr lang="en-US" b="0" i="1" dirty="0">
                <a:solidFill>
                  <a:srgbClr val="008000"/>
                </a:solidFill>
                <a:effectLst/>
                <a:latin typeface="Consolas" panose="020B0609020204030204" pitchFamily="49" charset="0"/>
              </a:rPr>
              <a:t>// code block to be executed</a:t>
            </a:r>
            <a:br>
              <a:rPr lang="en-US" b="0" i="1" dirty="0">
                <a:solidFill>
                  <a:srgbClr val="008000"/>
                </a:solidFill>
                <a:effectLst/>
                <a:latin typeface="Consolas" panose="020B0609020204030204" pitchFamily="49" charset="0"/>
              </a:rPr>
            </a:br>
            <a:r>
              <a:rPr lang="en-US" b="0" i="0" dirty="0">
                <a:solidFill>
                  <a:srgbClr val="000000"/>
                </a:solidFill>
                <a:effectLst/>
                <a:latin typeface="Consolas" panose="020B0609020204030204" pitchFamily="49" charset="0"/>
              </a:rPr>
              <a:t>}</a:t>
            </a:r>
            <a:br>
              <a:rPr lang="en-US" dirty="0"/>
            </a:br>
            <a:r>
              <a:rPr lang="en-US" b="0" i="0" dirty="0">
                <a:solidFill>
                  <a:srgbClr val="0000CD"/>
                </a:solidFill>
                <a:effectLst/>
                <a:latin typeface="Consolas" panose="020B0609020204030204" pitchFamily="49" charset="0"/>
              </a:rPr>
              <a:t>while</a:t>
            </a:r>
            <a:r>
              <a:rPr lang="en-US" b="0" i="0" dirty="0">
                <a:solidFill>
                  <a:srgbClr val="000000"/>
                </a:solidFill>
                <a:effectLst/>
                <a:latin typeface="Consolas" panose="020B0609020204030204" pitchFamily="49" charset="0"/>
              </a:rPr>
              <a:t> (</a:t>
            </a:r>
            <a:r>
              <a:rPr lang="en-US" b="0" i="1" dirty="0">
                <a:solidFill>
                  <a:srgbClr val="000000"/>
                </a:solidFill>
                <a:effectLst/>
                <a:latin typeface="Consolas" panose="020B0609020204030204" pitchFamily="49" charset="0"/>
              </a:rPr>
              <a:t>condition</a:t>
            </a:r>
            <a:r>
              <a:rPr lang="en-US" b="0" i="0" dirty="0">
                <a:solidFill>
                  <a:srgbClr val="000000"/>
                </a:solidFill>
                <a:effectLst/>
                <a:latin typeface="Consolas" panose="020B0609020204030204" pitchFamily="49" charset="0"/>
              </a:rPr>
              <a:t>);</a:t>
            </a:r>
            <a:endParaRPr lang="en-US" dirty="0">
              <a:solidFill>
                <a:schemeClr val="tx1"/>
              </a:solidFill>
            </a:endParaRPr>
          </a:p>
        </p:txBody>
      </p:sp>
      <p:sp>
        <p:nvSpPr>
          <p:cNvPr id="4" name="Slide Number Placeholder 3">
            <a:extLst>
              <a:ext uri="{FF2B5EF4-FFF2-40B4-BE49-F238E27FC236}">
                <a16:creationId xmlns:a16="http://schemas.microsoft.com/office/drawing/2014/main" id="{1EDA58A9-E915-A66A-387E-D0DF58D82896}"/>
              </a:ext>
            </a:extLst>
          </p:cNvPr>
          <p:cNvSpPr>
            <a:spLocks noGrp="1"/>
          </p:cNvSpPr>
          <p:nvPr>
            <p:ph type="sldNum" sz="quarter" idx="12"/>
          </p:nvPr>
        </p:nvSpPr>
        <p:spPr/>
        <p:txBody>
          <a:bodyPr/>
          <a:lstStyle/>
          <a:p>
            <a:fld id="{08AB70BE-1769-45B8-85A6-0C837432C7E6}" type="slidenum">
              <a:rPr lang="en-US" smtClean="0"/>
              <a:t>13</a:t>
            </a:fld>
            <a:endParaRPr lang="en-US"/>
          </a:p>
        </p:txBody>
      </p:sp>
    </p:spTree>
    <p:extLst>
      <p:ext uri="{BB962C8B-B14F-4D97-AF65-F5344CB8AC3E}">
        <p14:creationId xmlns:p14="http://schemas.microsoft.com/office/powerpoint/2010/main" val="2847141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Freeform: Shape 25">
            <a:extLst>
              <a:ext uri="{FF2B5EF4-FFF2-40B4-BE49-F238E27FC236}">
                <a16:creationId xmlns:a16="http://schemas.microsoft.com/office/drawing/2014/main" id="{7A08E557-10DB-421A-876E-1AE58F8E07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8" name="Rectangle 27">
            <a:extLst>
              <a:ext uri="{FF2B5EF4-FFF2-40B4-BE49-F238E27FC236}">
                <a16:creationId xmlns:a16="http://schemas.microsoft.com/office/drawing/2014/main" id="{B5B09F67-0226-4836-9B22-AFF94EF63B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EF6D18FB-3D39-4747-9ED8-42C5DFAB8A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1" y="1"/>
            <a:ext cx="5199156" cy="6857999"/>
          </a:xfrm>
          <a:custGeom>
            <a:avLst/>
            <a:gdLst>
              <a:gd name="connsiteX0" fmla="*/ 0 w 5199156"/>
              <a:gd name="connsiteY0" fmla="*/ 0 h 6857999"/>
              <a:gd name="connsiteX1" fmla="*/ 5199156 w 5199156"/>
              <a:gd name="connsiteY1" fmla="*/ 0 h 6857999"/>
              <a:gd name="connsiteX2" fmla="*/ 5199156 w 5199156"/>
              <a:gd name="connsiteY2" fmla="*/ 4404241 h 6857999"/>
              <a:gd name="connsiteX3" fmla="*/ 2996280 w 5199156"/>
              <a:gd name="connsiteY3" fmla="*/ 6845331 h 6857999"/>
              <a:gd name="connsiteX4" fmla="*/ 2762435 w 5199156"/>
              <a:gd name="connsiteY4" fmla="*/ 6857139 h 6857999"/>
              <a:gd name="connsiteX5" fmla="*/ 2762435 w 5199156"/>
              <a:gd name="connsiteY5" fmla="*/ 6857999 h 6857999"/>
              <a:gd name="connsiteX6" fmla="*/ 2745398 w 5199156"/>
              <a:gd name="connsiteY6" fmla="*/ 6857999 h 6857999"/>
              <a:gd name="connsiteX7" fmla="*/ 0 w 5199156"/>
              <a:gd name="connsiteY7"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9156" h="6857999">
                <a:moveTo>
                  <a:pt x="0" y="0"/>
                </a:moveTo>
                <a:lnTo>
                  <a:pt x="5199156" y="0"/>
                </a:lnTo>
                <a:lnTo>
                  <a:pt x="5199156" y="4404241"/>
                </a:lnTo>
                <a:cubicBezTo>
                  <a:pt x="5199156" y="5674715"/>
                  <a:pt x="4233603" y="6719673"/>
                  <a:pt x="2996280" y="6845331"/>
                </a:cubicBezTo>
                <a:lnTo>
                  <a:pt x="2762435" y="6857139"/>
                </a:lnTo>
                <a:lnTo>
                  <a:pt x="2762435" y="6857999"/>
                </a:lnTo>
                <a:lnTo>
                  <a:pt x="2745398" y="6857999"/>
                </a:lnTo>
                <a:lnTo>
                  <a:pt x="0" y="685799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EDCDD4D4-ADBD-45B9-944B-E77CC25842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5834" y="-39394"/>
            <a:ext cx="2353172" cy="2431959"/>
          </a:xfrm>
          <a:custGeom>
            <a:avLst/>
            <a:gdLst>
              <a:gd name="connsiteX0" fmla="*/ 0 w 2353172"/>
              <a:gd name="connsiteY0" fmla="*/ 0 h 2431959"/>
              <a:gd name="connsiteX1" fmla="*/ 2353172 w 2353172"/>
              <a:gd name="connsiteY1" fmla="*/ 0 h 2431959"/>
              <a:gd name="connsiteX2" fmla="*/ 2353172 w 2353172"/>
              <a:gd name="connsiteY2" fmla="*/ 2431959 h 2431959"/>
              <a:gd name="connsiteX3" fmla="*/ 2352312 w 2353172"/>
              <a:gd name="connsiteY3" fmla="*/ 2431959 h 2431959"/>
              <a:gd name="connsiteX4" fmla="*/ 2340504 w 2353172"/>
              <a:gd name="connsiteY4" fmla="*/ 2198113 h 2431959"/>
              <a:gd name="connsiteX5" fmla="*/ 134816 w 2353172"/>
              <a:gd name="connsiteY5" fmla="*/ 6383 h 243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3172" h="2431959">
                <a:moveTo>
                  <a:pt x="0" y="0"/>
                </a:moveTo>
                <a:lnTo>
                  <a:pt x="2353172" y="0"/>
                </a:lnTo>
                <a:lnTo>
                  <a:pt x="2353172" y="2431959"/>
                </a:lnTo>
                <a:lnTo>
                  <a:pt x="2352312" y="2431959"/>
                </a:lnTo>
                <a:lnTo>
                  <a:pt x="2340504" y="2198113"/>
                </a:lnTo>
                <a:cubicBezTo>
                  <a:pt x="2222700" y="1038123"/>
                  <a:pt x="1296917" y="116993"/>
                  <a:pt x="134816" y="6383"/>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AD0EFFA-2337-4C6B-A555-FF1135D7F27E}"/>
              </a:ext>
            </a:extLst>
          </p:cNvPr>
          <p:cNvSpPr>
            <a:spLocks noGrp="1"/>
          </p:cNvSpPr>
          <p:nvPr>
            <p:ph type="title"/>
          </p:nvPr>
        </p:nvSpPr>
        <p:spPr>
          <a:xfrm>
            <a:off x="914400" y="1122362"/>
            <a:ext cx="3814549" cy="3354104"/>
          </a:xfrm>
        </p:spPr>
        <p:txBody>
          <a:bodyPr vert="horz" lIns="91440" tIns="45720" rIns="91440" bIns="45720" rtlCol="0" anchor="b">
            <a:normAutofit/>
          </a:bodyPr>
          <a:lstStyle/>
          <a:p>
            <a:r>
              <a:rPr lang="en-US" sz="4400">
                <a:solidFill>
                  <a:srgbClr val="FFFFFF"/>
                </a:solidFill>
              </a:rPr>
              <a:t>Flow chart of Do-While Loop</a:t>
            </a:r>
          </a:p>
        </p:txBody>
      </p:sp>
      <p:pic>
        <p:nvPicPr>
          <p:cNvPr id="10" name="Content Placeholder 5" descr="A diagram of a diagram&#10;&#10;Description automatically generated">
            <a:extLst>
              <a:ext uri="{FF2B5EF4-FFF2-40B4-BE49-F238E27FC236}">
                <a16:creationId xmlns:a16="http://schemas.microsoft.com/office/drawing/2014/main" id="{A823C5D9-30B0-151D-4056-49DAB454E2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46218" y="685800"/>
            <a:ext cx="4783015" cy="5486400"/>
          </a:xfrm>
          <a:prstGeom prst="rect">
            <a:avLst/>
          </a:prstGeom>
        </p:spPr>
      </p:pic>
      <p:sp>
        <p:nvSpPr>
          <p:cNvPr id="3" name="Slide Number Placeholder 2">
            <a:extLst>
              <a:ext uri="{FF2B5EF4-FFF2-40B4-BE49-F238E27FC236}">
                <a16:creationId xmlns:a16="http://schemas.microsoft.com/office/drawing/2014/main" id="{1D02B457-EF63-063C-FDC6-AB1DBAC0B8C5}"/>
              </a:ext>
            </a:extLst>
          </p:cNvPr>
          <p:cNvSpPr>
            <a:spLocks noGrp="1"/>
          </p:cNvSpPr>
          <p:nvPr>
            <p:ph type="sldNum" sz="quarter" idx="12"/>
          </p:nvPr>
        </p:nvSpPr>
        <p:spPr/>
        <p:txBody>
          <a:bodyPr/>
          <a:lstStyle/>
          <a:p>
            <a:fld id="{08AB70BE-1769-45B8-85A6-0C837432C7E6}" type="slidenum">
              <a:rPr lang="en-US" smtClean="0"/>
              <a:t>14</a:t>
            </a:fld>
            <a:endParaRPr lang="en-US"/>
          </a:p>
        </p:txBody>
      </p:sp>
    </p:spTree>
    <p:extLst>
      <p:ext uri="{BB962C8B-B14F-4D97-AF65-F5344CB8AC3E}">
        <p14:creationId xmlns:p14="http://schemas.microsoft.com/office/powerpoint/2010/main" val="2476831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E3132-E1E8-8F76-89D4-950C121A5D61}"/>
              </a:ext>
            </a:extLst>
          </p:cNvPr>
          <p:cNvSpPr>
            <a:spLocks noGrp="1"/>
          </p:cNvSpPr>
          <p:nvPr>
            <p:ph type="title"/>
          </p:nvPr>
        </p:nvSpPr>
        <p:spPr/>
        <p:txBody>
          <a:bodyPr/>
          <a:lstStyle/>
          <a:p>
            <a:r>
              <a:rPr lang="en-US" dirty="0"/>
              <a:t>Example of  For Loops </a:t>
            </a:r>
          </a:p>
        </p:txBody>
      </p:sp>
      <p:sp>
        <p:nvSpPr>
          <p:cNvPr id="3" name="Content Placeholder 2">
            <a:extLst>
              <a:ext uri="{FF2B5EF4-FFF2-40B4-BE49-F238E27FC236}">
                <a16:creationId xmlns:a16="http://schemas.microsoft.com/office/drawing/2014/main" id="{58980C86-DAD5-1AE0-3923-7376D2D4F530}"/>
              </a:ext>
            </a:extLst>
          </p:cNvPr>
          <p:cNvSpPr>
            <a:spLocks noGrp="1"/>
          </p:cNvSpPr>
          <p:nvPr>
            <p:ph idx="1"/>
          </p:nvPr>
        </p:nvSpPr>
        <p:spPr/>
        <p:txBody>
          <a:bodyPr>
            <a:normAutofit fontScale="85000" lnSpcReduction="20000"/>
          </a:bodyPr>
          <a:lstStyle/>
          <a:p>
            <a:pPr marL="0" indent="0">
              <a:buNone/>
            </a:pPr>
            <a:r>
              <a:rPr lang="en-US" dirty="0">
                <a:solidFill>
                  <a:srgbClr val="000000"/>
                </a:solidFill>
                <a:latin typeface="Consolas" panose="020B0609020204030204" pitchFamily="49" charset="0"/>
              </a:rPr>
              <a:t>#include &lt;iostream&gt;</a:t>
            </a:r>
          </a:p>
          <a:p>
            <a:pPr marL="0" indent="0">
              <a:buNone/>
            </a:pPr>
            <a:r>
              <a:rPr lang="en-US" dirty="0">
                <a:solidFill>
                  <a:srgbClr val="000000"/>
                </a:solidFill>
                <a:latin typeface="Consolas" panose="020B0609020204030204" pitchFamily="49" charset="0"/>
              </a:rPr>
              <a:t>using namespace std;</a:t>
            </a:r>
          </a:p>
          <a:p>
            <a:pPr marL="0" indent="0">
              <a:buNone/>
            </a:pPr>
            <a:r>
              <a:rPr lang="en-US" dirty="0">
                <a:solidFill>
                  <a:srgbClr val="000000"/>
                </a:solidFill>
                <a:latin typeface="Consolas" panose="020B0609020204030204" pitchFamily="49" charset="0"/>
              </a:rPr>
              <a:t>int main() </a:t>
            </a:r>
          </a:p>
          <a:p>
            <a:pPr marL="0" indent="0">
              <a:buNone/>
            </a:pPr>
            <a:r>
              <a:rPr lang="en-US" dirty="0">
                <a:solidFill>
                  <a:srgbClr val="000000"/>
                </a:solidFill>
                <a:latin typeface="Consolas" panose="020B0609020204030204" pitchFamily="49" charset="0"/>
              </a:rPr>
              <a:t>{</a:t>
            </a:r>
          </a:p>
          <a:p>
            <a:pPr marL="0" indent="0">
              <a:buNone/>
            </a:pPr>
            <a:r>
              <a:rPr lang="en-US" dirty="0">
                <a:solidFill>
                  <a:schemeClr val="tx1"/>
                </a:solidFill>
              </a:rPr>
              <a:t>	 </a:t>
            </a:r>
            <a:r>
              <a:rPr lang="en-US" b="0" i="0" dirty="0">
                <a:solidFill>
                  <a:srgbClr val="0000CD"/>
                </a:solidFill>
                <a:effectLst/>
                <a:latin typeface="Consolas" panose="020B0609020204030204" pitchFamily="49" charset="0"/>
              </a:rPr>
              <a:t>int</a:t>
            </a: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i</a:t>
            </a:r>
            <a:r>
              <a:rPr lang="en-US" b="0" i="0" dirty="0">
                <a:solidFill>
                  <a:srgbClr val="000000"/>
                </a:solidFill>
                <a:effectLst/>
                <a:latin typeface="Consolas" panose="020B0609020204030204" pitchFamily="49" charset="0"/>
              </a:rPr>
              <a:t> = </a:t>
            </a:r>
            <a:r>
              <a:rPr lang="en-US" b="0" i="0" dirty="0">
                <a:solidFill>
                  <a:srgbClr val="FF0000"/>
                </a:solidFill>
                <a:effectLst/>
                <a:latin typeface="Consolas" panose="020B0609020204030204" pitchFamily="49" charset="0"/>
              </a:rPr>
              <a:t>0</a:t>
            </a:r>
            <a:r>
              <a:rPr lang="en-US" b="0" i="0" dirty="0">
                <a:solidFill>
                  <a:srgbClr val="000000"/>
                </a:solidFill>
                <a:effectLst/>
                <a:latin typeface="Consolas" panose="020B0609020204030204" pitchFamily="49" charset="0"/>
              </a:rPr>
              <a:t>;</a:t>
            </a:r>
            <a:br>
              <a:rPr lang="en-US" dirty="0"/>
            </a:br>
            <a:r>
              <a:rPr lang="en-US" dirty="0"/>
              <a:t>	</a:t>
            </a:r>
            <a:r>
              <a:rPr lang="en-US" b="0" i="0" dirty="0">
                <a:solidFill>
                  <a:srgbClr val="0000CD"/>
                </a:solidFill>
                <a:effectLst/>
                <a:latin typeface="Consolas" panose="020B0609020204030204" pitchFamily="49" charset="0"/>
              </a:rPr>
              <a:t>do</a:t>
            </a:r>
            <a:r>
              <a:rPr lang="en-US" b="0" i="0" dirty="0">
                <a:solidFill>
                  <a:srgbClr val="000000"/>
                </a:solidFill>
                <a:effectLst/>
                <a:latin typeface="Consolas" panose="020B0609020204030204" pitchFamily="49" charset="0"/>
              </a:rPr>
              <a:t> </a:t>
            </a:r>
          </a:p>
          <a:p>
            <a:pPr marL="0" indent="0">
              <a:buNone/>
            </a:pPr>
            <a:r>
              <a:rPr lang="en-US" b="0" i="0" dirty="0">
                <a:solidFill>
                  <a:srgbClr val="000000"/>
                </a:solidFill>
                <a:effectLst/>
                <a:latin typeface="Consolas" panose="020B0609020204030204" pitchFamily="49" charset="0"/>
              </a:rPr>
              <a:t>	{</a:t>
            </a:r>
            <a:br>
              <a:rPr lang="en-US" dirty="0"/>
            </a:b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cout</a:t>
            </a:r>
            <a:r>
              <a:rPr lang="en-US" b="0" i="0" dirty="0">
                <a:solidFill>
                  <a:srgbClr val="000000"/>
                </a:solidFill>
                <a:effectLst/>
                <a:latin typeface="Consolas" panose="020B0609020204030204" pitchFamily="49" charset="0"/>
              </a:rPr>
              <a:t> &lt;&lt; </a:t>
            </a:r>
            <a:r>
              <a:rPr lang="en-US" b="0" i="0" dirty="0" err="1">
                <a:solidFill>
                  <a:srgbClr val="000000"/>
                </a:solidFill>
                <a:effectLst/>
                <a:latin typeface="Consolas" panose="020B0609020204030204" pitchFamily="49" charset="0"/>
              </a:rPr>
              <a:t>i</a:t>
            </a:r>
            <a:r>
              <a:rPr lang="en-US" b="0" i="0" dirty="0">
                <a:solidFill>
                  <a:srgbClr val="000000"/>
                </a:solidFill>
                <a:effectLst/>
                <a:latin typeface="Consolas" panose="020B0609020204030204" pitchFamily="49" charset="0"/>
              </a:rPr>
              <a:t> &lt;&lt; </a:t>
            </a:r>
            <a:r>
              <a:rPr lang="en-US" b="0" i="0" dirty="0">
                <a:solidFill>
                  <a:srgbClr val="A52A2A"/>
                </a:solidFill>
                <a:effectLst/>
                <a:latin typeface="Consolas" panose="020B0609020204030204" pitchFamily="49" charset="0"/>
              </a:rPr>
              <a:t>"\n"</a:t>
            </a:r>
            <a:r>
              <a:rPr lang="en-US" b="0" i="0" dirty="0">
                <a:solidFill>
                  <a:srgbClr val="000000"/>
                </a:solidFill>
                <a:effectLst/>
                <a:latin typeface="Consolas" panose="020B0609020204030204" pitchFamily="49" charset="0"/>
              </a:rPr>
              <a:t>;</a:t>
            </a:r>
            <a:br>
              <a:rPr lang="en-US" dirty="0"/>
            </a:b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i</a:t>
            </a:r>
            <a:r>
              <a:rPr lang="en-US" b="0" i="0" dirty="0">
                <a:solidFill>
                  <a:srgbClr val="000000"/>
                </a:solidFill>
                <a:effectLst/>
                <a:latin typeface="Consolas" panose="020B0609020204030204" pitchFamily="49" charset="0"/>
              </a:rPr>
              <a:t>++;</a:t>
            </a:r>
            <a:br>
              <a:rPr lang="en-US" dirty="0"/>
            </a:br>
            <a:r>
              <a:rPr lang="en-US" dirty="0"/>
              <a:t>	</a:t>
            </a:r>
            <a:r>
              <a:rPr lang="en-US" b="0" i="0" dirty="0">
                <a:solidFill>
                  <a:srgbClr val="000000"/>
                </a:solidFill>
                <a:effectLst/>
                <a:latin typeface="Consolas" panose="020B0609020204030204" pitchFamily="49" charset="0"/>
              </a:rPr>
              <a:t>}</a:t>
            </a:r>
            <a:br>
              <a:rPr lang="en-US" dirty="0"/>
            </a:br>
            <a:r>
              <a:rPr lang="en-US" dirty="0"/>
              <a:t>	</a:t>
            </a:r>
            <a:r>
              <a:rPr lang="en-US" b="0" i="0" dirty="0">
                <a:solidFill>
                  <a:srgbClr val="0000CD"/>
                </a:solidFill>
                <a:effectLst/>
                <a:latin typeface="Consolas" panose="020B0609020204030204" pitchFamily="49" charset="0"/>
              </a:rPr>
              <a:t>while</a:t>
            </a: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i</a:t>
            </a:r>
            <a:r>
              <a:rPr lang="en-US" b="0" i="0" dirty="0">
                <a:solidFill>
                  <a:srgbClr val="000000"/>
                </a:solidFill>
                <a:effectLst/>
                <a:latin typeface="Consolas" panose="020B0609020204030204" pitchFamily="49" charset="0"/>
              </a:rPr>
              <a:t> &lt; </a:t>
            </a:r>
            <a:r>
              <a:rPr lang="en-US" b="0" i="0" dirty="0">
                <a:solidFill>
                  <a:srgbClr val="FF0000"/>
                </a:solidFill>
                <a:effectLst/>
                <a:latin typeface="Consolas" panose="020B0609020204030204" pitchFamily="49" charset="0"/>
              </a:rPr>
              <a:t>5</a:t>
            </a:r>
            <a:r>
              <a:rPr lang="en-US" b="0" i="0" dirty="0">
                <a:solidFill>
                  <a:srgbClr val="000000"/>
                </a:solidFill>
                <a:effectLst/>
                <a:latin typeface="Consolas" panose="020B0609020204030204" pitchFamily="49" charset="0"/>
              </a:rPr>
              <a:t>);</a:t>
            </a:r>
          </a:p>
          <a:p>
            <a:pPr marL="0" indent="0">
              <a:buNone/>
            </a:pPr>
            <a:r>
              <a:rPr lang="en-US" dirty="0">
                <a:solidFill>
                  <a:schemeClr val="tx1"/>
                </a:solidFill>
              </a:rPr>
              <a:t>}</a:t>
            </a:r>
          </a:p>
        </p:txBody>
      </p:sp>
      <p:sp>
        <p:nvSpPr>
          <p:cNvPr id="4" name="Slide Number Placeholder 3">
            <a:extLst>
              <a:ext uri="{FF2B5EF4-FFF2-40B4-BE49-F238E27FC236}">
                <a16:creationId xmlns:a16="http://schemas.microsoft.com/office/drawing/2014/main" id="{E2CCBF53-1BCD-9257-C0B1-853C78CC4515}"/>
              </a:ext>
            </a:extLst>
          </p:cNvPr>
          <p:cNvSpPr>
            <a:spLocks noGrp="1"/>
          </p:cNvSpPr>
          <p:nvPr>
            <p:ph type="sldNum" sz="quarter" idx="12"/>
          </p:nvPr>
        </p:nvSpPr>
        <p:spPr/>
        <p:txBody>
          <a:bodyPr/>
          <a:lstStyle/>
          <a:p>
            <a:fld id="{08AB70BE-1769-45B8-85A6-0C837432C7E6}" type="slidenum">
              <a:rPr lang="en-US" smtClean="0"/>
              <a:t>15</a:t>
            </a:fld>
            <a:endParaRPr lang="en-US"/>
          </a:p>
        </p:txBody>
      </p:sp>
    </p:spTree>
    <p:extLst>
      <p:ext uri="{BB962C8B-B14F-4D97-AF65-F5344CB8AC3E}">
        <p14:creationId xmlns:p14="http://schemas.microsoft.com/office/powerpoint/2010/main" val="3908271618"/>
      </p:ext>
    </p:extLst>
  </p:cSld>
  <p:clrMapOvr>
    <a:masterClrMapping/>
  </p:clrMapOvr>
</p:sld>
</file>

<file path=ppt/theme/theme1.xml><?xml version="1.0" encoding="utf-8"?>
<a:theme xmlns:a="http://schemas.openxmlformats.org/drawingml/2006/main" name="ModOverlayVTI">
  <a:themeElements>
    <a:clrScheme name="Custom 50">
      <a:dk1>
        <a:sysClr val="windowText" lastClr="000000"/>
      </a:dk1>
      <a:lt1>
        <a:srgbClr val="F4F2EC"/>
      </a:lt1>
      <a:dk2>
        <a:srgbClr val="09283F"/>
      </a:dk2>
      <a:lt2>
        <a:srgbClr val="FFFFFF"/>
      </a:lt2>
      <a:accent1>
        <a:srgbClr val="3C9A8F"/>
      </a:accent1>
      <a:accent2>
        <a:srgbClr val="18818C"/>
      </a:accent2>
      <a:accent3>
        <a:srgbClr val="800A2F"/>
      </a:accent3>
      <a:accent4>
        <a:srgbClr val="F6635C"/>
      </a:accent4>
      <a:accent5>
        <a:srgbClr val="F48E7C"/>
      </a:accent5>
      <a:accent6>
        <a:srgbClr val="DA9D16"/>
      </a:accent6>
      <a:hlink>
        <a:srgbClr val="ED621D"/>
      </a:hlink>
      <a:folHlink>
        <a:srgbClr val="A18A6D"/>
      </a:folHlink>
    </a:clrScheme>
    <a:fontScheme name="Elephant Arial Nova Light">
      <a:majorFont>
        <a:latin typeface="Elephan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OverlayVTI" id="{85202D65-63D3-4793-A090-FA8DF18DC0BE}" vid="{91924FCD-E846-48AE-B233-F25A78D18B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Mod overlay</Template>
  <TotalTime>81</TotalTime>
  <Words>723</Words>
  <Application>Microsoft Office PowerPoint</Application>
  <PresentationFormat>Widescreen</PresentationFormat>
  <Paragraphs>90</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Arial Nova Light</vt:lpstr>
      <vt:lpstr>Consolas</vt:lpstr>
      <vt:lpstr>Elephant</vt:lpstr>
      <vt:lpstr>ModOverlayVTI</vt:lpstr>
      <vt:lpstr>Loops in C++ Programming</vt:lpstr>
      <vt:lpstr>Agenda:</vt:lpstr>
      <vt:lpstr>Introduction to Loops</vt:lpstr>
      <vt:lpstr>Types of Loops </vt:lpstr>
      <vt:lpstr>For Loop</vt:lpstr>
      <vt:lpstr>Execution of For Loop</vt:lpstr>
      <vt:lpstr>Flow chart of For Loop</vt:lpstr>
      <vt:lpstr>Example of  For Loops </vt:lpstr>
      <vt:lpstr>While Loop</vt:lpstr>
      <vt:lpstr>Execution of For Loop</vt:lpstr>
      <vt:lpstr>Flow chart of While Loop</vt:lpstr>
      <vt:lpstr>Example of  For Loops </vt:lpstr>
      <vt:lpstr>Do-While Loop</vt:lpstr>
      <vt:lpstr>Flow chart of Do-While Loop</vt:lpstr>
      <vt:lpstr>Example of  For Loops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Moona Solangi</dc:creator>
  <cp:lastModifiedBy>Moona Solangi</cp:lastModifiedBy>
  <cp:revision>58</cp:revision>
  <dcterms:created xsi:type="dcterms:W3CDTF">2024-09-11T22:48:19Z</dcterms:created>
  <dcterms:modified xsi:type="dcterms:W3CDTF">2024-09-12T00:11:21Z</dcterms:modified>
</cp:coreProperties>
</file>