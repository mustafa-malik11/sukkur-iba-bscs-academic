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4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7" autoAdjust="0"/>
    <p:restoredTop sz="94533" autoAdjust="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37D00-D4B1-4E3F-BEAA-592AA505DB8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9B70B7-7CF5-4FF8-935C-10CAD72C4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72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9B70B7-7CF5-4FF8-935C-10CAD72C4D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9B70B7-7CF5-4FF8-935C-10CAD72C4D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93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9B70B7-7CF5-4FF8-935C-10CAD72C4D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51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39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04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23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9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10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6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6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31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70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25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201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E1B2E-152D-4D33-A991-4F93C52ED03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F420C-258B-4183-AD62-AEEFDD5F1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4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44395" y="202276"/>
            <a:ext cx="5408853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6000" spc="600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Quiz:Game</a:t>
            </a:r>
            <a:endParaRPr lang="en-US" sz="6000" spc="6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352" y="5106126"/>
            <a:ext cx="11766042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sz="6000" spc="6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Teacher: Sir Noor Nabi </a:t>
            </a:r>
            <a:endParaRPr lang="en-US" sz="6000" spc="6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80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4189113" y="1651462"/>
            <a:ext cx="4133088" cy="4133088"/>
            <a:chOff x="851770" y="1390390"/>
            <a:chExt cx="4225446" cy="4225446"/>
          </a:xfrm>
        </p:grpSpPr>
        <p:sp>
          <p:nvSpPr>
            <p:cNvPr id="6" name="Oval 5"/>
            <p:cNvSpPr/>
            <p:nvPr/>
          </p:nvSpPr>
          <p:spPr>
            <a:xfrm>
              <a:off x="851770" y="1390390"/>
              <a:ext cx="4225446" cy="4225446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1215024" y="1766170"/>
              <a:ext cx="3469710" cy="346971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 smtClean="0">
                  <a:solidFill>
                    <a:srgbClr val="FF0000"/>
                  </a:solidFill>
                  <a:latin typeface="Arial Black" panose="020B0A04020102020204" pitchFamily="34" charset="0"/>
                </a:rPr>
                <a:t>Simran chimrani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1669143" y="116114"/>
            <a:ext cx="9173028" cy="85634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smtClean="0">
                <a:solidFill>
                  <a:srgbClr val="C00000"/>
                </a:solidFill>
              </a:rPr>
              <a:t>Developers</a:t>
            </a:r>
            <a:endParaRPr lang="en-US" sz="4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05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58960"/>
            <a:ext cx="3033495" cy="23968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55" y="4364180"/>
            <a:ext cx="3251388" cy="23552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6303" y="249381"/>
            <a:ext cx="3330169" cy="22575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836" y="4262524"/>
            <a:ext cx="3463636" cy="245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463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4BBB2E-2A05-4253-9B42-499A498F8C50}"/>
              </a:ext>
            </a:extLst>
          </p:cNvPr>
          <p:cNvGrpSpPr/>
          <p:nvPr/>
        </p:nvGrpSpPr>
        <p:grpSpPr>
          <a:xfrm rot="21215331">
            <a:off x="6433028" y="2788557"/>
            <a:ext cx="5794566" cy="4493743"/>
            <a:chOff x="5268477" y="2332838"/>
            <a:chExt cx="5938416" cy="456907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E8724DF-01A0-4CC3-A62B-8613ACC66D61}"/>
                </a:ext>
              </a:extLst>
            </p:cNvPr>
            <p:cNvGrpSpPr/>
            <p:nvPr/>
          </p:nvGrpSpPr>
          <p:grpSpPr>
            <a:xfrm>
              <a:off x="5268477" y="4624762"/>
              <a:ext cx="3600668" cy="2277148"/>
              <a:chOff x="5472464" y="4463686"/>
              <a:chExt cx="3600668" cy="2277148"/>
            </a:xfrm>
            <a:scene3d>
              <a:camera prst="isometricOffAxis1Top"/>
              <a:lightRig rig="threePt" dir="t"/>
            </a:scene3d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D05EA56-0CF7-4D83-9A5D-E71E2F6959AC}"/>
                  </a:ext>
                </a:extLst>
              </p:cNvPr>
              <p:cNvGrpSpPr/>
              <p:nvPr/>
            </p:nvGrpSpPr>
            <p:grpSpPr>
              <a:xfrm>
                <a:off x="5472464" y="4463686"/>
                <a:ext cx="3600668" cy="2277148"/>
                <a:chOff x="5472464" y="4463686"/>
                <a:chExt cx="3600668" cy="2277148"/>
              </a:xfrm>
            </p:grpSpPr>
            <p:sp>
              <p:nvSpPr>
                <p:cNvPr id="30" name="Freeform: Shape 46">
                  <a:extLst>
                    <a:ext uri="{FF2B5EF4-FFF2-40B4-BE49-F238E27FC236}">
                      <a16:creationId xmlns:a16="http://schemas.microsoft.com/office/drawing/2014/main" id="{3067E5D1-5768-4138-920B-AD83D36A0270}"/>
                    </a:ext>
                  </a:extLst>
                </p:cNvPr>
                <p:cNvSpPr/>
                <p:nvPr/>
              </p:nvSpPr>
              <p:spPr>
                <a:xfrm>
                  <a:off x="5472464" y="4463686"/>
                  <a:ext cx="3600668" cy="2277148"/>
                </a:xfrm>
                <a:custGeom>
                  <a:avLst/>
                  <a:gdLst>
                    <a:gd name="connsiteX0" fmla="*/ 1677643 w 1754756"/>
                    <a:gd name="connsiteY0" fmla="*/ 88142 h 1067384"/>
                    <a:gd name="connsiteX1" fmla="*/ 1677306 w 1754756"/>
                    <a:gd name="connsiteY1" fmla="*/ 496609 h 1067384"/>
                    <a:gd name="connsiteX2" fmla="*/ 1676969 w 1754756"/>
                    <a:gd name="connsiteY2" fmla="*/ 567324 h 1067384"/>
                    <a:gd name="connsiteX3" fmla="*/ 1692796 w 1754756"/>
                    <a:gd name="connsiteY3" fmla="*/ 583825 h 1067384"/>
                    <a:gd name="connsiteX4" fmla="*/ 1754756 w 1754756"/>
                    <a:gd name="connsiteY4" fmla="*/ 585845 h 1067384"/>
                    <a:gd name="connsiteX5" fmla="*/ 1735562 w 1754756"/>
                    <a:gd name="connsiteY5" fmla="*/ 593253 h 1067384"/>
                    <a:gd name="connsiteX6" fmla="*/ 1698521 w 1754756"/>
                    <a:gd name="connsiteY6" fmla="*/ 593590 h 1067384"/>
                    <a:gd name="connsiteX7" fmla="*/ 1684378 w 1754756"/>
                    <a:gd name="connsiteY7" fmla="*/ 608070 h 1067384"/>
                    <a:gd name="connsiteX8" fmla="*/ 1684378 w 1754756"/>
                    <a:gd name="connsiteY8" fmla="*/ 650162 h 1067384"/>
                    <a:gd name="connsiteX9" fmla="*/ 1678316 w 1754756"/>
                    <a:gd name="connsiteY9" fmla="*/ 670367 h 1067384"/>
                    <a:gd name="connsiteX10" fmla="*/ 1677643 w 1754756"/>
                    <a:gd name="connsiteY10" fmla="*/ 863993 h 1067384"/>
                    <a:gd name="connsiteX11" fmla="*/ 1677643 w 1754756"/>
                    <a:gd name="connsiteY11" fmla="*/ 1042465 h 1067384"/>
                    <a:gd name="connsiteX12" fmla="*/ 1652387 w 1754756"/>
                    <a:gd name="connsiteY12" fmla="*/ 1067384 h 1067384"/>
                    <a:gd name="connsiteX13" fmla="*/ 1559783 w 1754756"/>
                    <a:gd name="connsiteY13" fmla="*/ 1067384 h 1067384"/>
                    <a:gd name="connsiteX14" fmla="*/ 460325 w 1754756"/>
                    <a:gd name="connsiteY14" fmla="*/ 1067384 h 1067384"/>
                    <a:gd name="connsiteX15" fmla="*/ 16164 w 1754756"/>
                    <a:gd name="connsiteY15" fmla="*/ 1067384 h 1067384"/>
                    <a:gd name="connsiteX16" fmla="*/ 0 w 1754756"/>
                    <a:gd name="connsiteY16" fmla="*/ 1050211 h 1067384"/>
                    <a:gd name="connsiteX17" fmla="*/ 0 w 1754756"/>
                    <a:gd name="connsiteY17" fmla="*/ 960974 h 1067384"/>
                    <a:gd name="connsiteX18" fmla="*/ 0 w 1754756"/>
                    <a:gd name="connsiteY18" fmla="*/ 46723 h 1067384"/>
                    <a:gd name="connsiteX19" fmla="*/ 39399 w 1754756"/>
                    <a:gd name="connsiteY19" fmla="*/ 7324 h 1067384"/>
                    <a:gd name="connsiteX20" fmla="*/ 901455 w 1754756"/>
                    <a:gd name="connsiteY20" fmla="*/ 7324 h 1067384"/>
                    <a:gd name="connsiteX21" fmla="*/ 926374 w 1754756"/>
                    <a:gd name="connsiteY21" fmla="*/ 4293 h 1067384"/>
                    <a:gd name="connsiteX22" fmla="*/ 949272 w 1754756"/>
                    <a:gd name="connsiteY22" fmla="*/ 252 h 1067384"/>
                    <a:gd name="connsiteX23" fmla="*/ 1579988 w 1754756"/>
                    <a:gd name="connsiteY23" fmla="*/ 252 h 1067384"/>
                    <a:gd name="connsiteX24" fmla="*/ 1603560 w 1754756"/>
                    <a:gd name="connsiteY24" fmla="*/ 926 h 1067384"/>
                    <a:gd name="connsiteX25" fmla="*/ 1660806 w 1754756"/>
                    <a:gd name="connsiteY25" fmla="*/ 589 h 1067384"/>
                    <a:gd name="connsiteX26" fmla="*/ 1684714 w 1754756"/>
                    <a:gd name="connsiteY26" fmla="*/ 24161 h 1067384"/>
                    <a:gd name="connsiteX27" fmla="*/ 1684714 w 1754756"/>
                    <a:gd name="connsiteY27" fmla="*/ 71305 h 1067384"/>
                    <a:gd name="connsiteX28" fmla="*/ 1677643 w 1754756"/>
                    <a:gd name="connsiteY28" fmla="*/ 88142 h 1067384"/>
                    <a:gd name="connsiteX0" fmla="*/ 1677643 w 1754770"/>
                    <a:gd name="connsiteY0" fmla="*/ 88142 h 1067384"/>
                    <a:gd name="connsiteX1" fmla="*/ 1677306 w 1754770"/>
                    <a:gd name="connsiteY1" fmla="*/ 496609 h 1067384"/>
                    <a:gd name="connsiteX2" fmla="*/ 1676969 w 1754770"/>
                    <a:gd name="connsiteY2" fmla="*/ 567324 h 1067384"/>
                    <a:gd name="connsiteX3" fmla="*/ 1692796 w 1754770"/>
                    <a:gd name="connsiteY3" fmla="*/ 583825 h 1067384"/>
                    <a:gd name="connsiteX4" fmla="*/ 1754756 w 1754770"/>
                    <a:gd name="connsiteY4" fmla="*/ 585845 h 1067384"/>
                    <a:gd name="connsiteX5" fmla="*/ 1698521 w 1754770"/>
                    <a:gd name="connsiteY5" fmla="*/ 593590 h 1067384"/>
                    <a:gd name="connsiteX6" fmla="*/ 1684378 w 1754770"/>
                    <a:gd name="connsiteY6" fmla="*/ 608070 h 1067384"/>
                    <a:gd name="connsiteX7" fmla="*/ 1684378 w 1754770"/>
                    <a:gd name="connsiteY7" fmla="*/ 650162 h 1067384"/>
                    <a:gd name="connsiteX8" fmla="*/ 1678316 w 1754770"/>
                    <a:gd name="connsiteY8" fmla="*/ 670367 h 1067384"/>
                    <a:gd name="connsiteX9" fmla="*/ 1677643 w 1754770"/>
                    <a:gd name="connsiteY9" fmla="*/ 863993 h 1067384"/>
                    <a:gd name="connsiteX10" fmla="*/ 1677643 w 1754770"/>
                    <a:gd name="connsiteY10" fmla="*/ 1042465 h 1067384"/>
                    <a:gd name="connsiteX11" fmla="*/ 1652387 w 1754770"/>
                    <a:gd name="connsiteY11" fmla="*/ 1067384 h 1067384"/>
                    <a:gd name="connsiteX12" fmla="*/ 1559783 w 1754770"/>
                    <a:gd name="connsiteY12" fmla="*/ 1067384 h 1067384"/>
                    <a:gd name="connsiteX13" fmla="*/ 460325 w 1754770"/>
                    <a:gd name="connsiteY13" fmla="*/ 1067384 h 1067384"/>
                    <a:gd name="connsiteX14" fmla="*/ 16164 w 1754770"/>
                    <a:gd name="connsiteY14" fmla="*/ 1067384 h 1067384"/>
                    <a:gd name="connsiteX15" fmla="*/ 0 w 1754770"/>
                    <a:gd name="connsiteY15" fmla="*/ 1050211 h 1067384"/>
                    <a:gd name="connsiteX16" fmla="*/ 0 w 1754770"/>
                    <a:gd name="connsiteY16" fmla="*/ 960974 h 1067384"/>
                    <a:gd name="connsiteX17" fmla="*/ 0 w 1754770"/>
                    <a:gd name="connsiteY17" fmla="*/ 46723 h 1067384"/>
                    <a:gd name="connsiteX18" fmla="*/ 39399 w 1754770"/>
                    <a:gd name="connsiteY18" fmla="*/ 7324 h 1067384"/>
                    <a:gd name="connsiteX19" fmla="*/ 901455 w 1754770"/>
                    <a:gd name="connsiteY19" fmla="*/ 7324 h 1067384"/>
                    <a:gd name="connsiteX20" fmla="*/ 926374 w 1754770"/>
                    <a:gd name="connsiteY20" fmla="*/ 4293 h 1067384"/>
                    <a:gd name="connsiteX21" fmla="*/ 949272 w 1754770"/>
                    <a:gd name="connsiteY21" fmla="*/ 252 h 1067384"/>
                    <a:gd name="connsiteX22" fmla="*/ 1579988 w 1754770"/>
                    <a:gd name="connsiteY22" fmla="*/ 252 h 1067384"/>
                    <a:gd name="connsiteX23" fmla="*/ 1603560 w 1754770"/>
                    <a:gd name="connsiteY23" fmla="*/ 926 h 1067384"/>
                    <a:gd name="connsiteX24" fmla="*/ 1660806 w 1754770"/>
                    <a:gd name="connsiteY24" fmla="*/ 589 h 1067384"/>
                    <a:gd name="connsiteX25" fmla="*/ 1684714 w 1754770"/>
                    <a:gd name="connsiteY25" fmla="*/ 24161 h 1067384"/>
                    <a:gd name="connsiteX26" fmla="*/ 1684714 w 1754770"/>
                    <a:gd name="connsiteY26" fmla="*/ 71305 h 1067384"/>
                    <a:gd name="connsiteX27" fmla="*/ 1677643 w 1754770"/>
                    <a:gd name="connsiteY27" fmla="*/ 88142 h 1067384"/>
                    <a:gd name="connsiteX0" fmla="*/ 1677643 w 1698835"/>
                    <a:gd name="connsiteY0" fmla="*/ 88142 h 1067384"/>
                    <a:gd name="connsiteX1" fmla="*/ 1677306 w 1698835"/>
                    <a:gd name="connsiteY1" fmla="*/ 496609 h 1067384"/>
                    <a:gd name="connsiteX2" fmla="*/ 1676969 w 1698835"/>
                    <a:gd name="connsiteY2" fmla="*/ 567324 h 1067384"/>
                    <a:gd name="connsiteX3" fmla="*/ 1692796 w 1698835"/>
                    <a:gd name="connsiteY3" fmla="*/ 583825 h 1067384"/>
                    <a:gd name="connsiteX4" fmla="*/ 1698521 w 1698835"/>
                    <a:gd name="connsiteY4" fmla="*/ 593590 h 1067384"/>
                    <a:gd name="connsiteX5" fmla="*/ 1684378 w 1698835"/>
                    <a:gd name="connsiteY5" fmla="*/ 608070 h 1067384"/>
                    <a:gd name="connsiteX6" fmla="*/ 1684378 w 1698835"/>
                    <a:gd name="connsiteY6" fmla="*/ 650162 h 1067384"/>
                    <a:gd name="connsiteX7" fmla="*/ 1678316 w 1698835"/>
                    <a:gd name="connsiteY7" fmla="*/ 670367 h 1067384"/>
                    <a:gd name="connsiteX8" fmla="*/ 1677643 w 1698835"/>
                    <a:gd name="connsiteY8" fmla="*/ 863993 h 1067384"/>
                    <a:gd name="connsiteX9" fmla="*/ 1677643 w 1698835"/>
                    <a:gd name="connsiteY9" fmla="*/ 1042465 h 1067384"/>
                    <a:gd name="connsiteX10" fmla="*/ 1652387 w 1698835"/>
                    <a:gd name="connsiteY10" fmla="*/ 1067384 h 1067384"/>
                    <a:gd name="connsiteX11" fmla="*/ 1559783 w 1698835"/>
                    <a:gd name="connsiteY11" fmla="*/ 1067384 h 1067384"/>
                    <a:gd name="connsiteX12" fmla="*/ 460325 w 1698835"/>
                    <a:gd name="connsiteY12" fmla="*/ 1067384 h 1067384"/>
                    <a:gd name="connsiteX13" fmla="*/ 16164 w 1698835"/>
                    <a:gd name="connsiteY13" fmla="*/ 1067384 h 1067384"/>
                    <a:gd name="connsiteX14" fmla="*/ 0 w 1698835"/>
                    <a:gd name="connsiteY14" fmla="*/ 1050211 h 1067384"/>
                    <a:gd name="connsiteX15" fmla="*/ 0 w 1698835"/>
                    <a:gd name="connsiteY15" fmla="*/ 960974 h 1067384"/>
                    <a:gd name="connsiteX16" fmla="*/ 0 w 1698835"/>
                    <a:gd name="connsiteY16" fmla="*/ 46723 h 1067384"/>
                    <a:gd name="connsiteX17" fmla="*/ 39399 w 1698835"/>
                    <a:gd name="connsiteY17" fmla="*/ 7324 h 1067384"/>
                    <a:gd name="connsiteX18" fmla="*/ 901455 w 1698835"/>
                    <a:gd name="connsiteY18" fmla="*/ 7324 h 1067384"/>
                    <a:gd name="connsiteX19" fmla="*/ 926374 w 1698835"/>
                    <a:gd name="connsiteY19" fmla="*/ 4293 h 1067384"/>
                    <a:gd name="connsiteX20" fmla="*/ 949272 w 1698835"/>
                    <a:gd name="connsiteY20" fmla="*/ 252 h 1067384"/>
                    <a:gd name="connsiteX21" fmla="*/ 1579988 w 1698835"/>
                    <a:gd name="connsiteY21" fmla="*/ 252 h 1067384"/>
                    <a:gd name="connsiteX22" fmla="*/ 1603560 w 1698835"/>
                    <a:gd name="connsiteY22" fmla="*/ 926 h 1067384"/>
                    <a:gd name="connsiteX23" fmla="*/ 1660806 w 1698835"/>
                    <a:gd name="connsiteY23" fmla="*/ 589 h 1067384"/>
                    <a:gd name="connsiteX24" fmla="*/ 1684714 w 1698835"/>
                    <a:gd name="connsiteY24" fmla="*/ 24161 h 1067384"/>
                    <a:gd name="connsiteX25" fmla="*/ 1684714 w 1698835"/>
                    <a:gd name="connsiteY25" fmla="*/ 71305 h 1067384"/>
                    <a:gd name="connsiteX26" fmla="*/ 1677643 w 1698835"/>
                    <a:gd name="connsiteY26" fmla="*/ 88142 h 1067384"/>
                    <a:gd name="connsiteX0" fmla="*/ 1677643 w 1692921"/>
                    <a:gd name="connsiteY0" fmla="*/ 88142 h 1067384"/>
                    <a:gd name="connsiteX1" fmla="*/ 1677306 w 1692921"/>
                    <a:gd name="connsiteY1" fmla="*/ 496609 h 1067384"/>
                    <a:gd name="connsiteX2" fmla="*/ 1676969 w 1692921"/>
                    <a:gd name="connsiteY2" fmla="*/ 567324 h 1067384"/>
                    <a:gd name="connsiteX3" fmla="*/ 1692796 w 1692921"/>
                    <a:gd name="connsiteY3" fmla="*/ 583825 h 1067384"/>
                    <a:gd name="connsiteX4" fmla="*/ 1684378 w 1692921"/>
                    <a:gd name="connsiteY4" fmla="*/ 608070 h 1067384"/>
                    <a:gd name="connsiteX5" fmla="*/ 1684378 w 1692921"/>
                    <a:gd name="connsiteY5" fmla="*/ 650162 h 1067384"/>
                    <a:gd name="connsiteX6" fmla="*/ 1678316 w 1692921"/>
                    <a:gd name="connsiteY6" fmla="*/ 670367 h 1067384"/>
                    <a:gd name="connsiteX7" fmla="*/ 1677643 w 1692921"/>
                    <a:gd name="connsiteY7" fmla="*/ 863993 h 1067384"/>
                    <a:gd name="connsiteX8" fmla="*/ 1677643 w 1692921"/>
                    <a:gd name="connsiteY8" fmla="*/ 1042465 h 1067384"/>
                    <a:gd name="connsiteX9" fmla="*/ 1652387 w 1692921"/>
                    <a:gd name="connsiteY9" fmla="*/ 1067384 h 1067384"/>
                    <a:gd name="connsiteX10" fmla="*/ 1559783 w 1692921"/>
                    <a:gd name="connsiteY10" fmla="*/ 1067384 h 1067384"/>
                    <a:gd name="connsiteX11" fmla="*/ 460325 w 1692921"/>
                    <a:gd name="connsiteY11" fmla="*/ 1067384 h 1067384"/>
                    <a:gd name="connsiteX12" fmla="*/ 16164 w 1692921"/>
                    <a:gd name="connsiteY12" fmla="*/ 1067384 h 1067384"/>
                    <a:gd name="connsiteX13" fmla="*/ 0 w 1692921"/>
                    <a:gd name="connsiteY13" fmla="*/ 1050211 h 1067384"/>
                    <a:gd name="connsiteX14" fmla="*/ 0 w 1692921"/>
                    <a:gd name="connsiteY14" fmla="*/ 960974 h 1067384"/>
                    <a:gd name="connsiteX15" fmla="*/ 0 w 1692921"/>
                    <a:gd name="connsiteY15" fmla="*/ 46723 h 1067384"/>
                    <a:gd name="connsiteX16" fmla="*/ 39399 w 1692921"/>
                    <a:gd name="connsiteY16" fmla="*/ 7324 h 1067384"/>
                    <a:gd name="connsiteX17" fmla="*/ 901455 w 1692921"/>
                    <a:gd name="connsiteY17" fmla="*/ 7324 h 1067384"/>
                    <a:gd name="connsiteX18" fmla="*/ 926374 w 1692921"/>
                    <a:gd name="connsiteY18" fmla="*/ 4293 h 1067384"/>
                    <a:gd name="connsiteX19" fmla="*/ 949272 w 1692921"/>
                    <a:gd name="connsiteY19" fmla="*/ 252 h 1067384"/>
                    <a:gd name="connsiteX20" fmla="*/ 1579988 w 1692921"/>
                    <a:gd name="connsiteY20" fmla="*/ 252 h 1067384"/>
                    <a:gd name="connsiteX21" fmla="*/ 1603560 w 1692921"/>
                    <a:gd name="connsiteY21" fmla="*/ 926 h 1067384"/>
                    <a:gd name="connsiteX22" fmla="*/ 1660806 w 1692921"/>
                    <a:gd name="connsiteY22" fmla="*/ 589 h 1067384"/>
                    <a:gd name="connsiteX23" fmla="*/ 1684714 w 1692921"/>
                    <a:gd name="connsiteY23" fmla="*/ 24161 h 1067384"/>
                    <a:gd name="connsiteX24" fmla="*/ 1684714 w 1692921"/>
                    <a:gd name="connsiteY24" fmla="*/ 71305 h 1067384"/>
                    <a:gd name="connsiteX25" fmla="*/ 1677643 w 1692921"/>
                    <a:gd name="connsiteY25" fmla="*/ 88142 h 1067384"/>
                    <a:gd name="connsiteX0" fmla="*/ 1677643 w 1692936"/>
                    <a:gd name="connsiteY0" fmla="*/ 88142 h 1067384"/>
                    <a:gd name="connsiteX1" fmla="*/ 1677306 w 1692936"/>
                    <a:gd name="connsiteY1" fmla="*/ 496609 h 1067384"/>
                    <a:gd name="connsiteX2" fmla="*/ 1676969 w 1692936"/>
                    <a:gd name="connsiteY2" fmla="*/ 567324 h 1067384"/>
                    <a:gd name="connsiteX3" fmla="*/ 1692796 w 1692936"/>
                    <a:gd name="connsiteY3" fmla="*/ 583825 h 1067384"/>
                    <a:gd name="connsiteX4" fmla="*/ 1684378 w 1692936"/>
                    <a:gd name="connsiteY4" fmla="*/ 650162 h 1067384"/>
                    <a:gd name="connsiteX5" fmla="*/ 1678316 w 1692936"/>
                    <a:gd name="connsiteY5" fmla="*/ 670367 h 1067384"/>
                    <a:gd name="connsiteX6" fmla="*/ 1677643 w 1692936"/>
                    <a:gd name="connsiteY6" fmla="*/ 863993 h 1067384"/>
                    <a:gd name="connsiteX7" fmla="*/ 1677643 w 1692936"/>
                    <a:gd name="connsiteY7" fmla="*/ 1042465 h 1067384"/>
                    <a:gd name="connsiteX8" fmla="*/ 1652387 w 1692936"/>
                    <a:gd name="connsiteY8" fmla="*/ 1067384 h 1067384"/>
                    <a:gd name="connsiteX9" fmla="*/ 1559783 w 1692936"/>
                    <a:gd name="connsiteY9" fmla="*/ 1067384 h 1067384"/>
                    <a:gd name="connsiteX10" fmla="*/ 460325 w 1692936"/>
                    <a:gd name="connsiteY10" fmla="*/ 1067384 h 1067384"/>
                    <a:gd name="connsiteX11" fmla="*/ 16164 w 1692936"/>
                    <a:gd name="connsiteY11" fmla="*/ 1067384 h 1067384"/>
                    <a:gd name="connsiteX12" fmla="*/ 0 w 1692936"/>
                    <a:gd name="connsiteY12" fmla="*/ 1050211 h 1067384"/>
                    <a:gd name="connsiteX13" fmla="*/ 0 w 1692936"/>
                    <a:gd name="connsiteY13" fmla="*/ 960974 h 1067384"/>
                    <a:gd name="connsiteX14" fmla="*/ 0 w 1692936"/>
                    <a:gd name="connsiteY14" fmla="*/ 46723 h 1067384"/>
                    <a:gd name="connsiteX15" fmla="*/ 39399 w 1692936"/>
                    <a:gd name="connsiteY15" fmla="*/ 7324 h 1067384"/>
                    <a:gd name="connsiteX16" fmla="*/ 901455 w 1692936"/>
                    <a:gd name="connsiteY16" fmla="*/ 7324 h 1067384"/>
                    <a:gd name="connsiteX17" fmla="*/ 926374 w 1692936"/>
                    <a:gd name="connsiteY17" fmla="*/ 4293 h 1067384"/>
                    <a:gd name="connsiteX18" fmla="*/ 949272 w 1692936"/>
                    <a:gd name="connsiteY18" fmla="*/ 252 h 1067384"/>
                    <a:gd name="connsiteX19" fmla="*/ 1579988 w 1692936"/>
                    <a:gd name="connsiteY19" fmla="*/ 252 h 1067384"/>
                    <a:gd name="connsiteX20" fmla="*/ 1603560 w 1692936"/>
                    <a:gd name="connsiteY20" fmla="*/ 926 h 1067384"/>
                    <a:gd name="connsiteX21" fmla="*/ 1660806 w 1692936"/>
                    <a:gd name="connsiteY21" fmla="*/ 589 h 1067384"/>
                    <a:gd name="connsiteX22" fmla="*/ 1684714 w 1692936"/>
                    <a:gd name="connsiteY22" fmla="*/ 24161 h 1067384"/>
                    <a:gd name="connsiteX23" fmla="*/ 1684714 w 1692936"/>
                    <a:gd name="connsiteY23" fmla="*/ 71305 h 1067384"/>
                    <a:gd name="connsiteX24" fmla="*/ 1677643 w 1692936"/>
                    <a:gd name="connsiteY24" fmla="*/ 88142 h 1067384"/>
                    <a:gd name="connsiteX0" fmla="*/ 1677643 w 1685103"/>
                    <a:gd name="connsiteY0" fmla="*/ 88142 h 1067384"/>
                    <a:gd name="connsiteX1" fmla="*/ 1677306 w 1685103"/>
                    <a:gd name="connsiteY1" fmla="*/ 496609 h 1067384"/>
                    <a:gd name="connsiteX2" fmla="*/ 1676969 w 1685103"/>
                    <a:gd name="connsiteY2" fmla="*/ 567324 h 1067384"/>
                    <a:gd name="connsiteX3" fmla="*/ 1684378 w 1685103"/>
                    <a:gd name="connsiteY3" fmla="*/ 650162 h 1067384"/>
                    <a:gd name="connsiteX4" fmla="*/ 1678316 w 1685103"/>
                    <a:gd name="connsiteY4" fmla="*/ 670367 h 1067384"/>
                    <a:gd name="connsiteX5" fmla="*/ 1677643 w 1685103"/>
                    <a:gd name="connsiteY5" fmla="*/ 863993 h 1067384"/>
                    <a:gd name="connsiteX6" fmla="*/ 1677643 w 1685103"/>
                    <a:gd name="connsiteY6" fmla="*/ 1042465 h 1067384"/>
                    <a:gd name="connsiteX7" fmla="*/ 1652387 w 1685103"/>
                    <a:gd name="connsiteY7" fmla="*/ 1067384 h 1067384"/>
                    <a:gd name="connsiteX8" fmla="*/ 1559783 w 1685103"/>
                    <a:gd name="connsiteY8" fmla="*/ 1067384 h 1067384"/>
                    <a:gd name="connsiteX9" fmla="*/ 460325 w 1685103"/>
                    <a:gd name="connsiteY9" fmla="*/ 1067384 h 1067384"/>
                    <a:gd name="connsiteX10" fmla="*/ 16164 w 1685103"/>
                    <a:gd name="connsiteY10" fmla="*/ 1067384 h 1067384"/>
                    <a:gd name="connsiteX11" fmla="*/ 0 w 1685103"/>
                    <a:gd name="connsiteY11" fmla="*/ 1050211 h 1067384"/>
                    <a:gd name="connsiteX12" fmla="*/ 0 w 1685103"/>
                    <a:gd name="connsiteY12" fmla="*/ 960974 h 1067384"/>
                    <a:gd name="connsiteX13" fmla="*/ 0 w 1685103"/>
                    <a:gd name="connsiteY13" fmla="*/ 46723 h 1067384"/>
                    <a:gd name="connsiteX14" fmla="*/ 39399 w 1685103"/>
                    <a:gd name="connsiteY14" fmla="*/ 7324 h 1067384"/>
                    <a:gd name="connsiteX15" fmla="*/ 901455 w 1685103"/>
                    <a:gd name="connsiteY15" fmla="*/ 7324 h 1067384"/>
                    <a:gd name="connsiteX16" fmla="*/ 926374 w 1685103"/>
                    <a:gd name="connsiteY16" fmla="*/ 4293 h 1067384"/>
                    <a:gd name="connsiteX17" fmla="*/ 949272 w 1685103"/>
                    <a:gd name="connsiteY17" fmla="*/ 252 h 1067384"/>
                    <a:gd name="connsiteX18" fmla="*/ 1579988 w 1685103"/>
                    <a:gd name="connsiteY18" fmla="*/ 252 h 1067384"/>
                    <a:gd name="connsiteX19" fmla="*/ 1603560 w 1685103"/>
                    <a:gd name="connsiteY19" fmla="*/ 926 h 1067384"/>
                    <a:gd name="connsiteX20" fmla="*/ 1660806 w 1685103"/>
                    <a:gd name="connsiteY20" fmla="*/ 589 h 1067384"/>
                    <a:gd name="connsiteX21" fmla="*/ 1684714 w 1685103"/>
                    <a:gd name="connsiteY21" fmla="*/ 24161 h 1067384"/>
                    <a:gd name="connsiteX22" fmla="*/ 1684714 w 1685103"/>
                    <a:gd name="connsiteY22" fmla="*/ 71305 h 1067384"/>
                    <a:gd name="connsiteX23" fmla="*/ 1677643 w 1685103"/>
                    <a:gd name="connsiteY23" fmla="*/ 88142 h 1067384"/>
                    <a:gd name="connsiteX0" fmla="*/ 1677643 w 1685103"/>
                    <a:gd name="connsiteY0" fmla="*/ 88142 h 1067384"/>
                    <a:gd name="connsiteX1" fmla="*/ 1677306 w 1685103"/>
                    <a:gd name="connsiteY1" fmla="*/ 496609 h 1067384"/>
                    <a:gd name="connsiteX2" fmla="*/ 1684378 w 1685103"/>
                    <a:gd name="connsiteY2" fmla="*/ 650162 h 1067384"/>
                    <a:gd name="connsiteX3" fmla="*/ 1678316 w 1685103"/>
                    <a:gd name="connsiteY3" fmla="*/ 670367 h 1067384"/>
                    <a:gd name="connsiteX4" fmla="*/ 1677643 w 1685103"/>
                    <a:gd name="connsiteY4" fmla="*/ 863993 h 1067384"/>
                    <a:gd name="connsiteX5" fmla="*/ 1677643 w 1685103"/>
                    <a:gd name="connsiteY5" fmla="*/ 1042465 h 1067384"/>
                    <a:gd name="connsiteX6" fmla="*/ 1652387 w 1685103"/>
                    <a:gd name="connsiteY6" fmla="*/ 1067384 h 1067384"/>
                    <a:gd name="connsiteX7" fmla="*/ 1559783 w 1685103"/>
                    <a:gd name="connsiteY7" fmla="*/ 1067384 h 1067384"/>
                    <a:gd name="connsiteX8" fmla="*/ 460325 w 1685103"/>
                    <a:gd name="connsiteY8" fmla="*/ 1067384 h 1067384"/>
                    <a:gd name="connsiteX9" fmla="*/ 16164 w 1685103"/>
                    <a:gd name="connsiteY9" fmla="*/ 1067384 h 1067384"/>
                    <a:gd name="connsiteX10" fmla="*/ 0 w 1685103"/>
                    <a:gd name="connsiteY10" fmla="*/ 1050211 h 1067384"/>
                    <a:gd name="connsiteX11" fmla="*/ 0 w 1685103"/>
                    <a:gd name="connsiteY11" fmla="*/ 960974 h 1067384"/>
                    <a:gd name="connsiteX12" fmla="*/ 0 w 1685103"/>
                    <a:gd name="connsiteY12" fmla="*/ 46723 h 1067384"/>
                    <a:gd name="connsiteX13" fmla="*/ 39399 w 1685103"/>
                    <a:gd name="connsiteY13" fmla="*/ 7324 h 1067384"/>
                    <a:gd name="connsiteX14" fmla="*/ 901455 w 1685103"/>
                    <a:gd name="connsiteY14" fmla="*/ 7324 h 1067384"/>
                    <a:gd name="connsiteX15" fmla="*/ 926374 w 1685103"/>
                    <a:gd name="connsiteY15" fmla="*/ 4293 h 1067384"/>
                    <a:gd name="connsiteX16" fmla="*/ 949272 w 1685103"/>
                    <a:gd name="connsiteY16" fmla="*/ 252 h 1067384"/>
                    <a:gd name="connsiteX17" fmla="*/ 1579988 w 1685103"/>
                    <a:gd name="connsiteY17" fmla="*/ 252 h 1067384"/>
                    <a:gd name="connsiteX18" fmla="*/ 1603560 w 1685103"/>
                    <a:gd name="connsiteY18" fmla="*/ 926 h 1067384"/>
                    <a:gd name="connsiteX19" fmla="*/ 1660806 w 1685103"/>
                    <a:gd name="connsiteY19" fmla="*/ 589 h 1067384"/>
                    <a:gd name="connsiteX20" fmla="*/ 1684714 w 1685103"/>
                    <a:gd name="connsiteY20" fmla="*/ 24161 h 1067384"/>
                    <a:gd name="connsiteX21" fmla="*/ 1684714 w 1685103"/>
                    <a:gd name="connsiteY21" fmla="*/ 71305 h 1067384"/>
                    <a:gd name="connsiteX22" fmla="*/ 1677643 w 1685103"/>
                    <a:gd name="connsiteY22" fmla="*/ 88142 h 1067384"/>
                    <a:gd name="connsiteX0" fmla="*/ 1677643 w 1685103"/>
                    <a:gd name="connsiteY0" fmla="*/ 88142 h 1067384"/>
                    <a:gd name="connsiteX1" fmla="*/ 1677306 w 1685103"/>
                    <a:gd name="connsiteY1" fmla="*/ 496609 h 1067384"/>
                    <a:gd name="connsiteX2" fmla="*/ 1684378 w 1685103"/>
                    <a:gd name="connsiteY2" fmla="*/ 650162 h 1067384"/>
                    <a:gd name="connsiteX3" fmla="*/ 1677643 w 1685103"/>
                    <a:gd name="connsiteY3" fmla="*/ 863993 h 1067384"/>
                    <a:gd name="connsiteX4" fmla="*/ 1677643 w 1685103"/>
                    <a:gd name="connsiteY4" fmla="*/ 1042465 h 1067384"/>
                    <a:gd name="connsiteX5" fmla="*/ 1652387 w 1685103"/>
                    <a:gd name="connsiteY5" fmla="*/ 1067384 h 1067384"/>
                    <a:gd name="connsiteX6" fmla="*/ 1559783 w 1685103"/>
                    <a:gd name="connsiteY6" fmla="*/ 1067384 h 1067384"/>
                    <a:gd name="connsiteX7" fmla="*/ 460325 w 1685103"/>
                    <a:gd name="connsiteY7" fmla="*/ 1067384 h 1067384"/>
                    <a:gd name="connsiteX8" fmla="*/ 16164 w 1685103"/>
                    <a:gd name="connsiteY8" fmla="*/ 1067384 h 1067384"/>
                    <a:gd name="connsiteX9" fmla="*/ 0 w 1685103"/>
                    <a:gd name="connsiteY9" fmla="*/ 1050211 h 1067384"/>
                    <a:gd name="connsiteX10" fmla="*/ 0 w 1685103"/>
                    <a:gd name="connsiteY10" fmla="*/ 960974 h 1067384"/>
                    <a:gd name="connsiteX11" fmla="*/ 0 w 1685103"/>
                    <a:gd name="connsiteY11" fmla="*/ 46723 h 1067384"/>
                    <a:gd name="connsiteX12" fmla="*/ 39399 w 1685103"/>
                    <a:gd name="connsiteY12" fmla="*/ 7324 h 1067384"/>
                    <a:gd name="connsiteX13" fmla="*/ 901455 w 1685103"/>
                    <a:gd name="connsiteY13" fmla="*/ 7324 h 1067384"/>
                    <a:gd name="connsiteX14" fmla="*/ 926374 w 1685103"/>
                    <a:gd name="connsiteY14" fmla="*/ 4293 h 1067384"/>
                    <a:gd name="connsiteX15" fmla="*/ 949272 w 1685103"/>
                    <a:gd name="connsiteY15" fmla="*/ 252 h 1067384"/>
                    <a:gd name="connsiteX16" fmla="*/ 1579988 w 1685103"/>
                    <a:gd name="connsiteY16" fmla="*/ 252 h 1067384"/>
                    <a:gd name="connsiteX17" fmla="*/ 1603560 w 1685103"/>
                    <a:gd name="connsiteY17" fmla="*/ 926 h 1067384"/>
                    <a:gd name="connsiteX18" fmla="*/ 1660806 w 1685103"/>
                    <a:gd name="connsiteY18" fmla="*/ 589 h 1067384"/>
                    <a:gd name="connsiteX19" fmla="*/ 1684714 w 1685103"/>
                    <a:gd name="connsiteY19" fmla="*/ 24161 h 1067384"/>
                    <a:gd name="connsiteX20" fmla="*/ 1684714 w 1685103"/>
                    <a:gd name="connsiteY20" fmla="*/ 71305 h 1067384"/>
                    <a:gd name="connsiteX21" fmla="*/ 1677643 w 1685103"/>
                    <a:gd name="connsiteY21" fmla="*/ 88142 h 1067384"/>
                    <a:gd name="connsiteX0" fmla="*/ 1677643 w 1685103"/>
                    <a:gd name="connsiteY0" fmla="*/ 88142 h 1067384"/>
                    <a:gd name="connsiteX1" fmla="*/ 1677306 w 1685103"/>
                    <a:gd name="connsiteY1" fmla="*/ 496609 h 1067384"/>
                    <a:gd name="connsiteX2" fmla="*/ 1677643 w 1685103"/>
                    <a:gd name="connsiteY2" fmla="*/ 863993 h 1067384"/>
                    <a:gd name="connsiteX3" fmla="*/ 1677643 w 1685103"/>
                    <a:gd name="connsiteY3" fmla="*/ 1042465 h 1067384"/>
                    <a:gd name="connsiteX4" fmla="*/ 1652387 w 1685103"/>
                    <a:gd name="connsiteY4" fmla="*/ 1067384 h 1067384"/>
                    <a:gd name="connsiteX5" fmla="*/ 1559783 w 1685103"/>
                    <a:gd name="connsiteY5" fmla="*/ 1067384 h 1067384"/>
                    <a:gd name="connsiteX6" fmla="*/ 460325 w 1685103"/>
                    <a:gd name="connsiteY6" fmla="*/ 1067384 h 1067384"/>
                    <a:gd name="connsiteX7" fmla="*/ 16164 w 1685103"/>
                    <a:gd name="connsiteY7" fmla="*/ 1067384 h 1067384"/>
                    <a:gd name="connsiteX8" fmla="*/ 0 w 1685103"/>
                    <a:gd name="connsiteY8" fmla="*/ 1050211 h 1067384"/>
                    <a:gd name="connsiteX9" fmla="*/ 0 w 1685103"/>
                    <a:gd name="connsiteY9" fmla="*/ 960974 h 1067384"/>
                    <a:gd name="connsiteX10" fmla="*/ 0 w 1685103"/>
                    <a:gd name="connsiteY10" fmla="*/ 46723 h 1067384"/>
                    <a:gd name="connsiteX11" fmla="*/ 39399 w 1685103"/>
                    <a:gd name="connsiteY11" fmla="*/ 7324 h 1067384"/>
                    <a:gd name="connsiteX12" fmla="*/ 901455 w 1685103"/>
                    <a:gd name="connsiteY12" fmla="*/ 7324 h 1067384"/>
                    <a:gd name="connsiteX13" fmla="*/ 926374 w 1685103"/>
                    <a:gd name="connsiteY13" fmla="*/ 4293 h 1067384"/>
                    <a:gd name="connsiteX14" fmla="*/ 949272 w 1685103"/>
                    <a:gd name="connsiteY14" fmla="*/ 252 h 1067384"/>
                    <a:gd name="connsiteX15" fmla="*/ 1579988 w 1685103"/>
                    <a:gd name="connsiteY15" fmla="*/ 252 h 1067384"/>
                    <a:gd name="connsiteX16" fmla="*/ 1603560 w 1685103"/>
                    <a:gd name="connsiteY16" fmla="*/ 926 h 1067384"/>
                    <a:gd name="connsiteX17" fmla="*/ 1660806 w 1685103"/>
                    <a:gd name="connsiteY17" fmla="*/ 589 h 1067384"/>
                    <a:gd name="connsiteX18" fmla="*/ 1684714 w 1685103"/>
                    <a:gd name="connsiteY18" fmla="*/ 24161 h 1067384"/>
                    <a:gd name="connsiteX19" fmla="*/ 1684714 w 1685103"/>
                    <a:gd name="connsiteY19" fmla="*/ 71305 h 1067384"/>
                    <a:gd name="connsiteX20" fmla="*/ 1677643 w 1685103"/>
                    <a:gd name="connsiteY20" fmla="*/ 88142 h 1067384"/>
                    <a:gd name="connsiteX0" fmla="*/ 1677643 w 1685103"/>
                    <a:gd name="connsiteY0" fmla="*/ 88142 h 1067384"/>
                    <a:gd name="connsiteX1" fmla="*/ 1677643 w 1685103"/>
                    <a:gd name="connsiteY1" fmla="*/ 863993 h 1067384"/>
                    <a:gd name="connsiteX2" fmla="*/ 1677643 w 1685103"/>
                    <a:gd name="connsiteY2" fmla="*/ 1042465 h 1067384"/>
                    <a:gd name="connsiteX3" fmla="*/ 1652387 w 1685103"/>
                    <a:gd name="connsiteY3" fmla="*/ 1067384 h 1067384"/>
                    <a:gd name="connsiteX4" fmla="*/ 1559783 w 1685103"/>
                    <a:gd name="connsiteY4" fmla="*/ 1067384 h 1067384"/>
                    <a:gd name="connsiteX5" fmla="*/ 460325 w 1685103"/>
                    <a:gd name="connsiteY5" fmla="*/ 1067384 h 1067384"/>
                    <a:gd name="connsiteX6" fmla="*/ 16164 w 1685103"/>
                    <a:gd name="connsiteY6" fmla="*/ 1067384 h 1067384"/>
                    <a:gd name="connsiteX7" fmla="*/ 0 w 1685103"/>
                    <a:gd name="connsiteY7" fmla="*/ 1050211 h 1067384"/>
                    <a:gd name="connsiteX8" fmla="*/ 0 w 1685103"/>
                    <a:gd name="connsiteY8" fmla="*/ 960974 h 1067384"/>
                    <a:gd name="connsiteX9" fmla="*/ 0 w 1685103"/>
                    <a:gd name="connsiteY9" fmla="*/ 46723 h 1067384"/>
                    <a:gd name="connsiteX10" fmla="*/ 39399 w 1685103"/>
                    <a:gd name="connsiteY10" fmla="*/ 7324 h 1067384"/>
                    <a:gd name="connsiteX11" fmla="*/ 901455 w 1685103"/>
                    <a:gd name="connsiteY11" fmla="*/ 7324 h 1067384"/>
                    <a:gd name="connsiteX12" fmla="*/ 926374 w 1685103"/>
                    <a:gd name="connsiteY12" fmla="*/ 4293 h 1067384"/>
                    <a:gd name="connsiteX13" fmla="*/ 949272 w 1685103"/>
                    <a:gd name="connsiteY13" fmla="*/ 252 h 1067384"/>
                    <a:gd name="connsiteX14" fmla="*/ 1579988 w 1685103"/>
                    <a:gd name="connsiteY14" fmla="*/ 252 h 1067384"/>
                    <a:gd name="connsiteX15" fmla="*/ 1603560 w 1685103"/>
                    <a:gd name="connsiteY15" fmla="*/ 926 h 1067384"/>
                    <a:gd name="connsiteX16" fmla="*/ 1660806 w 1685103"/>
                    <a:gd name="connsiteY16" fmla="*/ 589 h 1067384"/>
                    <a:gd name="connsiteX17" fmla="*/ 1684714 w 1685103"/>
                    <a:gd name="connsiteY17" fmla="*/ 24161 h 1067384"/>
                    <a:gd name="connsiteX18" fmla="*/ 1684714 w 1685103"/>
                    <a:gd name="connsiteY18" fmla="*/ 71305 h 1067384"/>
                    <a:gd name="connsiteX19" fmla="*/ 1677643 w 1685103"/>
                    <a:gd name="connsiteY19" fmla="*/ 88142 h 1067384"/>
                    <a:gd name="connsiteX0" fmla="*/ 1677643 w 1685103"/>
                    <a:gd name="connsiteY0" fmla="*/ 88142 h 1067384"/>
                    <a:gd name="connsiteX1" fmla="*/ 1677643 w 1685103"/>
                    <a:gd name="connsiteY1" fmla="*/ 863993 h 1067384"/>
                    <a:gd name="connsiteX2" fmla="*/ 1677643 w 1685103"/>
                    <a:gd name="connsiteY2" fmla="*/ 1042465 h 1067384"/>
                    <a:gd name="connsiteX3" fmla="*/ 1652387 w 1685103"/>
                    <a:gd name="connsiteY3" fmla="*/ 1067384 h 1067384"/>
                    <a:gd name="connsiteX4" fmla="*/ 1559783 w 1685103"/>
                    <a:gd name="connsiteY4" fmla="*/ 1067384 h 1067384"/>
                    <a:gd name="connsiteX5" fmla="*/ 460325 w 1685103"/>
                    <a:gd name="connsiteY5" fmla="*/ 1067384 h 1067384"/>
                    <a:gd name="connsiteX6" fmla="*/ 16164 w 1685103"/>
                    <a:gd name="connsiteY6" fmla="*/ 1067384 h 1067384"/>
                    <a:gd name="connsiteX7" fmla="*/ 0 w 1685103"/>
                    <a:gd name="connsiteY7" fmla="*/ 1050211 h 1067384"/>
                    <a:gd name="connsiteX8" fmla="*/ 0 w 1685103"/>
                    <a:gd name="connsiteY8" fmla="*/ 960974 h 1067384"/>
                    <a:gd name="connsiteX9" fmla="*/ 0 w 1685103"/>
                    <a:gd name="connsiteY9" fmla="*/ 46723 h 1067384"/>
                    <a:gd name="connsiteX10" fmla="*/ 39399 w 1685103"/>
                    <a:gd name="connsiteY10" fmla="*/ 7324 h 1067384"/>
                    <a:gd name="connsiteX11" fmla="*/ 901455 w 1685103"/>
                    <a:gd name="connsiteY11" fmla="*/ 7324 h 1067384"/>
                    <a:gd name="connsiteX12" fmla="*/ 926374 w 1685103"/>
                    <a:gd name="connsiteY12" fmla="*/ 4293 h 1067384"/>
                    <a:gd name="connsiteX13" fmla="*/ 1579988 w 1685103"/>
                    <a:gd name="connsiteY13" fmla="*/ 252 h 1067384"/>
                    <a:gd name="connsiteX14" fmla="*/ 1603560 w 1685103"/>
                    <a:gd name="connsiteY14" fmla="*/ 926 h 1067384"/>
                    <a:gd name="connsiteX15" fmla="*/ 1660806 w 1685103"/>
                    <a:gd name="connsiteY15" fmla="*/ 589 h 1067384"/>
                    <a:gd name="connsiteX16" fmla="*/ 1684714 w 1685103"/>
                    <a:gd name="connsiteY16" fmla="*/ 24161 h 1067384"/>
                    <a:gd name="connsiteX17" fmla="*/ 1684714 w 1685103"/>
                    <a:gd name="connsiteY17" fmla="*/ 71305 h 1067384"/>
                    <a:gd name="connsiteX18" fmla="*/ 1677643 w 1685103"/>
                    <a:gd name="connsiteY18" fmla="*/ 88142 h 1067384"/>
                    <a:gd name="connsiteX0" fmla="*/ 1677643 w 1685103"/>
                    <a:gd name="connsiteY0" fmla="*/ 88142 h 1067384"/>
                    <a:gd name="connsiteX1" fmla="*/ 1677643 w 1685103"/>
                    <a:gd name="connsiteY1" fmla="*/ 863993 h 1067384"/>
                    <a:gd name="connsiteX2" fmla="*/ 1677643 w 1685103"/>
                    <a:gd name="connsiteY2" fmla="*/ 1042465 h 1067384"/>
                    <a:gd name="connsiteX3" fmla="*/ 1652387 w 1685103"/>
                    <a:gd name="connsiteY3" fmla="*/ 1067384 h 1067384"/>
                    <a:gd name="connsiteX4" fmla="*/ 1559783 w 1685103"/>
                    <a:gd name="connsiteY4" fmla="*/ 1067384 h 1067384"/>
                    <a:gd name="connsiteX5" fmla="*/ 460325 w 1685103"/>
                    <a:gd name="connsiteY5" fmla="*/ 1067384 h 1067384"/>
                    <a:gd name="connsiteX6" fmla="*/ 16164 w 1685103"/>
                    <a:gd name="connsiteY6" fmla="*/ 1067384 h 1067384"/>
                    <a:gd name="connsiteX7" fmla="*/ 0 w 1685103"/>
                    <a:gd name="connsiteY7" fmla="*/ 1050211 h 1067384"/>
                    <a:gd name="connsiteX8" fmla="*/ 0 w 1685103"/>
                    <a:gd name="connsiteY8" fmla="*/ 960974 h 1067384"/>
                    <a:gd name="connsiteX9" fmla="*/ 0 w 1685103"/>
                    <a:gd name="connsiteY9" fmla="*/ 46723 h 1067384"/>
                    <a:gd name="connsiteX10" fmla="*/ 39399 w 1685103"/>
                    <a:gd name="connsiteY10" fmla="*/ 7324 h 1067384"/>
                    <a:gd name="connsiteX11" fmla="*/ 901455 w 1685103"/>
                    <a:gd name="connsiteY11" fmla="*/ 7324 h 1067384"/>
                    <a:gd name="connsiteX12" fmla="*/ 1579988 w 1685103"/>
                    <a:gd name="connsiteY12" fmla="*/ 252 h 1067384"/>
                    <a:gd name="connsiteX13" fmla="*/ 1603560 w 1685103"/>
                    <a:gd name="connsiteY13" fmla="*/ 926 h 1067384"/>
                    <a:gd name="connsiteX14" fmla="*/ 1660806 w 1685103"/>
                    <a:gd name="connsiteY14" fmla="*/ 589 h 1067384"/>
                    <a:gd name="connsiteX15" fmla="*/ 1684714 w 1685103"/>
                    <a:gd name="connsiteY15" fmla="*/ 24161 h 1067384"/>
                    <a:gd name="connsiteX16" fmla="*/ 1684714 w 1685103"/>
                    <a:gd name="connsiteY16" fmla="*/ 71305 h 1067384"/>
                    <a:gd name="connsiteX17" fmla="*/ 1677643 w 1685103"/>
                    <a:gd name="connsiteY17" fmla="*/ 88142 h 1067384"/>
                    <a:gd name="connsiteX0" fmla="*/ 1677643 w 1685103"/>
                    <a:gd name="connsiteY0" fmla="*/ 88142 h 1067384"/>
                    <a:gd name="connsiteX1" fmla="*/ 1677643 w 1685103"/>
                    <a:gd name="connsiteY1" fmla="*/ 863993 h 1067384"/>
                    <a:gd name="connsiteX2" fmla="*/ 1677643 w 1685103"/>
                    <a:gd name="connsiteY2" fmla="*/ 1042465 h 1067384"/>
                    <a:gd name="connsiteX3" fmla="*/ 1652387 w 1685103"/>
                    <a:gd name="connsiteY3" fmla="*/ 1067384 h 1067384"/>
                    <a:gd name="connsiteX4" fmla="*/ 1559783 w 1685103"/>
                    <a:gd name="connsiteY4" fmla="*/ 1067384 h 1067384"/>
                    <a:gd name="connsiteX5" fmla="*/ 460325 w 1685103"/>
                    <a:gd name="connsiteY5" fmla="*/ 1067384 h 1067384"/>
                    <a:gd name="connsiteX6" fmla="*/ 16164 w 1685103"/>
                    <a:gd name="connsiteY6" fmla="*/ 1067384 h 1067384"/>
                    <a:gd name="connsiteX7" fmla="*/ 0 w 1685103"/>
                    <a:gd name="connsiteY7" fmla="*/ 1050211 h 1067384"/>
                    <a:gd name="connsiteX8" fmla="*/ 0 w 1685103"/>
                    <a:gd name="connsiteY8" fmla="*/ 960974 h 1067384"/>
                    <a:gd name="connsiteX9" fmla="*/ 0 w 1685103"/>
                    <a:gd name="connsiteY9" fmla="*/ 46723 h 1067384"/>
                    <a:gd name="connsiteX10" fmla="*/ 39399 w 1685103"/>
                    <a:gd name="connsiteY10" fmla="*/ 7324 h 1067384"/>
                    <a:gd name="connsiteX11" fmla="*/ 1579988 w 1685103"/>
                    <a:gd name="connsiteY11" fmla="*/ 252 h 1067384"/>
                    <a:gd name="connsiteX12" fmla="*/ 1603560 w 1685103"/>
                    <a:gd name="connsiteY12" fmla="*/ 926 h 1067384"/>
                    <a:gd name="connsiteX13" fmla="*/ 1660806 w 1685103"/>
                    <a:gd name="connsiteY13" fmla="*/ 589 h 1067384"/>
                    <a:gd name="connsiteX14" fmla="*/ 1684714 w 1685103"/>
                    <a:gd name="connsiteY14" fmla="*/ 24161 h 1067384"/>
                    <a:gd name="connsiteX15" fmla="*/ 1684714 w 1685103"/>
                    <a:gd name="connsiteY15" fmla="*/ 71305 h 1067384"/>
                    <a:gd name="connsiteX16" fmla="*/ 1677643 w 1685103"/>
                    <a:gd name="connsiteY16" fmla="*/ 88142 h 1067384"/>
                    <a:gd name="connsiteX0" fmla="*/ 1677643 w 1720152"/>
                    <a:gd name="connsiteY0" fmla="*/ 89716 h 1068958"/>
                    <a:gd name="connsiteX1" fmla="*/ 1677643 w 1720152"/>
                    <a:gd name="connsiteY1" fmla="*/ 865567 h 1068958"/>
                    <a:gd name="connsiteX2" fmla="*/ 1677643 w 1720152"/>
                    <a:gd name="connsiteY2" fmla="*/ 1044039 h 1068958"/>
                    <a:gd name="connsiteX3" fmla="*/ 1652387 w 1720152"/>
                    <a:gd name="connsiteY3" fmla="*/ 1068958 h 1068958"/>
                    <a:gd name="connsiteX4" fmla="*/ 1559783 w 1720152"/>
                    <a:gd name="connsiteY4" fmla="*/ 1068958 h 1068958"/>
                    <a:gd name="connsiteX5" fmla="*/ 460325 w 1720152"/>
                    <a:gd name="connsiteY5" fmla="*/ 1068958 h 1068958"/>
                    <a:gd name="connsiteX6" fmla="*/ 16164 w 1720152"/>
                    <a:gd name="connsiteY6" fmla="*/ 1068958 h 1068958"/>
                    <a:gd name="connsiteX7" fmla="*/ 0 w 1720152"/>
                    <a:gd name="connsiteY7" fmla="*/ 1051785 h 1068958"/>
                    <a:gd name="connsiteX8" fmla="*/ 0 w 1720152"/>
                    <a:gd name="connsiteY8" fmla="*/ 962548 h 1068958"/>
                    <a:gd name="connsiteX9" fmla="*/ 0 w 1720152"/>
                    <a:gd name="connsiteY9" fmla="*/ 48297 h 1068958"/>
                    <a:gd name="connsiteX10" fmla="*/ 39399 w 1720152"/>
                    <a:gd name="connsiteY10" fmla="*/ 8898 h 1068958"/>
                    <a:gd name="connsiteX11" fmla="*/ 1579988 w 1720152"/>
                    <a:gd name="connsiteY11" fmla="*/ 1826 h 1068958"/>
                    <a:gd name="connsiteX12" fmla="*/ 1660806 w 1720152"/>
                    <a:gd name="connsiteY12" fmla="*/ 2163 h 1068958"/>
                    <a:gd name="connsiteX13" fmla="*/ 1684714 w 1720152"/>
                    <a:gd name="connsiteY13" fmla="*/ 25735 h 1068958"/>
                    <a:gd name="connsiteX14" fmla="*/ 1684714 w 1720152"/>
                    <a:gd name="connsiteY14" fmla="*/ 72879 h 1068958"/>
                    <a:gd name="connsiteX15" fmla="*/ 1677643 w 1720152"/>
                    <a:gd name="connsiteY15" fmla="*/ 89716 h 1068958"/>
                    <a:gd name="connsiteX0" fmla="*/ 1677643 w 1685103"/>
                    <a:gd name="connsiteY0" fmla="*/ 87553 h 1066795"/>
                    <a:gd name="connsiteX1" fmla="*/ 1677643 w 1685103"/>
                    <a:gd name="connsiteY1" fmla="*/ 863404 h 1066795"/>
                    <a:gd name="connsiteX2" fmla="*/ 1677643 w 1685103"/>
                    <a:gd name="connsiteY2" fmla="*/ 1041876 h 1066795"/>
                    <a:gd name="connsiteX3" fmla="*/ 1652387 w 1685103"/>
                    <a:gd name="connsiteY3" fmla="*/ 1066795 h 1066795"/>
                    <a:gd name="connsiteX4" fmla="*/ 1559783 w 1685103"/>
                    <a:gd name="connsiteY4" fmla="*/ 1066795 h 1066795"/>
                    <a:gd name="connsiteX5" fmla="*/ 460325 w 1685103"/>
                    <a:gd name="connsiteY5" fmla="*/ 1066795 h 1066795"/>
                    <a:gd name="connsiteX6" fmla="*/ 16164 w 1685103"/>
                    <a:gd name="connsiteY6" fmla="*/ 1066795 h 1066795"/>
                    <a:gd name="connsiteX7" fmla="*/ 0 w 1685103"/>
                    <a:gd name="connsiteY7" fmla="*/ 1049622 h 1066795"/>
                    <a:gd name="connsiteX8" fmla="*/ 0 w 1685103"/>
                    <a:gd name="connsiteY8" fmla="*/ 960385 h 1066795"/>
                    <a:gd name="connsiteX9" fmla="*/ 0 w 1685103"/>
                    <a:gd name="connsiteY9" fmla="*/ 46134 h 1066795"/>
                    <a:gd name="connsiteX10" fmla="*/ 39399 w 1685103"/>
                    <a:gd name="connsiteY10" fmla="*/ 6735 h 1066795"/>
                    <a:gd name="connsiteX11" fmla="*/ 1660806 w 1685103"/>
                    <a:gd name="connsiteY11" fmla="*/ 0 h 1066795"/>
                    <a:gd name="connsiteX12" fmla="*/ 1684714 w 1685103"/>
                    <a:gd name="connsiteY12" fmla="*/ 23572 h 1066795"/>
                    <a:gd name="connsiteX13" fmla="*/ 1684714 w 1685103"/>
                    <a:gd name="connsiteY13" fmla="*/ 70716 h 1066795"/>
                    <a:gd name="connsiteX14" fmla="*/ 1677643 w 1685103"/>
                    <a:gd name="connsiteY14" fmla="*/ 87553 h 1066795"/>
                    <a:gd name="connsiteX0" fmla="*/ 1684714 w 1685103"/>
                    <a:gd name="connsiteY0" fmla="*/ 70716 h 1066795"/>
                    <a:gd name="connsiteX1" fmla="*/ 1677643 w 1685103"/>
                    <a:gd name="connsiteY1" fmla="*/ 863404 h 1066795"/>
                    <a:gd name="connsiteX2" fmla="*/ 1677643 w 1685103"/>
                    <a:gd name="connsiteY2" fmla="*/ 1041876 h 1066795"/>
                    <a:gd name="connsiteX3" fmla="*/ 1652387 w 1685103"/>
                    <a:gd name="connsiteY3" fmla="*/ 1066795 h 1066795"/>
                    <a:gd name="connsiteX4" fmla="*/ 1559783 w 1685103"/>
                    <a:gd name="connsiteY4" fmla="*/ 1066795 h 1066795"/>
                    <a:gd name="connsiteX5" fmla="*/ 460325 w 1685103"/>
                    <a:gd name="connsiteY5" fmla="*/ 1066795 h 1066795"/>
                    <a:gd name="connsiteX6" fmla="*/ 16164 w 1685103"/>
                    <a:gd name="connsiteY6" fmla="*/ 1066795 h 1066795"/>
                    <a:gd name="connsiteX7" fmla="*/ 0 w 1685103"/>
                    <a:gd name="connsiteY7" fmla="*/ 1049622 h 1066795"/>
                    <a:gd name="connsiteX8" fmla="*/ 0 w 1685103"/>
                    <a:gd name="connsiteY8" fmla="*/ 960385 h 1066795"/>
                    <a:gd name="connsiteX9" fmla="*/ 0 w 1685103"/>
                    <a:gd name="connsiteY9" fmla="*/ 46134 h 1066795"/>
                    <a:gd name="connsiteX10" fmla="*/ 39399 w 1685103"/>
                    <a:gd name="connsiteY10" fmla="*/ 6735 h 1066795"/>
                    <a:gd name="connsiteX11" fmla="*/ 1660806 w 1685103"/>
                    <a:gd name="connsiteY11" fmla="*/ 0 h 1066795"/>
                    <a:gd name="connsiteX12" fmla="*/ 1684714 w 1685103"/>
                    <a:gd name="connsiteY12" fmla="*/ 23572 h 1066795"/>
                    <a:gd name="connsiteX13" fmla="*/ 1684714 w 1685103"/>
                    <a:gd name="connsiteY13" fmla="*/ 70716 h 1066795"/>
                    <a:gd name="connsiteX0" fmla="*/ 1684714 w 1685268"/>
                    <a:gd name="connsiteY0" fmla="*/ 23572 h 1066795"/>
                    <a:gd name="connsiteX1" fmla="*/ 1677643 w 1685268"/>
                    <a:gd name="connsiteY1" fmla="*/ 863404 h 1066795"/>
                    <a:gd name="connsiteX2" fmla="*/ 1677643 w 1685268"/>
                    <a:gd name="connsiteY2" fmla="*/ 1041876 h 1066795"/>
                    <a:gd name="connsiteX3" fmla="*/ 1652387 w 1685268"/>
                    <a:gd name="connsiteY3" fmla="*/ 1066795 h 1066795"/>
                    <a:gd name="connsiteX4" fmla="*/ 1559783 w 1685268"/>
                    <a:gd name="connsiteY4" fmla="*/ 1066795 h 1066795"/>
                    <a:gd name="connsiteX5" fmla="*/ 460325 w 1685268"/>
                    <a:gd name="connsiteY5" fmla="*/ 1066795 h 1066795"/>
                    <a:gd name="connsiteX6" fmla="*/ 16164 w 1685268"/>
                    <a:gd name="connsiteY6" fmla="*/ 1066795 h 1066795"/>
                    <a:gd name="connsiteX7" fmla="*/ 0 w 1685268"/>
                    <a:gd name="connsiteY7" fmla="*/ 1049622 h 1066795"/>
                    <a:gd name="connsiteX8" fmla="*/ 0 w 1685268"/>
                    <a:gd name="connsiteY8" fmla="*/ 960385 h 1066795"/>
                    <a:gd name="connsiteX9" fmla="*/ 0 w 1685268"/>
                    <a:gd name="connsiteY9" fmla="*/ 46134 h 1066795"/>
                    <a:gd name="connsiteX10" fmla="*/ 39399 w 1685268"/>
                    <a:gd name="connsiteY10" fmla="*/ 6735 h 1066795"/>
                    <a:gd name="connsiteX11" fmla="*/ 1660806 w 1685268"/>
                    <a:gd name="connsiteY11" fmla="*/ 0 h 1066795"/>
                    <a:gd name="connsiteX12" fmla="*/ 1684714 w 1685268"/>
                    <a:gd name="connsiteY12" fmla="*/ 23572 h 1066795"/>
                    <a:gd name="connsiteX0" fmla="*/ 1684714 w 1685575"/>
                    <a:gd name="connsiteY0" fmla="*/ 23572 h 1126186"/>
                    <a:gd name="connsiteX1" fmla="*/ 1677643 w 1685575"/>
                    <a:gd name="connsiteY1" fmla="*/ 1041876 h 1126186"/>
                    <a:gd name="connsiteX2" fmla="*/ 1652387 w 1685575"/>
                    <a:gd name="connsiteY2" fmla="*/ 1066795 h 1126186"/>
                    <a:gd name="connsiteX3" fmla="*/ 1559783 w 1685575"/>
                    <a:gd name="connsiteY3" fmla="*/ 1066795 h 1126186"/>
                    <a:gd name="connsiteX4" fmla="*/ 460325 w 1685575"/>
                    <a:gd name="connsiteY4" fmla="*/ 1066795 h 1126186"/>
                    <a:gd name="connsiteX5" fmla="*/ 16164 w 1685575"/>
                    <a:gd name="connsiteY5" fmla="*/ 1066795 h 1126186"/>
                    <a:gd name="connsiteX6" fmla="*/ 0 w 1685575"/>
                    <a:gd name="connsiteY6" fmla="*/ 1049622 h 1126186"/>
                    <a:gd name="connsiteX7" fmla="*/ 0 w 1685575"/>
                    <a:gd name="connsiteY7" fmla="*/ 960385 h 1126186"/>
                    <a:gd name="connsiteX8" fmla="*/ 0 w 1685575"/>
                    <a:gd name="connsiteY8" fmla="*/ 46134 h 1126186"/>
                    <a:gd name="connsiteX9" fmla="*/ 39399 w 1685575"/>
                    <a:gd name="connsiteY9" fmla="*/ 6735 h 1126186"/>
                    <a:gd name="connsiteX10" fmla="*/ 1660806 w 1685575"/>
                    <a:gd name="connsiteY10" fmla="*/ 0 h 1126186"/>
                    <a:gd name="connsiteX11" fmla="*/ 1684714 w 1685575"/>
                    <a:gd name="connsiteY11" fmla="*/ 23572 h 1126186"/>
                    <a:gd name="connsiteX0" fmla="*/ 1684714 w 1685575"/>
                    <a:gd name="connsiteY0" fmla="*/ 23572 h 1126186"/>
                    <a:gd name="connsiteX1" fmla="*/ 1677643 w 1685575"/>
                    <a:gd name="connsiteY1" fmla="*/ 1041876 h 1126186"/>
                    <a:gd name="connsiteX2" fmla="*/ 1652387 w 1685575"/>
                    <a:gd name="connsiteY2" fmla="*/ 1066795 h 1126186"/>
                    <a:gd name="connsiteX3" fmla="*/ 460325 w 1685575"/>
                    <a:gd name="connsiteY3" fmla="*/ 1066795 h 1126186"/>
                    <a:gd name="connsiteX4" fmla="*/ 16164 w 1685575"/>
                    <a:gd name="connsiteY4" fmla="*/ 1066795 h 1126186"/>
                    <a:gd name="connsiteX5" fmla="*/ 0 w 1685575"/>
                    <a:gd name="connsiteY5" fmla="*/ 1049622 h 1126186"/>
                    <a:gd name="connsiteX6" fmla="*/ 0 w 1685575"/>
                    <a:gd name="connsiteY6" fmla="*/ 960385 h 1126186"/>
                    <a:gd name="connsiteX7" fmla="*/ 0 w 1685575"/>
                    <a:gd name="connsiteY7" fmla="*/ 46134 h 1126186"/>
                    <a:gd name="connsiteX8" fmla="*/ 39399 w 1685575"/>
                    <a:gd name="connsiteY8" fmla="*/ 6735 h 1126186"/>
                    <a:gd name="connsiteX9" fmla="*/ 1660806 w 1685575"/>
                    <a:gd name="connsiteY9" fmla="*/ 0 h 1126186"/>
                    <a:gd name="connsiteX10" fmla="*/ 1684714 w 1685575"/>
                    <a:gd name="connsiteY10" fmla="*/ 23572 h 1126186"/>
                    <a:gd name="connsiteX0" fmla="*/ 1684714 w 1685575"/>
                    <a:gd name="connsiteY0" fmla="*/ 23572 h 1126186"/>
                    <a:gd name="connsiteX1" fmla="*/ 1677643 w 1685575"/>
                    <a:gd name="connsiteY1" fmla="*/ 1041876 h 1126186"/>
                    <a:gd name="connsiteX2" fmla="*/ 1652387 w 1685575"/>
                    <a:gd name="connsiteY2" fmla="*/ 1066795 h 1126186"/>
                    <a:gd name="connsiteX3" fmla="*/ 16164 w 1685575"/>
                    <a:gd name="connsiteY3" fmla="*/ 1066795 h 1126186"/>
                    <a:gd name="connsiteX4" fmla="*/ 0 w 1685575"/>
                    <a:gd name="connsiteY4" fmla="*/ 1049622 h 1126186"/>
                    <a:gd name="connsiteX5" fmla="*/ 0 w 1685575"/>
                    <a:gd name="connsiteY5" fmla="*/ 960385 h 1126186"/>
                    <a:gd name="connsiteX6" fmla="*/ 0 w 1685575"/>
                    <a:gd name="connsiteY6" fmla="*/ 46134 h 1126186"/>
                    <a:gd name="connsiteX7" fmla="*/ 39399 w 1685575"/>
                    <a:gd name="connsiteY7" fmla="*/ 6735 h 1126186"/>
                    <a:gd name="connsiteX8" fmla="*/ 1660806 w 1685575"/>
                    <a:gd name="connsiteY8" fmla="*/ 0 h 1126186"/>
                    <a:gd name="connsiteX9" fmla="*/ 1684714 w 1685575"/>
                    <a:gd name="connsiteY9" fmla="*/ 23572 h 1126186"/>
                    <a:gd name="connsiteX0" fmla="*/ 1688327 w 1689188"/>
                    <a:gd name="connsiteY0" fmla="*/ 62826 h 1165440"/>
                    <a:gd name="connsiteX1" fmla="*/ 1681256 w 1689188"/>
                    <a:gd name="connsiteY1" fmla="*/ 1081130 h 1165440"/>
                    <a:gd name="connsiteX2" fmla="*/ 1656000 w 1689188"/>
                    <a:gd name="connsiteY2" fmla="*/ 1106049 h 1165440"/>
                    <a:gd name="connsiteX3" fmla="*/ 19777 w 1689188"/>
                    <a:gd name="connsiteY3" fmla="*/ 1106049 h 1165440"/>
                    <a:gd name="connsiteX4" fmla="*/ 3613 w 1689188"/>
                    <a:gd name="connsiteY4" fmla="*/ 1088876 h 1165440"/>
                    <a:gd name="connsiteX5" fmla="*/ 3613 w 1689188"/>
                    <a:gd name="connsiteY5" fmla="*/ 85388 h 1165440"/>
                    <a:gd name="connsiteX6" fmla="*/ 43012 w 1689188"/>
                    <a:gd name="connsiteY6" fmla="*/ 45989 h 1165440"/>
                    <a:gd name="connsiteX7" fmla="*/ 1664419 w 1689188"/>
                    <a:gd name="connsiteY7" fmla="*/ 39254 h 1165440"/>
                    <a:gd name="connsiteX8" fmla="*/ 1688327 w 1689188"/>
                    <a:gd name="connsiteY8" fmla="*/ 62826 h 1165440"/>
                    <a:gd name="connsiteX0" fmla="*/ 1688327 w 1688624"/>
                    <a:gd name="connsiteY0" fmla="*/ 62826 h 1123759"/>
                    <a:gd name="connsiteX1" fmla="*/ 1681256 w 1688624"/>
                    <a:gd name="connsiteY1" fmla="*/ 1081130 h 1123759"/>
                    <a:gd name="connsiteX2" fmla="*/ 1656000 w 1688624"/>
                    <a:gd name="connsiteY2" fmla="*/ 1106049 h 1123759"/>
                    <a:gd name="connsiteX3" fmla="*/ 19777 w 1688624"/>
                    <a:gd name="connsiteY3" fmla="*/ 1106049 h 1123759"/>
                    <a:gd name="connsiteX4" fmla="*/ 3613 w 1688624"/>
                    <a:gd name="connsiteY4" fmla="*/ 1088876 h 1123759"/>
                    <a:gd name="connsiteX5" fmla="*/ 3613 w 1688624"/>
                    <a:gd name="connsiteY5" fmla="*/ 85388 h 1123759"/>
                    <a:gd name="connsiteX6" fmla="*/ 43012 w 1688624"/>
                    <a:gd name="connsiteY6" fmla="*/ 45989 h 1123759"/>
                    <a:gd name="connsiteX7" fmla="*/ 1664419 w 1688624"/>
                    <a:gd name="connsiteY7" fmla="*/ 39254 h 1123759"/>
                    <a:gd name="connsiteX8" fmla="*/ 1688327 w 1688624"/>
                    <a:gd name="connsiteY8" fmla="*/ 62826 h 1123759"/>
                    <a:gd name="connsiteX0" fmla="*/ 1688327 w 1688994"/>
                    <a:gd name="connsiteY0" fmla="*/ 62826 h 1110966"/>
                    <a:gd name="connsiteX1" fmla="*/ 1681256 w 1688994"/>
                    <a:gd name="connsiteY1" fmla="*/ 1081130 h 1110966"/>
                    <a:gd name="connsiteX2" fmla="*/ 1656000 w 1688994"/>
                    <a:gd name="connsiteY2" fmla="*/ 1106049 h 1110966"/>
                    <a:gd name="connsiteX3" fmla="*/ 19777 w 1688994"/>
                    <a:gd name="connsiteY3" fmla="*/ 1106049 h 1110966"/>
                    <a:gd name="connsiteX4" fmla="*/ 3613 w 1688994"/>
                    <a:gd name="connsiteY4" fmla="*/ 1088876 h 1110966"/>
                    <a:gd name="connsiteX5" fmla="*/ 3613 w 1688994"/>
                    <a:gd name="connsiteY5" fmla="*/ 85388 h 1110966"/>
                    <a:gd name="connsiteX6" fmla="*/ 43012 w 1688994"/>
                    <a:gd name="connsiteY6" fmla="*/ 45989 h 1110966"/>
                    <a:gd name="connsiteX7" fmla="*/ 1664419 w 1688994"/>
                    <a:gd name="connsiteY7" fmla="*/ 39254 h 1110966"/>
                    <a:gd name="connsiteX8" fmla="*/ 1688327 w 1688994"/>
                    <a:gd name="connsiteY8" fmla="*/ 62826 h 1110966"/>
                    <a:gd name="connsiteX0" fmla="*/ 1688327 w 1688994"/>
                    <a:gd name="connsiteY0" fmla="*/ 62826 h 1106049"/>
                    <a:gd name="connsiteX1" fmla="*/ 1681256 w 1688994"/>
                    <a:gd name="connsiteY1" fmla="*/ 1081130 h 1106049"/>
                    <a:gd name="connsiteX2" fmla="*/ 1656000 w 1688994"/>
                    <a:gd name="connsiteY2" fmla="*/ 1106049 h 1106049"/>
                    <a:gd name="connsiteX3" fmla="*/ 19777 w 1688994"/>
                    <a:gd name="connsiteY3" fmla="*/ 1106049 h 1106049"/>
                    <a:gd name="connsiteX4" fmla="*/ 3613 w 1688994"/>
                    <a:gd name="connsiteY4" fmla="*/ 1088876 h 1106049"/>
                    <a:gd name="connsiteX5" fmla="*/ 3613 w 1688994"/>
                    <a:gd name="connsiteY5" fmla="*/ 85388 h 1106049"/>
                    <a:gd name="connsiteX6" fmla="*/ 43012 w 1688994"/>
                    <a:gd name="connsiteY6" fmla="*/ 45989 h 1106049"/>
                    <a:gd name="connsiteX7" fmla="*/ 1664419 w 1688994"/>
                    <a:gd name="connsiteY7" fmla="*/ 39254 h 1106049"/>
                    <a:gd name="connsiteX8" fmla="*/ 1688327 w 1688994"/>
                    <a:gd name="connsiteY8" fmla="*/ 62826 h 1106049"/>
                    <a:gd name="connsiteX0" fmla="*/ 1777781 w 1778448"/>
                    <a:gd name="connsiteY0" fmla="*/ 64289 h 1107512"/>
                    <a:gd name="connsiteX1" fmla="*/ 1770710 w 1778448"/>
                    <a:gd name="connsiteY1" fmla="*/ 1082593 h 1107512"/>
                    <a:gd name="connsiteX2" fmla="*/ 1745454 w 1778448"/>
                    <a:gd name="connsiteY2" fmla="*/ 1107512 h 1107512"/>
                    <a:gd name="connsiteX3" fmla="*/ 109231 w 1778448"/>
                    <a:gd name="connsiteY3" fmla="*/ 1107512 h 1107512"/>
                    <a:gd name="connsiteX4" fmla="*/ 93067 w 1778448"/>
                    <a:gd name="connsiteY4" fmla="*/ 1090339 h 1107512"/>
                    <a:gd name="connsiteX5" fmla="*/ 93067 w 1778448"/>
                    <a:gd name="connsiteY5" fmla="*/ 86851 h 1107512"/>
                    <a:gd name="connsiteX6" fmla="*/ 132466 w 1778448"/>
                    <a:gd name="connsiteY6" fmla="*/ 47452 h 1107512"/>
                    <a:gd name="connsiteX7" fmla="*/ 1753873 w 1778448"/>
                    <a:gd name="connsiteY7" fmla="*/ 40717 h 1107512"/>
                    <a:gd name="connsiteX8" fmla="*/ 1777781 w 1778448"/>
                    <a:gd name="connsiteY8" fmla="*/ 64289 h 1107512"/>
                    <a:gd name="connsiteX0" fmla="*/ 1779399 w 1780066"/>
                    <a:gd name="connsiteY0" fmla="*/ 23572 h 1066795"/>
                    <a:gd name="connsiteX1" fmla="*/ 1772328 w 1780066"/>
                    <a:gd name="connsiteY1" fmla="*/ 1041876 h 1066795"/>
                    <a:gd name="connsiteX2" fmla="*/ 1747072 w 1780066"/>
                    <a:gd name="connsiteY2" fmla="*/ 1066795 h 1066795"/>
                    <a:gd name="connsiteX3" fmla="*/ 110849 w 1780066"/>
                    <a:gd name="connsiteY3" fmla="*/ 1066795 h 1066795"/>
                    <a:gd name="connsiteX4" fmla="*/ 94685 w 1780066"/>
                    <a:gd name="connsiteY4" fmla="*/ 1049622 h 1066795"/>
                    <a:gd name="connsiteX5" fmla="*/ 94685 w 1780066"/>
                    <a:gd name="connsiteY5" fmla="*/ 46134 h 1066795"/>
                    <a:gd name="connsiteX6" fmla="*/ 134084 w 1780066"/>
                    <a:gd name="connsiteY6" fmla="*/ 6735 h 1066795"/>
                    <a:gd name="connsiteX7" fmla="*/ 1755491 w 1780066"/>
                    <a:gd name="connsiteY7" fmla="*/ 0 h 1066795"/>
                    <a:gd name="connsiteX8" fmla="*/ 1779399 w 1780066"/>
                    <a:gd name="connsiteY8" fmla="*/ 23572 h 1066795"/>
                    <a:gd name="connsiteX0" fmla="*/ 1686648 w 1687315"/>
                    <a:gd name="connsiteY0" fmla="*/ 23572 h 1066795"/>
                    <a:gd name="connsiteX1" fmla="*/ 1679577 w 1687315"/>
                    <a:gd name="connsiteY1" fmla="*/ 1041876 h 1066795"/>
                    <a:gd name="connsiteX2" fmla="*/ 1654321 w 1687315"/>
                    <a:gd name="connsiteY2" fmla="*/ 1066795 h 1066795"/>
                    <a:gd name="connsiteX3" fmla="*/ 18098 w 1687315"/>
                    <a:gd name="connsiteY3" fmla="*/ 1066795 h 1066795"/>
                    <a:gd name="connsiteX4" fmla="*/ 1934 w 1687315"/>
                    <a:gd name="connsiteY4" fmla="*/ 1049622 h 1066795"/>
                    <a:gd name="connsiteX5" fmla="*/ 1934 w 1687315"/>
                    <a:gd name="connsiteY5" fmla="*/ 46134 h 1066795"/>
                    <a:gd name="connsiteX6" fmla="*/ 41333 w 1687315"/>
                    <a:gd name="connsiteY6" fmla="*/ 6735 h 1066795"/>
                    <a:gd name="connsiteX7" fmla="*/ 1662740 w 1687315"/>
                    <a:gd name="connsiteY7" fmla="*/ 0 h 1066795"/>
                    <a:gd name="connsiteX8" fmla="*/ 1686648 w 1687315"/>
                    <a:gd name="connsiteY8" fmla="*/ 23572 h 1066795"/>
                    <a:gd name="connsiteX0" fmla="*/ 1686648 w 1687315"/>
                    <a:gd name="connsiteY0" fmla="*/ 23572 h 1066795"/>
                    <a:gd name="connsiteX1" fmla="*/ 1679577 w 1687315"/>
                    <a:gd name="connsiteY1" fmla="*/ 1041876 h 1066795"/>
                    <a:gd name="connsiteX2" fmla="*/ 1654321 w 1687315"/>
                    <a:gd name="connsiteY2" fmla="*/ 1066795 h 1066795"/>
                    <a:gd name="connsiteX3" fmla="*/ 18098 w 1687315"/>
                    <a:gd name="connsiteY3" fmla="*/ 1066795 h 1066795"/>
                    <a:gd name="connsiteX4" fmla="*/ 1934 w 1687315"/>
                    <a:gd name="connsiteY4" fmla="*/ 1049622 h 1066795"/>
                    <a:gd name="connsiteX5" fmla="*/ 1934 w 1687315"/>
                    <a:gd name="connsiteY5" fmla="*/ 46134 h 1066795"/>
                    <a:gd name="connsiteX6" fmla="*/ 41333 w 1687315"/>
                    <a:gd name="connsiteY6" fmla="*/ 6735 h 1066795"/>
                    <a:gd name="connsiteX7" fmla="*/ 1662740 w 1687315"/>
                    <a:gd name="connsiteY7" fmla="*/ 0 h 1066795"/>
                    <a:gd name="connsiteX8" fmla="*/ 1686648 w 1687315"/>
                    <a:gd name="connsiteY8" fmla="*/ 23572 h 1066795"/>
                    <a:gd name="connsiteX0" fmla="*/ 1686168 w 1686835"/>
                    <a:gd name="connsiteY0" fmla="*/ 23572 h 1066795"/>
                    <a:gd name="connsiteX1" fmla="*/ 1679097 w 1686835"/>
                    <a:gd name="connsiteY1" fmla="*/ 1041876 h 1066795"/>
                    <a:gd name="connsiteX2" fmla="*/ 1653841 w 1686835"/>
                    <a:gd name="connsiteY2" fmla="*/ 1066795 h 1066795"/>
                    <a:gd name="connsiteX3" fmla="*/ 17618 w 1686835"/>
                    <a:gd name="connsiteY3" fmla="*/ 1066795 h 1066795"/>
                    <a:gd name="connsiteX4" fmla="*/ 1454 w 1686835"/>
                    <a:gd name="connsiteY4" fmla="*/ 1049622 h 1066795"/>
                    <a:gd name="connsiteX5" fmla="*/ 1454 w 1686835"/>
                    <a:gd name="connsiteY5" fmla="*/ 46134 h 1066795"/>
                    <a:gd name="connsiteX6" fmla="*/ 40853 w 1686835"/>
                    <a:gd name="connsiteY6" fmla="*/ 6735 h 1066795"/>
                    <a:gd name="connsiteX7" fmla="*/ 1662260 w 1686835"/>
                    <a:gd name="connsiteY7" fmla="*/ 0 h 1066795"/>
                    <a:gd name="connsiteX8" fmla="*/ 1686168 w 1686835"/>
                    <a:gd name="connsiteY8" fmla="*/ 23572 h 1066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86835" h="1066795">
                      <a:moveTo>
                        <a:pt x="1686168" y="23572"/>
                      </a:moveTo>
                      <a:cubicBezTo>
                        <a:pt x="1688974" y="197218"/>
                        <a:pt x="1682221" y="867951"/>
                        <a:pt x="1679097" y="1041876"/>
                      </a:cubicBezTo>
                      <a:cubicBezTo>
                        <a:pt x="1678266" y="1058171"/>
                        <a:pt x="1676740" y="1066795"/>
                        <a:pt x="1653841" y="1066795"/>
                      </a:cubicBezTo>
                      <a:lnTo>
                        <a:pt x="17618" y="1066795"/>
                      </a:lnTo>
                      <a:cubicBezTo>
                        <a:pt x="4485" y="1066795"/>
                        <a:pt x="1454" y="1061408"/>
                        <a:pt x="1454" y="1049622"/>
                      </a:cubicBezTo>
                      <a:cubicBezTo>
                        <a:pt x="-1240" y="879512"/>
                        <a:pt x="449" y="220069"/>
                        <a:pt x="1454" y="46134"/>
                      </a:cubicBezTo>
                      <a:cubicBezTo>
                        <a:pt x="1665" y="9603"/>
                        <a:pt x="485" y="6797"/>
                        <a:pt x="40853" y="6735"/>
                      </a:cubicBezTo>
                      <a:lnTo>
                        <a:pt x="1662260" y="0"/>
                      </a:lnTo>
                      <a:cubicBezTo>
                        <a:pt x="1679714" y="3985"/>
                        <a:pt x="1685158" y="6735"/>
                        <a:pt x="1686168" y="23572"/>
                      </a:cubicBezTo>
                      <a:close/>
                    </a:path>
                  </a:pathLst>
                </a:custGeom>
                <a:solidFill>
                  <a:srgbClr val="6F7173"/>
                </a:solidFill>
                <a:ln w="3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47">
                  <a:extLst>
                    <a:ext uri="{FF2B5EF4-FFF2-40B4-BE49-F238E27FC236}">
                      <a16:creationId xmlns:a16="http://schemas.microsoft.com/office/drawing/2014/main" id="{5A432344-2C33-4983-AB93-9381AAB0D3AF}"/>
                    </a:ext>
                  </a:extLst>
                </p:cNvPr>
                <p:cNvSpPr/>
                <p:nvPr/>
              </p:nvSpPr>
              <p:spPr>
                <a:xfrm>
                  <a:off x="5584824" y="4598822"/>
                  <a:ext cx="3381939" cy="2019818"/>
                </a:xfrm>
                <a:custGeom>
                  <a:avLst/>
                  <a:gdLst>
                    <a:gd name="connsiteX0" fmla="*/ 792014 w 1584365"/>
                    <a:gd name="connsiteY0" fmla="*/ 337 h 946241"/>
                    <a:gd name="connsiteX1" fmla="*/ 1566518 w 1584365"/>
                    <a:gd name="connsiteY1" fmla="*/ 0 h 946241"/>
                    <a:gd name="connsiteX2" fmla="*/ 1584366 w 1584365"/>
                    <a:gd name="connsiteY2" fmla="*/ 17174 h 946241"/>
                    <a:gd name="connsiteX3" fmla="*/ 1584366 w 1584365"/>
                    <a:gd name="connsiteY3" fmla="*/ 928058 h 946241"/>
                    <a:gd name="connsiteX4" fmla="*/ 1567192 w 1584365"/>
                    <a:gd name="connsiteY4" fmla="*/ 946242 h 946241"/>
                    <a:gd name="connsiteX5" fmla="*/ 23572 w 1584365"/>
                    <a:gd name="connsiteY5" fmla="*/ 945905 h 946241"/>
                    <a:gd name="connsiteX6" fmla="*/ 337 w 1584365"/>
                    <a:gd name="connsiteY6" fmla="*/ 923007 h 946241"/>
                    <a:gd name="connsiteX7" fmla="*/ 0 w 1584365"/>
                    <a:gd name="connsiteY7" fmla="*/ 20541 h 946241"/>
                    <a:gd name="connsiteX8" fmla="*/ 21551 w 1584365"/>
                    <a:gd name="connsiteY8" fmla="*/ 0 h 946241"/>
                    <a:gd name="connsiteX9" fmla="*/ 792014 w 1584365"/>
                    <a:gd name="connsiteY9" fmla="*/ 337 h 946241"/>
                    <a:gd name="connsiteX10" fmla="*/ 792014 w 1584365"/>
                    <a:gd name="connsiteY10" fmla="*/ 337 h 946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84365" h="946241">
                      <a:moveTo>
                        <a:pt x="792014" y="337"/>
                      </a:moveTo>
                      <a:cubicBezTo>
                        <a:pt x="1050295" y="337"/>
                        <a:pt x="1308238" y="337"/>
                        <a:pt x="1566518" y="0"/>
                      </a:cubicBezTo>
                      <a:cubicBezTo>
                        <a:pt x="1579988" y="0"/>
                        <a:pt x="1584366" y="2357"/>
                        <a:pt x="1584366" y="17174"/>
                      </a:cubicBezTo>
                      <a:cubicBezTo>
                        <a:pt x="1584029" y="320914"/>
                        <a:pt x="1584029" y="624318"/>
                        <a:pt x="1584366" y="928058"/>
                      </a:cubicBezTo>
                      <a:cubicBezTo>
                        <a:pt x="1584366" y="941191"/>
                        <a:pt x="1582008" y="946242"/>
                        <a:pt x="1567192" y="946242"/>
                      </a:cubicBezTo>
                      <a:cubicBezTo>
                        <a:pt x="1052652" y="945905"/>
                        <a:pt x="538112" y="945905"/>
                        <a:pt x="23572" y="945905"/>
                      </a:cubicBezTo>
                      <a:cubicBezTo>
                        <a:pt x="337" y="945905"/>
                        <a:pt x="337" y="945905"/>
                        <a:pt x="337" y="923007"/>
                      </a:cubicBezTo>
                      <a:cubicBezTo>
                        <a:pt x="337" y="622297"/>
                        <a:pt x="673" y="321588"/>
                        <a:pt x="0" y="20541"/>
                      </a:cubicBezTo>
                      <a:cubicBezTo>
                        <a:pt x="0" y="2694"/>
                        <a:pt x="5388" y="0"/>
                        <a:pt x="21551" y="0"/>
                      </a:cubicBezTo>
                      <a:cubicBezTo>
                        <a:pt x="278148" y="337"/>
                        <a:pt x="535081" y="337"/>
                        <a:pt x="792014" y="337"/>
                      </a:cubicBezTo>
                      <a:cubicBezTo>
                        <a:pt x="792014" y="337"/>
                        <a:pt x="792014" y="337"/>
                        <a:pt x="792014" y="337"/>
                      </a:cubicBezTo>
                      <a:close/>
                    </a:path>
                  </a:pathLst>
                </a:custGeom>
                <a:solidFill>
                  <a:srgbClr val="FEFEFE"/>
                </a:solidFill>
                <a:ln w="3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2" name="Freeform: Shape 48">
                  <a:extLst>
                    <a:ext uri="{FF2B5EF4-FFF2-40B4-BE49-F238E27FC236}">
                      <a16:creationId xmlns:a16="http://schemas.microsoft.com/office/drawing/2014/main" id="{B93BC3FF-943F-49B8-B8D2-4F4C22E78E84}"/>
                    </a:ext>
                  </a:extLst>
                </p:cNvPr>
                <p:cNvSpPr/>
                <p:nvPr/>
              </p:nvSpPr>
              <p:spPr>
                <a:xfrm>
                  <a:off x="7945837" y="5829122"/>
                  <a:ext cx="548442" cy="668041"/>
                </a:xfrm>
                <a:custGeom>
                  <a:avLst/>
                  <a:gdLst>
                    <a:gd name="connsiteX0" fmla="*/ 256933 w 256933"/>
                    <a:gd name="connsiteY0" fmla="*/ 280300 h 312963"/>
                    <a:gd name="connsiteX1" fmla="*/ 235045 w 256933"/>
                    <a:gd name="connsiteY1" fmla="*/ 272218 h 312963"/>
                    <a:gd name="connsiteX2" fmla="*/ 203728 w 256933"/>
                    <a:gd name="connsiteY2" fmla="*/ 290065 h 312963"/>
                    <a:gd name="connsiteX3" fmla="*/ 199687 w 256933"/>
                    <a:gd name="connsiteY3" fmla="*/ 310270 h 312963"/>
                    <a:gd name="connsiteX4" fmla="*/ 177126 w 256933"/>
                    <a:gd name="connsiteY4" fmla="*/ 266830 h 312963"/>
                    <a:gd name="connsiteX5" fmla="*/ 153890 w 256933"/>
                    <a:gd name="connsiteY5" fmla="*/ 216656 h 312963"/>
                    <a:gd name="connsiteX6" fmla="*/ 125604 w 256933"/>
                    <a:gd name="connsiteY6" fmla="*/ 198472 h 312963"/>
                    <a:gd name="connsiteX7" fmla="*/ 104726 w 256933"/>
                    <a:gd name="connsiteY7" fmla="*/ 212278 h 312963"/>
                    <a:gd name="connsiteX8" fmla="*/ 57583 w 256933"/>
                    <a:gd name="connsiteY8" fmla="*/ 312964 h 312963"/>
                    <a:gd name="connsiteX9" fmla="*/ 49838 w 256933"/>
                    <a:gd name="connsiteY9" fmla="*/ 275922 h 312963"/>
                    <a:gd name="connsiteX10" fmla="*/ 33001 w 256933"/>
                    <a:gd name="connsiteY10" fmla="*/ 267504 h 312963"/>
                    <a:gd name="connsiteX11" fmla="*/ 0 w 256933"/>
                    <a:gd name="connsiteY11" fmla="*/ 280973 h 312963"/>
                    <a:gd name="connsiteX12" fmla="*/ 26603 w 256933"/>
                    <a:gd name="connsiteY12" fmla="*/ 223391 h 312963"/>
                    <a:gd name="connsiteX13" fmla="*/ 48491 w 256933"/>
                    <a:gd name="connsiteY13" fmla="*/ 177931 h 312963"/>
                    <a:gd name="connsiteX14" fmla="*/ 46807 w 256933"/>
                    <a:gd name="connsiteY14" fmla="*/ 156716 h 312963"/>
                    <a:gd name="connsiteX15" fmla="*/ 47144 w 256933"/>
                    <a:gd name="connsiteY15" fmla="*/ 41887 h 312963"/>
                    <a:gd name="connsiteX16" fmla="*/ 155574 w 256933"/>
                    <a:gd name="connsiteY16" fmla="*/ 3499 h 312963"/>
                    <a:gd name="connsiteX17" fmla="*/ 212147 w 256933"/>
                    <a:gd name="connsiteY17" fmla="*/ 153349 h 312963"/>
                    <a:gd name="connsiteX18" fmla="*/ 210126 w 256933"/>
                    <a:gd name="connsiteY18" fmla="*/ 181972 h 312963"/>
                    <a:gd name="connsiteX19" fmla="*/ 256933 w 256933"/>
                    <a:gd name="connsiteY19" fmla="*/ 280300 h 312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56933" h="312963">
                      <a:moveTo>
                        <a:pt x="256933" y="280300"/>
                      </a:moveTo>
                      <a:cubicBezTo>
                        <a:pt x="247168" y="276933"/>
                        <a:pt x="241106" y="274575"/>
                        <a:pt x="235045" y="272218"/>
                      </a:cubicBezTo>
                      <a:cubicBezTo>
                        <a:pt x="208443" y="262116"/>
                        <a:pt x="208443" y="262116"/>
                        <a:pt x="203728" y="290065"/>
                      </a:cubicBezTo>
                      <a:cubicBezTo>
                        <a:pt x="202718" y="296127"/>
                        <a:pt x="201371" y="302188"/>
                        <a:pt x="199687" y="310270"/>
                      </a:cubicBezTo>
                      <a:cubicBezTo>
                        <a:pt x="188575" y="296463"/>
                        <a:pt x="184197" y="280973"/>
                        <a:pt x="177126" y="266830"/>
                      </a:cubicBezTo>
                      <a:cubicBezTo>
                        <a:pt x="168707" y="250330"/>
                        <a:pt x="160289" y="233830"/>
                        <a:pt x="153890" y="216656"/>
                      </a:cubicBezTo>
                      <a:cubicBezTo>
                        <a:pt x="148503" y="202176"/>
                        <a:pt x="141094" y="197462"/>
                        <a:pt x="125604" y="198472"/>
                      </a:cubicBezTo>
                      <a:cubicBezTo>
                        <a:pt x="114155" y="199145"/>
                        <a:pt x="109104" y="202513"/>
                        <a:pt x="104726" y="212278"/>
                      </a:cubicBezTo>
                      <a:cubicBezTo>
                        <a:pt x="89910" y="244605"/>
                        <a:pt x="74420" y="276596"/>
                        <a:pt x="57583" y="312964"/>
                      </a:cubicBezTo>
                      <a:cubicBezTo>
                        <a:pt x="54215" y="297810"/>
                        <a:pt x="50511" y="287035"/>
                        <a:pt x="49838" y="275922"/>
                      </a:cubicBezTo>
                      <a:cubicBezTo>
                        <a:pt x="48827" y="261779"/>
                        <a:pt x="42766" y="262789"/>
                        <a:pt x="33001" y="267504"/>
                      </a:cubicBezTo>
                      <a:cubicBezTo>
                        <a:pt x="23572" y="271881"/>
                        <a:pt x="13470" y="275586"/>
                        <a:pt x="0" y="280973"/>
                      </a:cubicBezTo>
                      <a:cubicBezTo>
                        <a:pt x="9765" y="260096"/>
                        <a:pt x="17847" y="241575"/>
                        <a:pt x="26603" y="223391"/>
                      </a:cubicBezTo>
                      <a:cubicBezTo>
                        <a:pt x="33674" y="208237"/>
                        <a:pt x="40746" y="193084"/>
                        <a:pt x="48491" y="177931"/>
                      </a:cubicBezTo>
                      <a:cubicBezTo>
                        <a:pt x="52531" y="170186"/>
                        <a:pt x="51858" y="164461"/>
                        <a:pt x="46807" y="156716"/>
                      </a:cubicBezTo>
                      <a:cubicBezTo>
                        <a:pt x="22225" y="119675"/>
                        <a:pt x="22898" y="76235"/>
                        <a:pt x="47144" y="41887"/>
                      </a:cubicBezTo>
                      <a:cubicBezTo>
                        <a:pt x="71726" y="7203"/>
                        <a:pt x="112808" y="-7277"/>
                        <a:pt x="155574" y="3499"/>
                      </a:cubicBezTo>
                      <a:cubicBezTo>
                        <a:pt x="219218" y="19326"/>
                        <a:pt x="248515" y="96439"/>
                        <a:pt x="212147" y="153349"/>
                      </a:cubicBezTo>
                      <a:cubicBezTo>
                        <a:pt x="205749" y="163451"/>
                        <a:pt x="204738" y="170859"/>
                        <a:pt x="210126" y="181972"/>
                      </a:cubicBezTo>
                      <a:cubicBezTo>
                        <a:pt x="225953" y="213288"/>
                        <a:pt x="240433" y="245279"/>
                        <a:pt x="256933" y="280300"/>
                      </a:cubicBezTo>
                      <a:close/>
                    </a:path>
                  </a:pathLst>
                </a:custGeom>
                <a:solidFill>
                  <a:srgbClr val="D73F3E"/>
                </a:solidFill>
                <a:ln w="3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3" name="Freeform: Shape 49">
                  <a:extLst>
                    <a:ext uri="{FF2B5EF4-FFF2-40B4-BE49-F238E27FC236}">
                      <a16:creationId xmlns:a16="http://schemas.microsoft.com/office/drawing/2014/main" id="{8A9CE073-88C1-4F57-9E6C-BE03938CC974}"/>
                    </a:ext>
                  </a:extLst>
                </p:cNvPr>
                <p:cNvSpPr/>
                <p:nvPr/>
              </p:nvSpPr>
              <p:spPr>
                <a:xfrm>
                  <a:off x="5868671" y="5066038"/>
                  <a:ext cx="2779702" cy="71880"/>
                </a:xfrm>
                <a:custGeom>
                  <a:avLst/>
                  <a:gdLst>
                    <a:gd name="connsiteX0" fmla="*/ 649273 w 1302230"/>
                    <a:gd name="connsiteY0" fmla="*/ 33674 h 33674"/>
                    <a:gd name="connsiteX1" fmla="*/ 19904 w 1302230"/>
                    <a:gd name="connsiteY1" fmla="*/ 33674 h 33674"/>
                    <a:gd name="connsiteX2" fmla="*/ 36 w 1302230"/>
                    <a:gd name="connsiteY2" fmla="*/ 17174 h 33674"/>
                    <a:gd name="connsiteX3" fmla="*/ 17547 w 1302230"/>
                    <a:gd name="connsiteY3" fmla="*/ 0 h 33674"/>
                    <a:gd name="connsiteX4" fmla="*/ 325665 w 1302230"/>
                    <a:gd name="connsiteY4" fmla="*/ 337 h 33674"/>
                    <a:gd name="connsiteX5" fmla="*/ 1281672 w 1302230"/>
                    <a:gd name="connsiteY5" fmla="*/ 337 h 33674"/>
                    <a:gd name="connsiteX6" fmla="*/ 1302213 w 1302230"/>
                    <a:gd name="connsiteY6" fmla="*/ 13806 h 33674"/>
                    <a:gd name="connsiteX7" fmla="*/ 1282345 w 1302230"/>
                    <a:gd name="connsiteY7" fmla="*/ 33674 h 33674"/>
                    <a:gd name="connsiteX8" fmla="*/ 649273 w 1302230"/>
                    <a:gd name="connsiteY8" fmla="*/ 33674 h 33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02230" h="33674">
                      <a:moveTo>
                        <a:pt x="649273" y="33674"/>
                      </a:moveTo>
                      <a:cubicBezTo>
                        <a:pt x="439483" y="33674"/>
                        <a:pt x="229694" y="33674"/>
                        <a:pt x="19904" y="33674"/>
                      </a:cubicBezTo>
                      <a:cubicBezTo>
                        <a:pt x="8118" y="33674"/>
                        <a:pt x="-637" y="33674"/>
                        <a:pt x="36" y="17174"/>
                      </a:cubicBezTo>
                      <a:cubicBezTo>
                        <a:pt x="710" y="4378"/>
                        <a:pt x="3741" y="0"/>
                        <a:pt x="17547" y="0"/>
                      </a:cubicBezTo>
                      <a:cubicBezTo>
                        <a:pt x="120253" y="674"/>
                        <a:pt x="222959" y="337"/>
                        <a:pt x="325665" y="337"/>
                      </a:cubicBezTo>
                      <a:cubicBezTo>
                        <a:pt x="644222" y="337"/>
                        <a:pt x="962778" y="337"/>
                        <a:pt x="1281672" y="337"/>
                      </a:cubicBezTo>
                      <a:cubicBezTo>
                        <a:pt x="1291101" y="337"/>
                        <a:pt x="1301876" y="-3031"/>
                        <a:pt x="1302213" y="13806"/>
                      </a:cubicBezTo>
                      <a:cubicBezTo>
                        <a:pt x="1302550" y="29296"/>
                        <a:pt x="1298172" y="33674"/>
                        <a:pt x="1282345" y="33674"/>
                      </a:cubicBezTo>
                      <a:cubicBezTo>
                        <a:pt x="1071209" y="33674"/>
                        <a:pt x="860409" y="33674"/>
                        <a:pt x="649273" y="33674"/>
                      </a:cubicBezTo>
                      <a:close/>
                    </a:path>
                  </a:pathLst>
                </a:custGeom>
                <a:solidFill>
                  <a:srgbClr val="BCBDC1"/>
                </a:solidFill>
                <a:ln w="3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4" name="Freeform: Shape 50">
                  <a:extLst>
                    <a:ext uri="{FF2B5EF4-FFF2-40B4-BE49-F238E27FC236}">
                      <a16:creationId xmlns:a16="http://schemas.microsoft.com/office/drawing/2014/main" id="{B6BF592B-7E84-47B0-8F6B-DBABEF8C6C41}"/>
                    </a:ext>
                  </a:extLst>
                </p:cNvPr>
                <p:cNvSpPr/>
                <p:nvPr/>
              </p:nvSpPr>
              <p:spPr>
                <a:xfrm>
                  <a:off x="5869189" y="5211956"/>
                  <a:ext cx="2779166" cy="71880"/>
                </a:xfrm>
                <a:custGeom>
                  <a:avLst/>
                  <a:gdLst>
                    <a:gd name="connsiteX0" fmla="*/ 649030 w 1301979"/>
                    <a:gd name="connsiteY0" fmla="*/ 33337 h 33674"/>
                    <a:gd name="connsiteX1" fmla="*/ 19661 w 1301979"/>
                    <a:gd name="connsiteY1" fmla="*/ 33674 h 33674"/>
                    <a:gd name="connsiteX2" fmla="*/ 130 w 1301979"/>
                    <a:gd name="connsiteY2" fmla="*/ 13806 h 33674"/>
                    <a:gd name="connsiteX3" fmla="*/ 14273 w 1301979"/>
                    <a:gd name="connsiteY3" fmla="*/ 337 h 33674"/>
                    <a:gd name="connsiteX4" fmla="*/ 19324 w 1301979"/>
                    <a:gd name="connsiteY4" fmla="*/ 337 h 33674"/>
                    <a:gd name="connsiteX5" fmla="*/ 1283113 w 1301979"/>
                    <a:gd name="connsiteY5" fmla="*/ 0 h 33674"/>
                    <a:gd name="connsiteX6" fmla="*/ 1301970 w 1301979"/>
                    <a:gd name="connsiteY6" fmla="*/ 17511 h 33674"/>
                    <a:gd name="connsiteX7" fmla="*/ 1281766 w 1301979"/>
                    <a:gd name="connsiteY7" fmla="*/ 33674 h 33674"/>
                    <a:gd name="connsiteX8" fmla="*/ 649030 w 1301979"/>
                    <a:gd name="connsiteY8" fmla="*/ 33337 h 33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01979" h="33674">
                      <a:moveTo>
                        <a:pt x="649030" y="33337"/>
                      </a:moveTo>
                      <a:cubicBezTo>
                        <a:pt x="439240" y="33337"/>
                        <a:pt x="229451" y="33001"/>
                        <a:pt x="19661" y="33674"/>
                      </a:cubicBezTo>
                      <a:cubicBezTo>
                        <a:pt x="3834" y="33674"/>
                        <a:pt x="-880" y="28623"/>
                        <a:pt x="130" y="13806"/>
                      </a:cubicBezTo>
                      <a:cubicBezTo>
                        <a:pt x="804" y="3704"/>
                        <a:pt x="4171" y="-674"/>
                        <a:pt x="14273" y="337"/>
                      </a:cubicBezTo>
                      <a:cubicBezTo>
                        <a:pt x="15957" y="337"/>
                        <a:pt x="17641" y="337"/>
                        <a:pt x="19324" y="337"/>
                      </a:cubicBezTo>
                      <a:cubicBezTo>
                        <a:pt x="440587" y="337"/>
                        <a:pt x="861850" y="337"/>
                        <a:pt x="1283113" y="0"/>
                      </a:cubicBezTo>
                      <a:cubicBezTo>
                        <a:pt x="1296246" y="0"/>
                        <a:pt x="1301633" y="2694"/>
                        <a:pt x="1301970" y="17511"/>
                      </a:cubicBezTo>
                      <a:cubicBezTo>
                        <a:pt x="1302307" y="34011"/>
                        <a:pt x="1293552" y="33674"/>
                        <a:pt x="1281766" y="33674"/>
                      </a:cubicBezTo>
                      <a:cubicBezTo>
                        <a:pt x="1070966" y="33337"/>
                        <a:pt x="859830" y="33337"/>
                        <a:pt x="649030" y="33337"/>
                      </a:cubicBezTo>
                      <a:close/>
                    </a:path>
                  </a:pathLst>
                </a:custGeom>
                <a:solidFill>
                  <a:srgbClr val="BBBDC0"/>
                </a:solidFill>
                <a:ln w="3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5" name="Freeform: Shape 51">
                  <a:extLst>
                    <a:ext uri="{FF2B5EF4-FFF2-40B4-BE49-F238E27FC236}">
                      <a16:creationId xmlns:a16="http://schemas.microsoft.com/office/drawing/2014/main" id="{58F3BC8D-87EF-45FF-9785-15ECBCAC12F8}"/>
                    </a:ext>
                  </a:extLst>
                </p:cNvPr>
                <p:cNvSpPr/>
                <p:nvPr/>
              </p:nvSpPr>
              <p:spPr>
                <a:xfrm>
                  <a:off x="5868707" y="5512411"/>
                  <a:ext cx="2778191" cy="67218"/>
                </a:xfrm>
                <a:custGeom>
                  <a:avLst/>
                  <a:gdLst>
                    <a:gd name="connsiteX0" fmla="*/ 649255 w 1301522"/>
                    <a:gd name="connsiteY0" fmla="*/ 31317 h 31490"/>
                    <a:gd name="connsiteX1" fmla="*/ 19550 w 1301522"/>
                    <a:gd name="connsiteY1" fmla="*/ 31317 h 31490"/>
                    <a:gd name="connsiteX2" fmla="*/ 19 w 1301522"/>
                    <a:gd name="connsiteY2" fmla="*/ 18184 h 31490"/>
                    <a:gd name="connsiteX3" fmla="*/ 17866 w 1301522"/>
                    <a:gd name="connsiteY3" fmla="*/ 0 h 31490"/>
                    <a:gd name="connsiteX4" fmla="*/ 1283675 w 1301522"/>
                    <a:gd name="connsiteY4" fmla="*/ 0 h 31490"/>
                    <a:gd name="connsiteX5" fmla="*/ 1301522 w 1301522"/>
                    <a:gd name="connsiteY5" fmla="*/ 14817 h 31490"/>
                    <a:gd name="connsiteX6" fmla="*/ 1283675 w 1301522"/>
                    <a:gd name="connsiteY6" fmla="*/ 31317 h 31490"/>
                    <a:gd name="connsiteX7" fmla="*/ 649255 w 1301522"/>
                    <a:gd name="connsiteY7" fmla="*/ 31317 h 31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01522" h="31490">
                      <a:moveTo>
                        <a:pt x="649255" y="31317"/>
                      </a:moveTo>
                      <a:cubicBezTo>
                        <a:pt x="439466" y="31317"/>
                        <a:pt x="229676" y="31317"/>
                        <a:pt x="19550" y="31317"/>
                      </a:cubicBezTo>
                      <a:cubicBezTo>
                        <a:pt x="10458" y="31317"/>
                        <a:pt x="356" y="34011"/>
                        <a:pt x="19" y="18184"/>
                      </a:cubicBezTo>
                      <a:cubicBezTo>
                        <a:pt x="-318" y="4378"/>
                        <a:pt x="3723" y="0"/>
                        <a:pt x="17866" y="0"/>
                      </a:cubicBezTo>
                      <a:cubicBezTo>
                        <a:pt x="439803" y="337"/>
                        <a:pt x="861739" y="337"/>
                        <a:pt x="1283675" y="0"/>
                      </a:cubicBezTo>
                      <a:cubicBezTo>
                        <a:pt x="1294451" y="0"/>
                        <a:pt x="1301522" y="337"/>
                        <a:pt x="1301522" y="14817"/>
                      </a:cubicBezTo>
                      <a:cubicBezTo>
                        <a:pt x="1301522" y="28960"/>
                        <a:pt x="1295798" y="31317"/>
                        <a:pt x="1283675" y="31317"/>
                      </a:cubicBezTo>
                      <a:cubicBezTo>
                        <a:pt x="1072539" y="30980"/>
                        <a:pt x="860729" y="31317"/>
                        <a:pt x="649255" y="31317"/>
                      </a:cubicBezTo>
                      <a:close/>
                    </a:path>
                  </a:pathLst>
                </a:custGeom>
                <a:solidFill>
                  <a:srgbClr val="BABCC0"/>
                </a:solidFill>
                <a:ln w="3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: Shape 52">
                  <a:extLst>
                    <a:ext uri="{FF2B5EF4-FFF2-40B4-BE49-F238E27FC236}">
                      <a16:creationId xmlns:a16="http://schemas.microsoft.com/office/drawing/2014/main" id="{75F3EA57-C4CD-4700-8A39-A1826DC52395}"/>
                    </a:ext>
                  </a:extLst>
                </p:cNvPr>
                <p:cNvSpPr/>
                <p:nvPr/>
              </p:nvSpPr>
              <p:spPr>
                <a:xfrm>
                  <a:off x="5868711" y="5663359"/>
                  <a:ext cx="2778874" cy="66295"/>
                </a:xfrm>
                <a:custGeom>
                  <a:avLst/>
                  <a:gdLst>
                    <a:gd name="connsiteX0" fmla="*/ 649254 w 1301842"/>
                    <a:gd name="connsiteY0" fmla="*/ 30644 h 31058"/>
                    <a:gd name="connsiteX1" fmla="*/ 19549 w 1301842"/>
                    <a:gd name="connsiteY1" fmla="*/ 30644 h 31058"/>
                    <a:gd name="connsiteX2" fmla="*/ 18 w 1301842"/>
                    <a:gd name="connsiteY2" fmla="*/ 17847 h 31058"/>
                    <a:gd name="connsiteX3" fmla="*/ 18202 w 1301842"/>
                    <a:gd name="connsiteY3" fmla="*/ 0 h 31058"/>
                    <a:gd name="connsiteX4" fmla="*/ 1282327 w 1301842"/>
                    <a:gd name="connsiteY4" fmla="*/ 0 h 31058"/>
                    <a:gd name="connsiteX5" fmla="*/ 1301521 w 1301842"/>
                    <a:gd name="connsiteY5" fmla="*/ 20204 h 31058"/>
                    <a:gd name="connsiteX6" fmla="*/ 1290409 w 1301842"/>
                    <a:gd name="connsiteY6" fmla="*/ 30980 h 31058"/>
                    <a:gd name="connsiteX7" fmla="*/ 1275255 w 1301842"/>
                    <a:gd name="connsiteY7" fmla="*/ 30980 h 31058"/>
                    <a:gd name="connsiteX8" fmla="*/ 649254 w 1301842"/>
                    <a:gd name="connsiteY8" fmla="*/ 30644 h 31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01842" h="31058">
                      <a:moveTo>
                        <a:pt x="649254" y="30644"/>
                      </a:moveTo>
                      <a:cubicBezTo>
                        <a:pt x="439465" y="30644"/>
                        <a:pt x="229675" y="30644"/>
                        <a:pt x="19549" y="30644"/>
                      </a:cubicBezTo>
                      <a:cubicBezTo>
                        <a:pt x="10457" y="30644"/>
                        <a:pt x="355" y="33674"/>
                        <a:pt x="18" y="17847"/>
                      </a:cubicBezTo>
                      <a:cubicBezTo>
                        <a:pt x="-319" y="4041"/>
                        <a:pt x="4059" y="0"/>
                        <a:pt x="18202" y="0"/>
                      </a:cubicBezTo>
                      <a:cubicBezTo>
                        <a:pt x="439465" y="337"/>
                        <a:pt x="861064" y="337"/>
                        <a:pt x="1282327" y="0"/>
                      </a:cubicBezTo>
                      <a:cubicBezTo>
                        <a:pt x="1298490" y="0"/>
                        <a:pt x="1303205" y="5051"/>
                        <a:pt x="1301521" y="20204"/>
                      </a:cubicBezTo>
                      <a:cubicBezTo>
                        <a:pt x="1300848" y="27950"/>
                        <a:pt x="1298490" y="31654"/>
                        <a:pt x="1290409" y="30980"/>
                      </a:cubicBezTo>
                      <a:cubicBezTo>
                        <a:pt x="1285358" y="30644"/>
                        <a:pt x="1280306" y="30980"/>
                        <a:pt x="1275255" y="30980"/>
                      </a:cubicBezTo>
                      <a:cubicBezTo>
                        <a:pt x="1066813" y="30644"/>
                        <a:pt x="858033" y="30644"/>
                        <a:pt x="649254" y="30644"/>
                      </a:cubicBezTo>
                      <a:close/>
                    </a:path>
                  </a:pathLst>
                </a:custGeom>
                <a:solidFill>
                  <a:srgbClr val="BBBDBF"/>
                </a:solidFill>
                <a:ln w="3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7" name="Freeform: Shape 53">
                  <a:extLst>
                    <a:ext uri="{FF2B5EF4-FFF2-40B4-BE49-F238E27FC236}">
                      <a16:creationId xmlns:a16="http://schemas.microsoft.com/office/drawing/2014/main" id="{8C9C0E66-029D-4178-BEDE-A3D882C84F56}"/>
                    </a:ext>
                  </a:extLst>
                </p:cNvPr>
                <p:cNvSpPr/>
                <p:nvPr/>
              </p:nvSpPr>
              <p:spPr>
                <a:xfrm>
                  <a:off x="5868809" y="5367824"/>
                  <a:ext cx="2779100" cy="68396"/>
                </a:xfrm>
                <a:custGeom>
                  <a:avLst/>
                  <a:gdLst>
                    <a:gd name="connsiteX0" fmla="*/ 649208 w 1301948"/>
                    <a:gd name="connsiteY0" fmla="*/ 31369 h 32042"/>
                    <a:gd name="connsiteX1" fmla="*/ 19502 w 1301948"/>
                    <a:gd name="connsiteY1" fmla="*/ 31706 h 32042"/>
                    <a:gd name="connsiteX2" fmla="*/ 308 w 1301948"/>
                    <a:gd name="connsiteY2" fmla="*/ 11838 h 32042"/>
                    <a:gd name="connsiteX3" fmla="*/ 11084 w 1301948"/>
                    <a:gd name="connsiteY3" fmla="*/ 725 h 32042"/>
                    <a:gd name="connsiteX4" fmla="*/ 31288 w 1301948"/>
                    <a:gd name="connsiteY4" fmla="*/ 725 h 32042"/>
                    <a:gd name="connsiteX5" fmla="*/ 1280597 w 1301948"/>
                    <a:gd name="connsiteY5" fmla="*/ 1062 h 32042"/>
                    <a:gd name="connsiteX6" fmla="*/ 1301811 w 1301948"/>
                    <a:gd name="connsiteY6" fmla="*/ 11838 h 32042"/>
                    <a:gd name="connsiteX7" fmla="*/ 1282617 w 1301948"/>
                    <a:gd name="connsiteY7" fmla="*/ 32042 h 32042"/>
                    <a:gd name="connsiteX8" fmla="*/ 649208 w 1301948"/>
                    <a:gd name="connsiteY8" fmla="*/ 31369 h 32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01948" h="32042">
                      <a:moveTo>
                        <a:pt x="649208" y="31369"/>
                      </a:moveTo>
                      <a:cubicBezTo>
                        <a:pt x="439418" y="31369"/>
                        <a:pt x="229292" y="31032"/>
                        <a:pt x="19502" y="31706"/>
                      </a:cubicBezTo>
                      <a:cubicBezTo>
                        <a:pt x="3676" y="31706"/>
                        <a:pt x="-1375" y="26991"/>
                        <a:pt x="308" y="11838"/>
                      </a:cubicBezTo>
                      <a:cubicBezTo>
                        <a:pt x="982" y="4430"/>
                        <a:pt x="3002" y="389"/>
                        <a:pt x="11084" y="725"/>
                      </a:cubicBezTo>
                      <a:cubicBezTo>
                        <a:pt x="17819" y="1062"/>
                        <a:pt x="24554" y="725"/>
                        <a:pt x="31288" y="725"/>
                      </a:cubicBezTo>
                      <a:cubicBezTo>
                        <a:pt x="447837" y="725"/>
                        <a:pt x="864048" y="725"/>
                        <a:pt x="1280597" y="1062"/>
                      </a:cubicBezTo>
                      <a:cubicBezTo>
                        <a:pt x="1288342" y="1062"/>
                        <a:pt x="1300465" y="-4999"/>
                        <a:pt x="1301811" y="11838"/>
                      </a:cubicBezTo>
                      <a:cubicBezTo>
                        <a:pt x="1302822" y="26991"/>
                        <a:pt x="1298444" y="32042"/>
                        <a:pt x="1282617" y="32042"/>
                      </a:cubicBezTo>
                      <a:cubicBezTo>
                        <a:pt x="1071481" y="31032"/>
                        <a:pt x="860344" y="31369"/>
                        <a:pt x="649208" y="31369"/>
                      </a:cubicBezTo>
                      <a:close/>
                    </a:path>
                  </a:pathLst>
                </a:custGeom>
                <a:solidFill>
                  <a:srgbClr val="BBBDBF"/>
                </a:solidFill>
                <a:ln w="336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9" name="Freeform: Shape 45">
                <a:extLst>
                  <a:ext uri="{FF2B5EF4-FFF2-40B4-BE49-F238E27FC236}">
                    <a16:creationId xmlns:a16="http://schemas.microsoft.com/office/drawing/2014/main" id="{61B82C62-A93D-46D7-8B1D-1AD5D04CEDDD}"/>
                  </a:ext>
                </a:extLst>
              </p:cNvPr>
              <p:cNvSpPr/>
              <p:nvPr/>
            </p:nvSpPr>
            <p:spPr>
              <a:xfrm>
                <a:off x="6517532" y="6064443"/>
                <a:ext cx="1373676" cy="303620"/>
              </a:xfrm>
              <a:custGeom>
                <a:avLst/>
                <a:gdLst/>
                <a:ahLst/>
                <a:cxnLst/>
                <a:rect l="l" t="t" r="r" b="b"/>
                <a:pathLst>
                  <a:path w="943115" h="208454">
                    <a:moveTo>
                      <a:pt x="652517" y="93697"/>
                    </a:moveTo>
                    <a:lnTo>
                      <a:pt x="623400" y="120994"/>
                    </a:lnTo>
                    <a:lnTo>
                      <a:pt x="624294" y="125713"/>
                    </a:lnTo>
                    <a:lnTo>
                      <a:pt x="623641" y="126370"/>
                    </a:lnTo>
                    <a:lnTo>
                      <a:pt x="630057" y="129245"/>
                    </a:lnTo>
                    <a:cubicBezTo>
                      <a:pt x="632857" y="131978"/>
                      <a:pt x="635315" y="134912"/>
                      <a:pt x="637429" y="138046"/>
                    </a:cubicBezTo>
                    <a:cubicBezTo>
                      <a:pt x="644139" y="134107"/>
                      <a:pt x="648778" y="130440"/>
                      <a:pt x="651345" y="127044"/>
                    </a:cubicBezTo>
                    <a:cubicBezTo>
                      <a:pt x="653912" y="123649"/>
                      <a:pt x="655293" y="118781"/>
                      <a:pt x="655489" y="112442"/>
                    </a:cubicBezTo>
                    <a:cubicBezTo>
                      <a:pt x="654841" y="107680"/>
                      <a:pt x="653850" y="101432"/>
                      <a:pt x="652517" y="93697"/>
                    </a:cubicBezTo>
                    <a:close/>
                    <a:moveTo>
                      <a:pt x="509563" y="85696"/>
                    </a:moveTo>
                    <a:cubicBezTo>
                      <a:pt x="503658" y="87264"/>
                      <a:pt x="497852" y="90590"/>
                      <a:pt x="492147" y="95676"/>
                    </a:cubicBezTo>
                    <a:cubicBezTo>
                      <a:pt x="486442" y="100761"/>
                      <a:pt x="481952" y="107122"/>
                      <a:pt x="478677" y="114757"/>
                    </a:cubicBezTo>
                    <a:cubicBezTo>
                      <a:pt x="485435" y="112343"/>
                      <a:pt x="491341" y="109323"/>
                      <a:pt x="496395" y="105697"/>
                    </a:cubicBezTo>
                    <a:cubicBezTo>
                      <a:pt x="501450" y="102071"/>
                      <a:pt x="505373" y="98608"/>
                      <a:pt x="508165" y="95309"/>
                    </a:cubicBezTo>
                    <a:cubicBezTo>
                      <a:pt x="510957" y="92011"/>
                      <a:pt x="512338" y="89645"/>
                      <a:pt x="512309" y="88212"/>
                    </a:cubicBezTo>
                    <a:cubicBezTo>
                      <a:pt x="512294" y="87378"/>
                      <a:pt x="512037" y="86702"/>
                      <a:pt x="511537" y="86183"/>
                    </a:cubicBezTo>
                    <a:cubicBezTo>
                      <a:pt x="511036" y="85664"/>
                      <a:pt x="510378" y="85501"/>
                      <a:pt x="509563" y="85696"/>
                    </a:cubicBezTo>
                    <a:close/>
                    <a:moveTo>
                      <a:pt x="665306" y="66494"/>
                    </a:moveTo>
                    <a:cubicBezTo>
                      <a:pt x="668631" y="66446"/>
                      <a:pt x="670886" y="67056"/>
                      <a:pt x="672070" y="68323"/>
                    </a:cubicBezTo>
                    <a:cubicBezTo>
                      <a:pt x="673254" y="69589"/>
                      <a:pt x="673968" y="71799"/>
                      <a:pt x="674211" y="74952"/>
                    </a:cubicBezTo>
                    <a:cubicBezTo>
                      <a:pt x="674791" y="79229"/>
                      <a:pt x="675628" y="83477"/>
                      <a:pt x="676722" y="87697"/>
                    </a:cubicBezTo>
                    <a:cubicBezTo>
                      <a:pt x="677816" y="91916"/>
                      <a:pt x="678425" y="96507"/>
                      <a:pt x="678549" y="101470"/>
                    </a:cubicBezTo>
                    <a:cubicBezTo>
                      <a:pt x="678225" y="110847"/>
                      <a:pt x="675105" y="119010"/>
                      <a:pt x="669187" y="125958"/>
                    </a:cubicBezTo>
                    <a:cubicBezTo>
                      <a:pt x="663268" y="132907"/>
                      <a:pt x="656493" y="138612"/>
                      <a:pt x="648859" y="143075"/>
                    </a:cubicBezTo>
                    <a:cubicBezTo>
                      <a:pt x="656003" y="144170"/>
                      <a:pt x="662217" y="143408"/>
                      <a:pt x="667503" y="140789"/>
                    </a:cubicBezTo>
                    <a:cubicBezTo>
                      <a:pt x="672790" y="138169"/>
                      <a:pt x="678148" y="134664"/>
                      <a:pt x="683578" y="130273"/>
                    </a:cubicBezTo>
                    <a:lnTo>
                      <a:pt x="697294" y="119758"/>
                    </a:lnTo>
                    <a:lnTo>
                      <a:pt x="699580" y="128444"/>
                    </a:lnTo>
                    <a:cubicBezTo>
                      <a:pt x="694823" y="133269"/>
                      <a:pt x="689175" y="138326"/>
                      <a:pt x="682635" y="143617"/>
                    </a:cubicBezTo>
                    <a:cubicBezTo>
                      <a:pt x="676096" y="148907"/>
                      <a:pt x="669315" y="153372"/>
                      <a:pt x="662294" y="157011"/>
                    </a:cubicBezTo>
                    <a:cubicBezTo>
                      <a:pt x="655272" y="160650"/>
                      <a:pt x="648661" y="162406"/>
                      <a:pt x="642458" y="162277"/>
                    </a:cubicBezTo>
                    <a:cubicBezTo>
                      <a:pt x="634500" y="161934"/>
                      <a:pt x="627042" y="159591"/>
                      <a:pt x="620084" y="155248"/>
                    </a:cubicBezTo>
                    <a:cubicBezTo>
                      <a:pt x="616605" y="153076"/>
                      <a:pt x="613701" y="150404"/>
                      <a:pt x="611372" y="147233"/>
                    </a:cubicBezTo>
                    <a:lnTo>
                      <a:pt x="608469" y="141153"/>
                    </a:lnTo>
                    <a:lnTo>
                      <a:pt x="592598" y="153965"/>
                    </a:lnTo>
                    <a:cubicBezTo>
                      <a:pt x="586262" y="158340"/>
                      <a:pt x="580828" y="160653"/>
                      <a:pt x="576297" y="160906"/>
                    </a:cubicBezTo>
                    <a:cubicBezTo>
                      <a:pt x="571455" y="160715"/>
                      <a:pt x="567669" y="158868"/>
                      <a:pt x="564939" y="155364"/>
                    </a:cubicBezTo>
                    <a:cubicBezTo>
                      <a:pt x="562208" y="151860"/>
                      <a:pt x="560820" y="147842"/>
                      <a:pt x="560772" y="143309"/>
                    </a:cubicBezTo>
                    <a:cubicBezTo>
                      <a:pt x="561076" y="135587"/>
                      <a:pt x="563436" y="128579"/>
                      <a:pt x="567850" y="122285"/>
                    </a:cubicBezTo>
                    <a:cubicBezTo>
                      <a:pt x="572264" y="115991"/>
                      <a:pt x="576906" y="110125"/>
                      <a:pt x="581777" y="104688"/>
                    </a:cubicBezTo>
                    <a:lnTo>
                      <a:pt x="581321" y="104231"/>
                    </a:lnTo>
                    <a:lnTo>
                      <a:pt x="557572" y="109499"/>
                    </a:lnTo>
                    <a:cubicBezTo>
                      <a:pt x="553542" y="115567"/>
                      <a:pt x="549199" y="120634"/>
                      <a:pt x="544541" y="124701"/>
                    </a:cubicBezTo>
                    <a:cubicBezTo>
                      <a:pt x="539884" y="128768"/>
                      <a:pt x="535083" y="133150"/>
                      <a:pt x="530140" y="137846"/>
                    </a:cubicBezTo>
                    <a:lnTo>
                      <a:pt x="529937" y="135623"/>
                    </a:lnTo>
                    <a:lnTo>
                      <a:pt x="523464" y="142029"/>
                    </a:lnTo>
                    <a:cubicBezTo>
                      <a:pt x="516753" y="147778"/>
                      <a:pt x="509557" y="152625"/>
                      <a:pt x="501877" y="156570"/>
                    </a:cubicBezTo>
                    <a:cubicBezTo>
                      <a:pt x="494197" y="160515"/>
                      <a:pt x="486540" y="162570"/>
                      <a:pt x="478906" y="162734"/>
                    </a:cubicBezTo>
                    <a:cubicBezTo>
                      <a:pt x="470604" y="162430"/>
                      <a:pt x="464429" y="159329"/>
                      <a:pt x="460381" y="153430"/>
                    </a:cubicBezTo>
                    <a:cubicBezTo>
                      <a:pt x="456332" y="147532"/>
                      <a:pt x="454211" y="140661"/>
                      <a:pt x="454016" y="132816"/>
                    </a:cubicBezTo>
                    <a:lnTo>
                      <a:pt x="455478" y="128127"/>
                    </a:lnTo>
                    <a:lnTo>
                      <a:pt x="447863" y="134968"/>
                    </a:lnTo>
                    <a:cubicBezTo>
                      <a:pt x="443229" y="137982"/>
                      <a:pt x="437752" y="139541"/>
                      <a:pt x="431432" y="139646"/>
                    </a:cubicBezTo>
                    <a:cubicBezTo>
                      <a:pt x="429079" y="139569"/>
                      <a:pt x="426984" y="138924"/>
                      <a:pt x="425145" y="137708"/>
                    </a:cubicBezTo>
                    <a:cubicBezTo>
                      <a:pt x="423307" y="136493"/>
                      <a:pt x="421440" y="135167"/>
                      <a:pt x="419545" y="133731"/>
                    </a:cubicBezTo>
                    <a:cubicBezTo>
                      <a:pt x="417221" y="136372"/>
                      <a:pt x="413614" y="139824"/>
                      <a:pt x="408724" y="144087"/>
                    </a:cubicBezTo>
                    <a:cubicBezTo>
                      <a:pt x="403835" y="148349"/>
                      <a:pt x="398806" y="152205"/>
                      <a:pt x="393637" y="155655"/>
                    </a:cubicBezTo>
                    <a:cubicBezTo>
                      <a:pt x="388468" y="159105"/>
                      <a:pt x="384302" y="160931"/>
                      <a:pt x="381140" y="161134"/>
                    </a:cubicBezTo>
                    <a:cubicBezTo>
                      <a:pt x="374303" y="160783"/>
                      <a:pt x="368852" y="157206"/>
                      <a:pt x="364786" y="150403"/>
                    </a:cubicBezTo>
                    <a:cubicBezTo>
                      <a:pt x="360720" y="143600"/>
                      <a:pt x="358637" y="135680"/>
                      <a:pt x="358537" y="126644"/>
                    </a:cubicBezTo>
                    <a:cubicBezTo>
                      <a:pt x="358835" y="116052"/>
                      <a:pt x="361361" y="106756"/>
                      <a:pt x="366116" y="98755"/>
                    </a:cubicBezTo>
                    <a:cubicBezTo>
                      <a:pt x="370871" y="90754"/>
                      <a:pt x="376071" y="84506"/>
                      <a:pt x="381715" y="80010"/>
                    </a:cubicBezTo>
                    <a:cubicBezTo>
                      <a:pt x="387359" y="75514"/>
                      <a:pt x="391663" y="73228"/>
                      <a:pt x="394627" y="73152"/>
                    </a:cubicBezTo>
                    <a:cubicBezTo>
                      <a:pt x="396599" y="73071"/>
                      <a:pt x="399285" y="73347"/>
                      <a:pt x="402686" y="73980"/>
                    </a:cubicBezTo>
                    <a:cubicBezTo>
                      <a:pt x="406086" y="74614"/>
                      <a:pt x="407972" y="76090"/>
                      <a:pt x="408343" y="78410"/>
                    </a:cubicBezTo>
                    <a:cubicBezTo>
                      <a:pt x="408129" y="82018"/>
                      <a:pt x="406170" y="86511"/>
                      <a:pt x="402467" y="91889"/>
                    </a:cubicBezTo>
                    <a:cubicBezTo>
                      <a:pt x="398765" y="97266"/>
                      <a:pt x="394605" y="102454"/>
                      <a:pt x="389988" y="107450"/>
                    </a:cubicBezTo>
                    <a:cubicBezTo>
                      <a:pt x="385370" y="112447"/>
                      <a:pt x="381583" y="116178"/>
                      <a:pt x="378625" y="118643"/>
                    </a:cubicBezTo>
                    <a:cubicBezTo>
                      <a:pt x="377982" y="120577"/>
                      <a:pt x="377268" y="122825"/>
                      <a:pt x="376482" y="125387"/>
                    </a:cubicBezTo>
                    <a:cubicBezTo>
                      <a:pt x="375696" y="127949"/>
                      <a:pt x="375268" y="130197"/>
                      <a:pt x="375196" y="132131"/>
                    </a:cubicBezTo>
                    <a:cubicBezTo>
                      <a:pt x="375139" y="134102"/>
                      <a:pt x="375482" y="136045"/>
                      <a:pt x="376225" y="137960"/>
                    </a:cubicBezTo>
                    <a:cubicBezTo>
                      <a:pt x="376968" y="139874"/>
                      <a:pt x="378454" y="140903"/>
                      <a:pt x="380683" y="141046"/>
                    </a:cubicBezTo>
                    <a:cubicBezTo>
                      <a:pt x="383045" y="140868"/>
                      <a:pt x="386220" y="139370"/>
                      <a:pt x="390208" y="136550"/>
                    </a:cubicBezTo>
                    <a:cubicBezTo>
                      <a:pt x="394196" y="133731"/>
                      <a:pt x="398082" y="130657"/>
                      <a:pt x="401866" y="127330"/>
                    </a:cubicBezTo>
                    <a:cubicBezTo>
                      <a:pt x="405651" y="124003"/>
                      <a:pt x="408420" y="121488"/>
                      <a:pt x="410172" y="119786"/>
                    </a:cubicBezTo>
                    <a:cubicBezTo>
                      <a:pt x="409863" y="114547"/>
                      <a:pt x="410882" y="109709"/>
                      <a:pt x="413230" y="105270"/>
                    </a:cubicBezTo>
                    <a:cubicBezTo>
                      <a:pt x="415578" y="100831"/>
                      <a:pt x="418368" y="96679"/>
                      <a:pt x="421602" y="92811"/>
                    </a:cubicBezTo>
                    <a:cubicBezTo>
                      <a:pt x="423098" y="90778"/>
                      <a:pt x="425085" y="88292"/>
                      <a:pt x="427563" y="85352"/>
                    </a:cubicBezTo>
                    <a:cubicBezTo>
                      <a:pt x="430041" y="82413"/>
                      <a:pt x="432722" y="79791"/>
                      <a:pt x="435606" y="77487"/>
                    </a:cubicBezTo>
                    <a:cubicBezTo>
                      <a:pt x="438490" y="75182"/>
                      <a:pt x="441290" y="73966"/>
                      <a:pt x="444005" y="73838"/>
                    </a:cubicBezTo>
                    <a:cubicBezTo>
                      <a:pt x="446291" y="73866"/>
                      <a:pt x="448005" y="74552"/>
                      <a:pt x="449148" y="75895"/>
                    </a:cubicBezTo>
                    <a:cubicBezTo>
                      <a:pt x="450291" y="77238"/>
                      <a:pt x="450863" y="79067"/>
                      <a:pt x="450863" y="81381"/>
                    </a:cubicBezTo>
                    <a:cubicBezTo>
                      <a:pt x="450735" y="84589"/>
                      <a:pt x="449518" y="88690"/>
                      <a:pt x="447214" y="93683"/>
                    </a:cubicBezTo>
                    <a:cubicBezTo>
                      <a:pt x="444909" y="98677"/>
                      <a:pt x="442288" y="103608"/>
                      <a:pt x="439348" y="108475"/>
                    </a:cubicBezTo>
                    <a:cubicBezTo>
                      <a:pt x="436409" y="113342"/>
                      <a:pt x="433923" y="117188"/>
                      <a:pt x="431889" y="120015"/>
                    </a:cubicBezTo>
                    <a:cubicBezTo>
                      <a:pt x="433084" y="121139"/>
                      <a:pt x="434237" y="121920"/>
                      <a:pt x="435347" y="122358"/>
                    </a:cubicBezTo>
                    <a:cubicBezTo>
                      <a:pt x="436456" y="122796"/>
                      <a:pt x="437895" y="123006"/>
                      <a:pt x="439662" y="122987"/>
                    </a:cubicBezTo>
                    <a:cubicBezTo>
                      <a:pt x="442757" y="122820"/>
                      <a:pt x="446110" y="121725"/>
                      <a:pt x="449720" y="119700"/>
                    </a:cubicBezTo>
                    <a:cubicBezTo>
                      <a:pt x="453330" y="117676"/>
                      <a:pt x="456454" y="115724"/>
                      <a:pt x="459093" y="113843"/>
                    </a:cubicBezTo>
                    <a:lnTo>
                      <a:pt x="459385" y="115599"/>
                    </a:lnTo>
                    <a:lnTo>
                      <a:pt x="463062" y="103810"/>
                    </a:lnTo>
                    <a:cubicBezTo>
                      <a:pt x="469166" y="94649"/>
                      <a:pt x="476973" y="87164"/>
                      <a:pt x="486483" y="81356"/>
                    </a:cubicBezTo>
                    <a:cubicBezTo>
                      <a:pt x="495993" y="75548"/>
                      <a:pt x="505819" y="72585"/>
                      <a:pt x="515961" y="72466"/>
                    </a:cubicBezTo>
                    <a:cubicBezTo>
                      <a:pt x="519842" y="72352"/>
                      <a:pt x="523494" y="73038"/>
                      <a:pt x="526918" y="74523"/>
                    </a:cubicBezTo>
                    <a:cubicBezTo>
                      <a:pt x="530342" y="76009"/>
                      <a:pt x="532169" y="78981"/>
                      <a:pt x="532397" y="83439"/>
                    </a:cubicBezTo>
                    <a:cubicBezTo>
                      <a:pt x="532530" y="87223"/>
                      <a:pt x="531021" y="91491"/>
                      <a:pt x="527871" y="96240"/>
                    </a:cubicBezTo>
                    <a:cubicBezTo>
                      <a:pt x="524720" y="100990"/>
                      <a:pt x="519131" y="105918"/>
                      <a:pt x="511102" y="111023"/>
                    </a:cubicBezTo>
                    <a:cubicBezTo>
                      <a:pt x="503073" y="116129"/>
                      <a:pt x="491807" y="121107"/>
                      <a:pt x="477305" y="125958"/>
                    </a:cubicBezTo>
                    <a:lnTo>
                      <a:pt x="476847" y="130988"/>
                    </a:lnTo>
                    <a:cubicBezTo>
                      <a:pt x="476681" y="135274"/>
                      <a:pt x="478045" y="138303"/>
                      <a:pt x="480937" y="140074"/>
                    </a:cubicBezTo>
                    <a:cubicBezTo>
                      <a:pt x="483830" y="141846"/>
                      <a:pt x="487195" y="142703"/>
                      <a:pt x="491032" y="142646"/>
                    </a:cubicBezTo>
                    <a:cubicBezTo>
                      <a:pt x="496508" y="142499"/>
                      <a:pt x="502126" y="140939"/>
                      <a:pt x="507885" y="137964"/>
                    </a:cubicBezTo>
                    <a:cubicBezTo>
                      <a:pt x="513644" y="134990"/>
                      <a:pt x="519174" y="131482"/>
                      <a:pt x="524473" y="127440"/>
                    </a:cubicBezTo>
                    <a:cubicBezTo>
                      <a:pt x="529773" y="123399"/>
                      <a:pt x="534471" y="119704"/>
                      <a:pt x="538569" y="116357"/>
                    </a:cubicBezTo>
                    <a:lnTo>
                      <a:pt x="538946" y="117946"/>
                    </a:lnTo>
                    <a:lnTo>
                      <a:pt x="544313" y="111099"/>
                    </a:lnTo>
                    <a:cubicBezTo>
                      <a:pt x="541955" y="110904"/>
                      <a:pt x="540327" y="110266"/>
                      <a:pt x="539426" y="109185"/>
                    </a:cubicBezTo>
                    <a:cubicBezTo>
                      <a:pt x="538526" y="108104"/>
                      <a:pt x="538098" y="106380"/>
                      <a:pt x="538141" y="104013"/>
                    </a:cubicBezTo>
                    <a:cubicBezTo>
                      <a:pt x="538394" y="98425"/>
                      <a:pt x="540477" y="93142"/>
                      <a:pt x="544388" y="88163"/>
                    </a:cubicBezTo>
                    <a:cubicBezTo>
                      <a:pt x="548300" y="83185"/>
                      <a:pt x="552515" y="79121"/>
                      <a:pt x="557035" y="75971"/>
                    </a:cubicBezTo>
                    <a:cubicBezTo>
                      <a:pt x="561556" y="72822"/>
                      <a:pt x="564856" y="71196"/>
                      <a:pt x="566937" y="71094"/>
                    </a:cubicBezTo>
                    <a:cubicBezTo>
                      <a:pt x="568107" y="71128"/>
                      <a:pt x="569077" y="71518"/>
                      <a:pt x="569848" y="72266"/>
                    </a:cubicBezTo>
                    <a:cubicBezTo>
                      <a:pt x="570618" y="73014"/>
                      <a:pt x="571018" y="73919"/>
                      <a:pt x="571046" y="74981"/>
                    </a:cubicBezTo>
                    <a:cubicBezTo>
                      <a:pt x="571037" y="76119"/>
                      <a:pt x="570884" y="77214"/>
                      <a:pt x="570590" y="78267"/>
                    </a:cubicBezTo>
                    <a:cubicBezTo>
                      <a:pt x="570295" y="79319"/>
                      <a:pt x="569914" y="80357"/>
                      <a:pt x="569448" y="81381"/>
                    </a:cubicBezTo>
                    <a:cubicBezTo>
                      <a:pt x="580212" y="79786"/>
                      <a:pt x="588665" y="78576"/>
                      <a:pt x="594807" y="77752"/>
                    </a:cubicBezTo>
                    <a:cubicBezTo>
                      <a:pt x="600949" y="76928"/>
                      <a:pt x="604606" y="77148"/>
                      <a:pt x="605778" y="78410"/>
                    </a:cubicBezTo>
                    <a:cubicBezTo>
                      <a:pt x="607478" y="80558"/>
                      <a:pt x="608764" y="82605"/>
                      <a:pt x="609635" y="84553"/>
                    </a:cubicBezTo>
                    <a:cubicBezTo>
                      <a:pt x="610507" y="86501"/>
                      <a:pt x="611050" y="88492"/>
                      <a:pt x="611264" y="90525"/>
                    </a:cubicBezTo>
                    <a:cubicBezTo>
                      <a:pt x="611193" y="93973"/>
                      <a:pt x="610250" y="96793"/>
                      <a:pt x="608435" y="98984"/>
                    </a:cubicBezTo>
                    <a:cubicBezTo>
                      <a:pt x="606620" y="101174"/>
                      <a:pt x="604363" y="103308"/>
                      <a:pt x="601663" y="105384"/>
                    </a:cubicBezTo>
                    <a:cubicBezTo>
                      <a:pt x="598019" y="108399"/>
                      <a:pt x="594219" y="112314"/>
                      <a:pt x="590261" y="117129"/>
                    </a:cubicBezTo>
                    <a:cubicBezTo>
                      <a:pt x="586304" y="121944"/>
                      <a:pt x="584161" y="126716"/>
                      <a:pt x="583832" y="131445"/>
                    </a:cubicBezTo>
                    <a:cubicBezTo>
                      <a:pt x="583913" y="133312"/>
                      <a:pt x="584665" y="134836"/>
                      <a:pt x="586089" y="136017"/>
                    </a:cubicBezTo>
                    <a:cubicBezTo>
                      <a:pt x="587513" y="137198"/>
                      <a:pt x="589123" y="137808"/>
                      <a:pt x="590919" y="137846"/>
                    </a:cubicBezTo>
                    <a:cubicBezTo>
                      <a:pt x="592592" y="137772"/>
                      <a:pt x="594340" y="137396"/>
                      <a:pt x="596162" y="136718"/>
                    </a:cubicBezTo>
                    <a:lnTo>
                      <a:pt x="597611" y="135970"/>
                    </a:lnTo>
                    <a:lnTo>
                      <a:pt x="597195" y="134845"/>
                    </a:lnTo>
                    <a:cubicBezTo>
                      <a:pt x="597310" y="133326"/>
                      <a:pt x="597996" y="131850"/>
                      <a:pt x="599253" y="130416"/>
                    </a:cubicBezTo>
                    <a:cubicBezTo>
                      <a:pt x="600510" y="128983"/>
                      <a:pt x="601653" y="127792"/>
                      <a:pt x="602682" y="126844"/>
                    </a:cubicBezTo>
                    <a:lnTo>
                      <a:pt x="652288" y="81353"/>
                    </a:lnTo>
                    <a:cubicBezTo>
                      <a:pt x="652517" y="77433"/>
                      <a:pt x="653716" y="74014"/>
                      <a:pt x="655886" y="71094"/>
                    </a:cubicBezTo>
                    <a:cubicBezTo>
                      <a:pt x="658056" y="68175"/>
                      <a:pt x="661196" y="66641"/>
                      <a:pt x="665306" y="66494"/>
                    </a:cubicBezTo>
                    <a:close/>
                    <a:moveTo>
                      <a:pt x="765882" y="48234"/>
                    </a:moveTo>
                    <a:cubicBezTo>
                      <a:pt x="767994" y="48273"/>
                      <a:pt x="769764" y="48939"/>
                      <a:pt x="771191" y="50235"/>
                    </a:cubicBezTo>
                    <a:cubicBezTo>
                      <a:pt x="772618" y="51530"/>
                      <a:pt x="773360" y="53226"/>
                      <a:pt x="773418" y="55321"/>
                    </a:cubicBezTo>
                    <a:cubicBezTo>
                      <a:pt x="773270" y="60169"/>
                      <a:pt x="771453" y="64703"/>
                      <a:pt x="767965" y="68923"/>
                    </a:cubicBezTo>
                    <a:cubicBezTo>
                      <a:pt x="764478" y="73142"/>
                      <a:pt x="760206" y="75390"/>
                      <a:pt x="755149" y="75666"/>
                    </a:cubicBezTo>
                    <a:cubicBezTo>
                      <a:pt x="752370" y="75600"/>
                      <a:pt x="750163" y="74647"/>
                      <a:pt x="748526" y="72809"/>
                    </a:cubicBezTo>
                    <a:cubicBezTo>
                      <a:pt x="746889" y="70971"/>
                      <a:pt x="746052" y="68646"/>
                      <a:pt x="746014" y="65837"/>
                    </a:cubicBezTo>
                    <a:cubicBezTo>
                      <a:pt x="746285" y="61003"/>
                      <a:pt x="748483" y="56897"/>
                      <a:pt x="752608" y="53521"/>
                    </a:cubicBezTo>
                    <a:cubicBezTo>
                      <a:pt x="756733" y="50144"/>
                      <a:pt x="761157" y="48382"/>
                      <a:pt x="765882" y="48234"/>
                    </a:cubicBezTo>
                    <a:close/>
                    <a:moveTo>
                      <a:pt x="356307" y="48234"/>
                    </a:moveTo>
                    <a:cubicBezTo>
                      <a:pt x="358419" y="48273"/>
                      <a:pt x="360189" y="48939"/>
                      <a:pt x="361616" y="50235"/>
                    </a:cubicBezTo>
                    <a:cubicBezTo>
                      <a:pt x="363043" y="51530"/>
                      <a:pt x="363785" y="53226"/>
                      <a:pt x="363843" y="55321"/>
                    </a:cubicBezTo>
                    <a:cubicBezTo>
                      <a:pt x="363695" y="60169"/>
                      <a:pt x="361878" y="64703"/>
                      <a:pt x="358390" y="68923"/>
                    </a:cubicBezTo>
                    <a:cubicBezTo>
                      <a:pt x="354903" y="73142"/>
                      <a:pt x="350631" y="75390"/>
                      <a:pt x="345574" y="75666"/>
                    </a:cubicBezTo>
                    <a:cubicBezTo>
                      <a:pt x="342795" y="75600"/>
                      <a:pt x="340588" y="74647"/>
                      <a:pt x="338951" y="72809"/>
                    </a:cubicBezTo>
                    <a:cubicBezTo>
                      <a:pt x="337314" y="70971"/>
                      <a:pt x="336477" y="68646"/>
                      <a:pt x="336439" y="65837"/>
                    </a:cubicBezTo>
                    <a:cubicBezTo>
                      <a:pt x="336710" y="61003"/>
                      <a:pt x="338908" y="56897"/>
                      <a:pt x="343033" y="53521"/>
                    </a:cubicBezTo>
                    <a:cubicBezTo>
                      <a:pt x="347158" y="50144"/>
                      <a:pt x="351582" y="48382"/>
                      <a:pt x="356307" y="48234"/>
                    </a:cubicBezTo>
                    <a:close/>
                    <a:moveTo>
                      <a:pt x="836896" y="43434"/>
                    </a:moveTo>
                    <a:cubicBezTo>
                      <a:pt x="838501" y="43386"/>
                      <a:pt x="840091" y="43653"/>
                      <a:pt x="841667" y="44234"/>
                    </a:cubicBezTo>
                    <a:cubicBezTo>
                      <a:pt x="843243" y="44815"/>
                      <a:pt x="844090" y="45996"/>
                      <a:pt x="844209" y="47777"/>
                    </a:cubicBezTo>
                    <a:cubicBezTo>
                      <a:pt x="843981" y="49997"/>
                      <a:pt x="842781" y="52587"/>
                      <a:pt x="840610" y="55550"/>
                    </a:cubicBezTo>
                    <a:cubicBezTo>
                      <a:pt x="838439" y="58512"/>
                      <a:pt x="836668" y="60874"/>
                      <a:pt x="835297" y="62636"/>
                    </a:cubicBezTo>
                    <a:lnTo>
                      <a:pt x="849465" y="63779"/>
                    </a:lnTo>
                    <a:cubicBezTo>
                      <a:pt x="846083" y="70998"/>
                      <a:pt x="843094" y="76804"/>
                      <a:pt x="840499" y="81195"/>
                    </a:cubicBezTo>
                    <a:cubicBezTo>
                      <a:pt x="837904" y="85587"/>
                      <a:pt x="834509" y="88683"/>
                      <a:pt x="830314" y="90483"/>
                    </a:cubicBezTo>
                    <a:cubicBezTo>
                      <a:pt x="826118" y="92284"/>
                      <a:pt x="819929" y="92907"/>
                      <a:pt x="811746" y="92354"/>
                    </a:cubicBezTo>
                    <a:cubicBezTo>
                      <a:pt x="807479" y="97669"/>
                      <a:pt x="803040" y="104299"/>
                      <a:pt x="798430" y="112242"/>
                    </a:cubicBezTo>
                    <a:cubicBezTo>
                      <a:pt x="793820" y="120186"/>
                      <a:pt x="791324" y="127730"/>
                      <a:pt x="790944" y="134874"/>
                    </a:cubicBezTo>
                    <a:cubicBezTo>
                      <a:pt x="790901" y="137407"/>
                      <a:pt x="791386" y="139370"/>
                      <a:pt x="792401" y="140760"/>
                    </a:cubicBezTo>
                    <a:cubicBezTo>
                      <a:pt x="793415" y="142151"/>
                      <a:pt x="795216" y="142856"/>
                      <a:pt x="797802" y="142875"/>
                    </a:cubicBezTo>
                    <a:cubicBezTo>
                      <a:pt x="801154" y="142941"/>
                      <a:pt x="805650" y="141094"/>
                      <a:pt x="811289" y="137331"/>
                    </a:cubicBezTo>
                    <a:cubicBezTo>
                      <a:pt x="816928" y="133569"/>
                      <a:pt x="825538" y="127492"/>
                      <a:pt x="837121" y="119100"/>
                    </a:cubicBezTo>
                    <a:lnTo>
                      <a:pt x="837333" y="120966"/>
                    </a:lnTo>
                    <a:lnTo>
                      <a:pt x="840919" y="108074"/>
                    </a:lnTo>
                    <a:cubicBezTo>
                      <a:pt x="844742" y="101412"/>
                      <a:pt x="849360" y="95362"/>
                      <a:pt x="854775" y="89925"/>
                    </a:cubicBezTo>
                    <a:cubicBezTo>
                      <a:pt x="860190" y="84488"/>
                      <a:pt x="865266" y="80139"/>
                      <a:pt x="870003" y="76877"/>
                    </a:cubicBezTo>
                    <a:cubicBezTo>
                      <a:pt x="874740" y="73616"/>
                      <a:pt x="878003" y="71917"/>
                      <a:pt x="879793" y="71780"/>
                    </a:cubicBezTo>
                    <a:cubicBezTo>
                      <a:pt x="881702" y="72018"/>
                      <a:pt x="883769" y="73371"/>
                      <a:pt x="885993" y="75838"/>
                    </a:cubicBezTo>
                    <a:cubicBezTo>
                      <a:pt x="888218" y="78305"/>
                      <a:pt x="889427" y="80457"/>
                      <a:pt x="889622" y="82296"/>
                    </a:cubicBezTo>
                    <a:cubicBezTo>
                      <a:pt x="889350" y="85395"/>
                      <a:pt x="887025" y="89560"/>
                      <a:pt x="882646" y="94793"/>
                    </a:cubicBezTo>
                    <a:cubicBezTo>
                      <a:pt x="878267" y="100025"/>
                      <a:pt x="873470" y="105105"/>
                      <a:pt x="868253" y="110033"/>
                    </a:cubicBezTo>
                    <a:cubicBezTo>
                      <a:pt x="863036" y="114960"/>
                      <a:pt x="859034" y="118516"/>
                      <a:pt x="856247" y="120701"/>
                    </a:cubicBezTo>
                    <a:cubicBezTo>
                      <a:pt x="854880" y="122653"/>
                      <a:pt x="853842" y="124749"/>
                      <a:pt x="853132" y="126987"/>
                    </a:cubicBezTo>
                    <a:cubicBezTo>
                      <a:pt x="852423" y="129225"/>
                      <a:pt x="852013" y="131550"/>
                      <a:pt x="851903" y="133959"/>
                    </a:cubicBezTo>
                    <a:cubicBezTo>
                      <a:pt x="857966" y="133078"/>
                      <a:pt x="863729" y="130669"/>
                      <a:pt x="869191" y="126730"/>
                    </a:cubicBezTo>
                    <a:cubicBezTo>
                      <a:pt x="874654" y="122791"/>
                      <a:pt x="879788" y="118496"/>
                      <a:pt x="884593" y="113843"/>
                    </a:cubicBezTo>
                    <a:cubicBezTo>
                      <a:pt x="896395" y="102794"/>
                      <a:pt x="905882" y="93802"/>
                      <a:pt x="913054" y="86868"/>
                    </a:cubicBezTo>
                    <a:cubicBezTo>
                      <a:pt x="920226" y="79934"/>
                      <a:pt x="924913" y="76200"/>
                      <a:pt x="927113" y="75666"/>
                    </a:cubicBezTo>
                    <a:cubicBezTo>
                      <a:pt x="929070" y="75643"/>
                      <a:pt x="930585" y="77062"/>
                      <a:pt x="931656" y="79924"/>
                    </a:cubicBezTo>
                    <a:cubicBezTo>
                      <a:pt x="932728" y="82786"/>
                      <a:pt x="933271" y="85177"/>
                      <a:pt x="933285" y="87096"/>
                    </a:cubicBezTo>
                    <a:cubicBezTo>
                      <a:pt x="933095" y="90235"/>
                      <a:pt x="931933" y="93731"/>
                      <a:pt x="929799" y="97583"/>
                    </a:cubicBezTo>
                    <a:cubicBezTo>
                      <a:pt x="927665" y="101436"/>
                      <a:pt x="925703" y="104646"/>
                      <a:pt x="923913" y="107213"/>
                    </a:cubicBezTo>
                    <a:lnTo>
                      <a:pt x="890080" y="157477"/>
                    </a:lnTo>
                    <a:lnTo>
                      <a:pt x="890537" y="157934"/>
                    </a:lnTo>
                    <a:lnTo>
                      <a:pt x="941286" y="112928"/>
                    </a:lnTo>
                    <a:lnTo>
                      <a:pt x="943115" y="121386"/>
                    </a:lnTo>
                    <a:lnTo>
                      <a:pt x="874306" y="197024"/>
                    </a:lnTo>
                    <a:cubicBezTo>
                      <a:pt x="873020" y="198601"/>
                      <a:pt x="871135" y="200820"/>
                      <a:pt x="868648" y="203682"/>
                    </a:cubicBezTo>
                    <a:cubicBezTo>
                      <a:pt x="866162" y="206545"/>
                      <a:pt x="863934" y="208135"/>
                      <a:pt x="861962" y="208454"/>
                    </a:cubicBezTo>
                    <a:cubicBezTo>
                      <a:pt x="860366" y="208340"/>
                      <a:pt x="859062" y="207324"/>
                      <a:pt x="858050" y="205406"/>
                    </a:cubicBezTo>
                    <a:cubicBezTo>
                      <a:pt x="857039" y="203489"/>
                      <a:pt x="856293" y="201355"/>
                      <a:pt x="855815" y="199006"/>
                    </a:cubicBezTo>
                    <a:cubicBezTo>
                      <a:pt x="855337" y="196656"/>
                      <a:pt x="855100" y="194777"/>
                      <a:pt x="855104" y="193367"/>
                    </a:cubicBezTo>
                    <a:cubicBezTo>
                      <a:pt x="855247" y="191381"/>
                      <a:pt x="856047" y="189009"/>
                      <a:pt x="857504" y="186252"/>
                    </a:cubicBezTo>
                    <a:cubicBezTo>
                      <a:pt x="858962" y="183494"/>
                      <a:pt x="860219" y="181294"/>
                      <a:pt x="861276" y="179651"/>
                    </a:cubicBezTo>
                    <a:lnTo>
                      <a:pt x="891909" y="128016"/>
                    </a:lnTo>
                    <a:lnTo>
                      <a:pt x="891451" y="127559"/>
                    </a:lnTo>
                    <a:cubicBezTo>
                      <a:pt x="881831" y="135629"/>
                      <a:pt x="873468" y="142271"/>
                      <a:pt x="866362" y="147485"/>
                    </a:cubicBezTo>
                    <a:cubicBezTo>
                      <a:pt x="859257" y="152699"/>
                      <a:pt x="854894" y="155343"/>
                      <a:pt x="853275" y="155419"/>
                    </a:cubicBezTo>
                    <a:cubicBezTo>
                      <a:pt x="849770" y="155153"/>
                      <a:pt x="846052" y="152718"/>
                      <a:pt x="842119" y="148113"/>
                    </a:cubicBezTo>
                    <a:cubicBezTo>
                      <a:pt x="840153" y="145810"/>
                      <a:pt x="838597" y="143023"/>
                      <a:pt x="837452" y="139749"/>
                    </a:cubicBezTo>
                    <a:lnTo>
                      <a:pt x="835812" y="131376"/>
                    </a:lnTo>
                    <a:lnTo>
                      <a:pt x="821653" y="144180"/>
                    </a:lnTo>
                    <a:cubicBezTo>
                      <a:pt x="815176" y="149853"/>
                      <a:pt x="808370" y="154841"/>
                      <a:pt x="801234" y="159144"/>
                    </a:cubicBezTo>
                    <a:cubicBezTo>
                      <a:pt x="794098" y="163446"/>
                      <a:pt x="787243" y="165709"/>
                      <a:pt x="780668" y="165935"/>
                    </a:cubicBezTo>
                    <a:cubicBezTo>
                      <a:pt x="776173" y="165868"/>
                      <a:pt x="772662" y="164460"/>
                      <a:pt x="770136" y="161711"/>
                    </a:cubicBezTo>
                    <a:cubicBezTo>
                      <a:pt x="767611" y="158962"/>
                      <a:pt x="766326" y="155271"/>
                      <a:pt x="766283" y="150638"/>
                    </a:cubicBezTo>
                    <a:cubicBezTo>
                      <a:pt x="766345" y="146803"/>
                      <a:pt x="766964" y="142882"/>
                      <a:pt x="768139" y="138873"/>
                    </a:cubicBezTo>
                    <a:cubicBezTo>
                      <a:pt x="769313" y="134864"/>
                      <a:pt x="770674" y="131169"/>
                      <a:pt x="772220" y="127787"/>
                    </a:cubicBezTo>
                    <a:lnTo>
                      <a:pt x="771763" y="127330"/>
                    </a:lnTo>
                    <a:lnTo>
                      <a:pt x="764253" y="133371"/>
                    </a:lnTo>
                    <a:lnTo>
                      <a:pt x="754840" y="143560"/>
                    </a:lnTo>
                    <a:cubicBezTo>
                      <a:pt x="749617" y="148643"/>
                      <a:pt x="744000" y="153027"/>
                      <a:pt x="737990" y="156713"/>
                    </a:cubicBezTo>
                    <a:cubicBezTo>
                      <a:pt x="731979" y="160399"/>
                      <a:pt x="726041" y="162330"/>
                      <a:pt x="720174" y="162506"/>
                    </a:cubicBezTo>
                    <a:cubicBezTo>
                      <a:pt x="715688" y="162386"/>
                      <a:pt x="711992" y="160901"/>
                      <a:pt x="709088" y="158049"/>
                    </a:cubicBezTo>
                    <a:cubicBezTo>
                      <a:pt x="706183" y="155198"/>
                      <a:pt x="704028" y="151699"/>
                      <a:pt x="702622" y="147554"/>
                    </a:cubicBezTo>
                    <a:cubicBezTo>
                      <a:pt x="701215" y="143408"/>
                      <a:pt x="700516" y="139334"/>
                      <a:pt x="700523" y="135331"/>
                    </a:cubicBezTo>
                    <a:cubicBezTo>
                      <a:pt x="700791" y="125871"/>
                      <a:pt x="703428" y="116978"/>
                      <a:pt x="708436" y="108653"/>
                    </a:cubicBezTo>
                    <a:cubicBezTo>
                      <a:pt x="713443" y="100327"/>
                      <a:pt x="719212" y="93551"/>
                      <a:pt x="725743" y="88324"/>
                    </a:cubicBezTo>
                    <a:cubicBezTo>
                      <a:pt x="732274" y="83097"/>
                      <a:pt x="737959" y="80402"/>
                      <a:pt x="742797" y="80238"/>
                    </a:cubicBezTo>
                    <a:cubicBezTo>
                      <a:pt x="744915" y="80191"/>
                      <a:pt x="747077" y="80629"/>
                      <a:pt x="749281" y="81553"/>
                    </a:cubicBezTo>
                    <a:cubicBezTo>
                      <a:pt x="751485" y="82477"/>
                      <a:pt x="752675" y="84172"/>
                      <a:pt x="752851" y="86639"/>
                    </a:cubicBezTo>
                    <a:cubicBezTo>
                      <a:pt x="752631" y="90589"/>
                      <a:pt x="750558" y="95110"/>
                      <a:pt x="746631" y="100203"/>
                    </a:cubicBezTo>
                    <a:cubicBezTo>
                      <a:pt x="742704" y="105296"/>
                      <a:pt x="738244" y="110122"/>
                      <a:pt x="733250" y="114681"/>
                    </a:cubicBezTo>
                    <a:cubicBezTo>
                      <a:pt x="728257" y="119240"/>
                      <a:pt x="724051" y="122695"/>
                      <a:pt x="720631" y="125044"/>
                    </a:cubicBezTo>
                    <a:cubicBezTo>
                      <a:pt x="719679" y="129745"/>
                      <a:pt x="720155" y="133316"/>
                      <a:pt x="722060" y="135760"/>
                    </a:cubicBezTo>
                    <a:cubicBezTo>
                      <a:pt x="723964" y="138203"/>
                      <a:pt x="727525" y="139432"/>
                      <a:pt x="732743" y="139446"/>
                    </a:cubicBezTo>
                    <a:cubicBezTo>
                      <a:pt x="738850" y="139079"/>
                      <a:pt x="744744" y="136784"/>
                      <a:pt x="750423" y="132559"/>
                    </a:cubicBezTo>
                    <a:cubicBezTo>
                      <a:pt x="756103" y="128335"/>
                      <a:pt x="761254" y="124382"/>
                      <a:pt x="765876" y="120701"/>
                    </a:cubicBezTo>
                    <a:lnTo>
                      <a:pt x="765897" y="120790"/>
                    </a:lnTo>
                    <a:lnTo>
                      <a:pt x="776931" y="111185"/>
                    </a:lnTo>
                    <a:cubicBezTo>
                      <a:pt x="782904" y="105189"/>
                      <a:pt x="788038" y="98607"/>
                      <a:pt x="792333" y="91440"/>
                    </a:cubicBezTo>
                    <a:cubicBezTo>
                      <a:pt x="787901" y="91417"/>
                      <a:pt x="784856" y="91361"/>
                      <a:pt x="783200" y="91270"/>
                    </a:cubicBezTo>
                    <a:cubicBezTo>
                      <a:pt x="781544" y="91180"/>
                      <a:pt x="779990" y="91191"/>
                      <a:pt x="778537" y="91304"/>
                    </a:cubicBezTo>
                    <a:cubicBezTo>
                      <a:pt x="777084" y="91417"/>
                      <a:pt x="774446" y="91767"/>
                      <a:pt x="770623" y="92354"/>
                    </a:cubicBezTo>
                    <a:lnTo>
                      <a:pt x="773137" y="88239"/>
                    </a:lnTo>
                    <a:cubicBezTo>
                      <a:pt x="777046" y="81618"/>
                      <a:pt x="780400" y="76572"/>
                      <a:pt x="783200" y="73101"/>
                    </a:cubicBezTo>
                    <a:cubicBezTo>
                      <a:pt x="786001" y="69630"/>
                      <a:pt x="789474" y="67225"/>
                      <a:pt x="793620" y="65887"/>
                    </a:cubicBezTo>
                    <a:cubicBezTo>
                      <a:pt x="797766" y="64550"/>
                      <a:pt x="803812" y="63771"/>
                      <a:pt x="811758" y="63551"/>
                    </a:cubicBezTo>
                    <a:cubicBezTo>
                      <a:pt x="814977" y="58612"/>
                      <a:pt x="818367" y="54088"/>
                      <a:pt x="821928" y="49978"/>
                    </a:cubicBezTo>
                    <a:cubicBezTo>
                      <a:pt x="825489" y="45867"/>
                      <a:pt x="830479" y="43686"/>
                      <a:pt x="836896" y="43434"/>
                    </a:cubicBezTo>
                    <a:close/>
                    <a:moveTo>
                      <a:pt x="113004" y="0"/>
                    </a:moveTo>
                    <a:cubicBezTo>
                      <a:pt x="117464" y="138"/>
                      <a:pt x="120802" y="1690"/>
                      <a:pt x="123020" y="4656"/>
                    </a:cubicBezTo>
                    <a:cubicBezTo>
                      <a:pt x="125238" y="7622"/>
                      <a:pt x="126530" y="11171"/>
                      <a:pt x="126895" y="15305"/>
                    </a:cubicBezTo>
                    <a:cubicBezTo>
                      <a:pt x="127260" y="19439"/>
                      <a:pt x="126894" y="23328"/>
                      <a:pt x="125795" y="26970"/>
                    </a:cubicBezTo>
                    <a:cubicBezTo>
                      <a:pt x="124058" y="32251"/>
                      <a:pt x="121650" y="36889"/>
                      <a:pt x="118573" y="40885"/>
                    </a:cubicBezTo>
                    <a:cubicBezTo>
                      <a:pt x="115495" y="44881"/>
                      <a:pt x="111892" y="49464"/>
                      <a:pt x="107762" y="54635"/>
                    </a:cubicBezTo>
                    <a:cubicBezTo>
                      <a:pt x="105549" y="56977"/>
                      <a:pt x="101683" y="61338"/>
                      <a:pt x="96165" y="67719"/>
                    </a:cubicBezTo>
                    <a:cubicBezTo>
                      <a:pt x="90646" y="74100"/>
                      <a:pt x="84744" y="81140"/>
                      <a:pt x="78457" y="88839"/>
                    </a:cubicBezTo>
                    <a:cubicBezTo>
                      <a:pt x="72170" y="96539"/>
                      <a:pt x="66768" y="103536"/>
                      <a:pt x="62250" y="109831"/>
                    </a:cubicBezTo>
                    <a:cubicBezTo>
                      <a:pt x="57732" y="116127"/>
                      <a:pt x="55368" y="120360"/>
                      <a:pt x="55156" y="122529"/>
                    </a:cubicBezTo>
                    <a:cubicBezTo>
                      <a:pt x="55175" y="123901"/>
                      <a:pt x="55595" y="124930"/>
                      <a:pt x="56414" y="125616"/>
                    </a:cubicBezTo>
                    <a:cubicBezTo>
                      <a:pt x="57234" y="126301"/>
                      <a:pt x="58339" y="126644"/>
                      <a:pt x="59731" y="126644"/>
                    </a:cubicBezTo>
                    <a:cubicBezTo>
                      <a:pt x="62253" y="126464"/>
                      <a:pt x="66343" y="124396"/>
                      <a:pt x="72002" y="120440"/>
                    </a:cubicBezTo>
                    <a:cubicBezTo>
                      <a:pt x="77661" y="116484"/>
                      <a:pt x="83824" y="111723"/>
                      <a:pt x="90490" y="106156"/>
                    </a:cubicBezTo>
                    <a:cubicBezTo>
                      <a:pt x="97157" y="100589"/>
                      <a:pt x="103261" y="95299"/>
                      <a:pt x="108804" y="90286"/>
                    </a:cubicBezTo>
                    <a:cubicBezTo>
                      <a:pt x="114348" y="85273"/>
                      <a:pt x="118264" y="81619"/>
                      <a:pt x="120554" y="79324"/>
                    </a:cubicBezTo>
                    <a:cubicBezTo>
                      <a:pt x="137501" y="62601"/>
                      <a:pt x="150809" y="49387"/>
                      <a:pt x="160479" y="39683"/>
                    </a:cubicBezTo>
                    <a:cubicBezTo>
                      <a:pt x="170148" y="29979"/>
                      <a:pt x="177329" y="23081"/>
                      <a:pt x="182022" y="18991"/>
                    </a:cubicBezTo>
                    <a:cubicBezTo>
                      <a:pt x="186714" y="14900"/>
                      <a:pt x="190070" y="12913"/>
                      <a:pt x="192088" y="13030"/>
                    </a:cubicBezTo>
                    <a:cubicBezTo>
                      <a:pt x="195379" y="13325"/>
                      <a:pt x="197769" y="15135"/>
                      <a:pt x="199260" y="18459"/>
                    </a:cubicBezTo>
                    <a:cubicBezTo>
                      <a:pt x="200751" y="21783"/>
                      <a:pt x="201484" y="24851"/>
                      <a:pt x="201460" y="27660"/>
                    </a:cubicBezTo>
                    <a:cubicBezTo>
                      <a:pt x="202152" y="28974"/>
                      <a:pt x="201531" y="31350"/>
                      <a:pt x="199598" y="34789"/>
                    </a:cubicBezTo>
                    <a:cubicBezTo>
                      <a:pt x="197664" y="38228"/>
                      <a:pt x="193471" y="44448"/>
                      <a:pt x="187016" y="53450"/>
                    </a:cubicBezTo>
                    <a:cubicBezTo>
                      <a:pt x="180562" y="62451"/>
                      <a:pt x="170899" y="75953"/>
                      <a:pt x="158026" y="93954"/>
                    </a:cubicBezTo>
                    <a:cubicBezTo>
                      <a:pt x="149268" y="106527"/>
                      <a:pt x="143582" y="116014"/>
                      <a:pt x="140967" y="122415"/>
                    </a:cubicBezTo>
                    <a:cubicBezTo>
                      <a:pt x="138352" y="128816"/>
                      <a:pt x="137181" y="132816"/>
                      <a:pt x="137452" y="134417"/>
                    </a:cubicBezTo>
                    <a:cubicBezTo>
                      <a:pt x="137514" y="137098"/>
                      <a:pt x="138362" y="139279"/>
                      <a:pt x="139996" y="140960"/>
                    </a:cubicBezTo>
                    <a:cubicBezTo>
                      <a:pt x="141629" y="142641"/>
                      <a:pt x="143677" y="143508"/>
                      <a:pt x="146139" y="143561"/>
                    </a:cubicBezTo>
                    <a:cubicBezTo>
                      <a:pt x="150275" y="143336"/>
                      <a:pt x="155313" y="141347"/>
                      <a:pt x="161252" y="137592"/>
                    </a:cubicBezTo>
                    <a:cubicBezTo>
                      <a:pt x="167192" y="133837"/>
                      <a:pt x="172991" y="129663"/>
                      <a:pt x="178651" y="125069"/>
                    </a:cubicBezTo>
                    <a:cubicBezTo>
                      <a:pt x="184311" y="120476"/>
                      <a:pt x="188790" y="116810"/>
                      <a:pt x="192088" y="114071"/>
                    </a:cubicBezTo>
                    <a:lnTo>
                      <a:pt x="192143" y="114367"/>
                    </a:lnTo>
                    <a:lnTo>
                      <a:pt x="199865" y="100635"/>
                    </a:lnTo>
                    <a:cubicBezTo>
                      <a:pt x="204035" y="94852"/>
                      <a:pt x="208379" y="90034"/>
                      <a:pt x="212898" y="86182"/>
                    </a:cubicBezTo>
                    <a:cubicBezTo>
                      <a:pt x="214328" y="84968"/>
                      <a:pt x="215701" y="84196"/>
                      <a:pt x="217017" y="83867"/>
                    </a:cubicBezTo>
                    <a:cubicBezTo>
                      <a:pt x="218333" y="83539"/>
                      <a:pt x="219935" y="83396"/>
                      <a:pt x="221823" y="83439"/>
                    </a:cubicBezTo>
                    <a:cubicBezTo>
                      <a:pt x="228352" y="83763"/>
                      <a:pt x="232164" y="84487"/>
                      <a:pt x="233261" y="85611"/>
                    </a:cubicBezTo>
                    <a:cubicBezTo>
                      <a:pt x="234358" y="86734"/>
                      <a:pt x="234739" y="87687"/>
                      <a:pt x="234406" y="88468"/>
                    </a:cubicBezTo>
                    <a:cubicBezTo>
                      <a:pt x="234050" y="91636"/>
                      <a:pt x="231558" y="95790"/>
                      <a:pt x="226931" y="100931"/>
                    </a:cubicBezTo>
                    <a:cubicBezTo>
                      <a:pt x="222304" y="106072"/>
                      <a:pt x="217677" y="111022"/>
                      <a:pt x="213050" y="115781"/>
                    </a:cubicBezTo>
                    <a:cubicBezTo>
                      <a:pt x="208423" y="120541"/>
                      <a:pt x="205931" y="123933"/>
                      <a:pt x="205575" y="125958"/>
                    </a:cubicBezTo>
                    <a:cubicBezTo>
                      <a:pt x="205594" y="126663"/>
                      <a:pt x="205842" y="127254"/>
                      <a:pt x="206319" y="127730"/>
                    </a:cubicBezTo>
                    <a:cubicBezTo>
                      <a:pt x="206796" y="128206"/>
                      <a:pt x="207387" y="128454"/>
                      <a:pt x="208092" y="128473"/>
                    </a:cubicBezTo>
                    <a:cubicBezTo>
                      <a:pt x="208927" y="128411"/>
                      <a:pt x="209775" y="128021"/>
                      <a:pt x="210638" y="127301"/>
                    </a:cubicBezTo>
                    <a:cubicBezTo>
                      <a:pt x="211501" y="126582"/>
                      <a:pt x="212178" y="125906"/>
                      <a:pt x="212669" y="125273"/>
                    </a:cubicBezTo>
                    <a:cubicBezTo>
                      <a:pt x="219137" y="117297"/>
                      <a:pt x="227146" y="109398"/>
                      <a:pt x="236696" y="101574"/>
                    </a:cubicBezTo>
                    <a:cubicBezTo>
                      <a:pt x="246246" y="93751"/>
                      <a:pt x="255148" y="87223"/>
                      <a:pt x="263400" y="81991"/>
                    </a:cubicBezTo>
                    <a:cubicBezTo>
                      <a:pt x="271653" y="76759"/>
                      <a:pt x="277067" y="74041"/>
                      <a:pt x="279642" y="73838"/>
                    </a:cubicBezTo>
                    <a:cubicBezTo>
                      <a:pt x="280108" y="73819"/>
                      <a:pt x="280661" y="74142"/>
                      <a:pt x="281299" y="74809"/>
                    </a:cubicBezTo>
                    <a:cubicBezTo>
                      <a:pt x="281937" y="75476"/>
                      <a:pt x="282604" y="76600"/>
                      <a:pt x="283299" y="78181"/>
                    </a:cubicBezTo>
                    <a:cubicBezTo>
                      <a:pt x="283999" y="79896"/>
                      <a:pt x="284656" y="81781"/>
                      <a:pt x="285271" y="83839"/>
                    </a:cubicBezTo>
                    <a:cubicBezTo>
                      <a:pt x="285885" y="85896"/>
                      <a:pt x="286371" y="88125"/>
                      <a:pt x="286728" y="90525"/>
                    </a:cubicBezTo>
                    <a:cubicBezTo>
                      <a:pt x="286381" y="93559"/>
                      <a:pt x="283951" y="97347"/>
                      <a:pt x="279438" y="101888"/>
                    </a:cubicBezTo>
                    <a:cubicBezTo>
                      <a:pt x="274926" y="106429"/>
                      <a:pt x="270413" y="111351"/>
                      <a:pt x="265900" y="116654"/>
                    </a:cubicBezTo>
                    <a:cubicBezTo>
                      <a:pt x="261387" y="121957"/>
                      <a:pt x="258957" y="127268"/>
                      <a:pt x="258610" y="132588"/>
                    </a:cubicBezTo>
                    <a:cubicBezTo>
                      <a:pt x="258639" y="133659"/>
                      <a:pt x="259039" y="134602"/>
                      <a:pt x="259810" y="135417"/>
                    </a:cubicBezTo>
                    <a:cubicBezTo>
                      <a:pt x="260582" y="136231"/>
                      <a:pt x="261554" y="136660"/>
                      <a:pt x="262725" y="136703"/>
                    </a:cubicBezTo>
                    <a:cubicBezTo>
                      <a:pt x="265687" y="136441"/>
                      <a:pt x="269135" y="134964"/>
                      <a:pt x="273069" y="132273"/>
                    </a:cubicBezTo>
                    <a:cubicBezTo>
                      <a:pt x="277003" y="129583"/>
                      <a:pt x="280108" y="127249"/>
                      <a:pt x="282385" y="125273"/>
                    </a:cubicBezTo>
                    <a:lnTo>
                      <a:pt x="296101" y="113843"/>
                    </a:lnTo>
                    <a:lnTo>
                      <a:pt x="296565" y="116394"/>
                    </a:lnTo>
                    <a:lnTo>
                      <a:pt x="298861" y="108653"/>
                    </a:lnTo>
                    <a:cubicBezTo>
                      <a:pt x="303868" y="100327"/>
                      <a:pt x="309638" y="93551"/>
                      <a:pt x="316168" y="88324"/>
                    </a:cubicBezTo>
                    <a:cubicBezTo>
                      <a:pt x="322699" y="83097"/>
                      <a:pt x="328384" y="80402"/>
                      <a:pt x="333222" y="80238"/>
                    </a:cubicBezTo>
                    <a:cubicBezTo>
                      <a:pt x="335340" y="80191"/>
                      <a:pt x="337502" y="80629"/>
                      <a:pt x="339706" y="81553"/>
                    </a:cubicBezTo>
                    <a:cubicBezTo>
                      <a:pt x="341910" y="82477"/>
                      <a:pt x="343100" y="84172"/>
                      <a:pt x="343276" y="86639"/>
                    </a:cubicBezTo>
                    <a:cubicBezTo>
                      <a:pt x="343056" y="90589"/>
                      <a:pt x="340983" y="95110"/>
                      <a:pt x="337056" y="100203"/>
                    </a:cubicBezTo>
                    <a:cubicBezTo>
                      <a:pt x="333129" y="105296"/>
                      <a:pt x="328669" y="110122"/>
                      <a:pt x="323675" y="114681"/>
                    </a:cubicBezTo>
                    <a:cubicBezTo>
                      <a:pt x="318682" y="119240"/>
                      <a:pt x="314476" y="122695"/>
                      <a:pt x="311057" y="125044"/>
                    </a:cubicBezTo>
                    <a:cubicBezTo>
                      <a:pt x="310104" y="129745"/>
                      <a:pt x="310580" y="133316"/>
                      <a:pt x="312485" y="135760"/>
                    </a:cubicBezTo>
                    <a:cubicBezTo>
                      <a:pt x="314389" y="138203"/>
                      <a:pt x="317950" y="139432"/>
                      <a:pt x="323167" y="139446"/>
                    </a:cubicBezTo>
                    <a:cubicBezTo>
                      <a:pt x="329275" y="139079"/>
                      <a:pt x="335169" y="136784"/>
                      <a:pt x="340848" y="132559"/>
                    </a:cubicBezTo>
                    <a:cubicBezTo>
                      <a:pt x="346528" y="128335"/>
                      <a:pt x="351679" y="124382"/>
                      <a:pt x="356301" y="120701"/>
                    </a:cubicBezTo>
                    <a:lnTo>
                      <a:pt x="358358" y="129387"/>
                    </a:lnTo>
                    <a:cubicBezTo>
                      <a:pt x="354853" y="133753"/>
                      <a:pt x="350489" y="138478"/>
                      <a:pt x="345265" y="143560"/>
                    </a:cubicBezTo>
                    <a:cubicBezTo>
                      <a:pt x="340042" y="148643"/>
                      <a:pt x="334425" y="153027"/>
                      <a:pt x="328415" y="156713"/>
                    </a:cubicBezTo>
                    <a:cubicBezTo>
                      <a:pt x="322404" y="160399"/>
                      <a:pt x="316466" y="162330"/>
                      <a:pt x="310600" y="162506"/>
                    </a:cubicBezTo>
                    <a:cubicBezTo>
                      <a:pt x="306113" y="162386"/>
                      <a:pt x="302417" y="160901"/>
                      <a:pt x="299513" y="158049"/>
                    </a:cubicBezTo>
                    <a:cubicBezTo>
                      <a:pt x="296608" y="155198"/>
                      <a:pt x="294453" y="151699"/>
                      <a:pt x="293047" y="147554"/>
                    </a:cubicBezTo>
                    <a:cubicBezTo>
                      <a:pt x="291640" y="143408"/>
                      <a:pt x="290941" y="139334"/>
                      <a:pt x="290948" y="135331"/>
                    </a:cubicBezTo>
                    <a:lnTo>
                      <a:pt x="292880" y="128816"/>
                    </a:lnTo>
                    <a:lnTo>
                      <a:pt x="282682" y="138744"/>
                    </a:lnTo>
                    <a:cubicBezTo>
                      <a:pt x="276668" y="144778"/>
                      <a:pt x="270401" y="150214"/>
                      <a:pt x="263881" y="155054"/>
                    </a:cubicBezTo>
                    <a:cubicBezTo>
                      <a:pt x="257361" y="159894"/>
                      <a:pt x="251265" y="162454"/>
                      <a:pt x="245595" y="162734"/>
                    </a:cubicBezTo>
                    <a:cubicBezTo>
                      <a:pt x="241266" y="162592"/>
                      <a:pt x="238050" y="161050"/>
                      <a:pt x="235947" y="158110"/>
                    </a:cubicBezTo>
                    <a:cubicBezTo>
                      <a:pt x="233844" y="155170"/>
                      <a:pt x="232798" y="151688"/>
                      <a:pt x="232807" y="147663"/>
                    </a:cubicBezTo>
                    <a:cubicBezTo>
                      <a:pt x="233169" y="140687"/>
                      <a:pt x="235528" y="133738"/>
                      <a:pt x="239886" y="126814"/>
                    </a:cubicBezTo>
                    <a:cubicBezTo>
                      <a:pt x="244244" y="119891"/>
                      <a:pt x="248430" y="113738"/>
                      <a:pt x="252445" y="108356"/>
                    </a:cubicBezTo>
                    <a:lnTo>
                      <a:pt x="251988" y="107899"/>
                    </a:lnTo>
                    <a:cubicBezTo>
                      <a:pt x="245371" y="112828"/>
                      <a:pt x="239136" y="118229"/>
                      <a:pt x="233283" y="124100"/>
                    </a:cubicBezTo>
                    <a:cubicBezTo>
                      <a:pt x="227431" y="129972"/>
                      <a:pt x="221933" y="136228"/>
                      <a:pt x="216788" y="142868"/>
                    </a:cubicBezTo>
                    <a:cubicBezTo>
                      <a:pt x="214919" y="145413"/>
                      <a:pt x="212250" y="148544"/>
                      <a:pt x="208782" y="152259"/>
                    </a:cubicBezTo>
                    <a:cubicBezTo>
                      <a:pt x="205313" y="155974"/>
                      <a:pt x="201962" y="158020"/>
                      <a:pt x="198727" y="158396"/>
                    </a:cubicBezTo>
                    <a:cubicBezTo>
                      <a:pt x="195412" y="158266"/>
                      <a:pt x="192836" y="156927"/>
                      <a:pt x="191000" y="154379"/>
                    </a:cubicBezTo>
                    <a:cubicBezTo>
                      <a:pt x="189164" y="151830"/>
                      <a:pt x="187873" y="148850"/>
                      <a:pt x="187128" y="145439"/>
                    </a:cubicBezTo>
                    <a:cubicBezTo>
                      <a:pt x="186382" y="142028"/>
                      <a:pt x="185988" y="138963"/>
                      <a:pt x="185944" y="136245"/>
                    </a:cubicBezTo>
                    <a:lnTo>
                      <a:pt x="187404" y="129410"/>
                    </a:lnTo>
                    <a:lnTo>
                      <a:pt x="185919" y="130980"/>
                    </a:lnTo>
                    <a:cubicBezTo>
                      <a:pt x="181227" y="135398"/>
                      <a:pt x="175368" y="140111"/>
                      <a:pt x="168343" y="145118"/>
                    </a:cubicBezTo>
                    <a:cubicBezTo>
                      <a:pt x="161318" y="150125"/>
                      <a:pt x="154217" y="154423"/>
                      <a:pt x="147040" y="158013"/>
                    </a:cubicBezTo>
                    <a:cubicBezTo>
                      <a:pt x="139862" y="161603"/>
                      <a:pt x="133698" y="163482"/>
                      <a:pt x="128547" y="163649"/>
                    </a:cubicBezTo>
                    <a:cubicBezTo>
                      <a:pt x="123099" y="163568"/>
                      <a:pt x="118751" y="161903"/>
                      <a:pt x="115501" y="158655"/>
                    </a:cubicBezTo>
                    <a:cubicBezTo>
                      <a:pt x="112252" y="155407"/>
                      <a:pt x="110587" y="151060"/>
                      <a:pt x="110506" y="145615"/>
                    </a:cubicBezTo>
                    <a:cubicBezTo>
                      <a:pt x="110601" y="139178"/>
                      <a:pt x="111781" y="133254"/>
                      <a:pt x="114046" y="127844"/>
                    </a:cubicBezTo>
                    <a:cubicBezTo>
                      <a:pt x="116310" y="122434"/>
                      <a:pt x="119089" y="117081"/>
                      <a:pt x="122381" y="111785"/>
                    </a:cubicBezTo>
                    <a:lnTo>
                      <a:pt x="141110" y="79996"/>
                    </a:lnTo>
                    <a:lnTo>
                      <a:pt x="140653" y="79539"/>
                    </a:lnTo>
                    <a:cubicBezTo>
                      <a:pt x="111191" y="108175"/>
                      <a:pt x="88582" y="128955"/>
                      <a:pt x="72826" y="141878"/>
                    </a:cubicBezTo>
                    <a:cubicBezTo>
                      <a:pt x="57069" y="154801"/>
                      <a:pt x="47373" y="160839"/>
                      <a:pt x="43736" y="159991"/>
                    </a:cubicBezTo>
                    <a:cubicBezTo>
                      <a:pt x="36546" y="158682"/>
                      <a:pt x="31169" y="155987"/>
                      <a:pt x="27605" y="151906"/>
                    </a:cubicBezTo>
                    <a:cubicBezTo>
                      <a:pt x="24041" y="147825"/>
                      <a:pt x="22262" y="142673"/>
                      <a:pt x="22267" y="136450"/>
                    </a:cubicBezTo>
                    <a:cubicBezTo>
                      <a:pt x="22448" y="131461"/>
                      <a:pt x="24242" y="125998"/>
                      <a:pt x="27647" y="120061"/>
                    </a:cubicBezTo>
                    <a:cubicBezTo>
                      <a:pt x="31052" y="114124"/>
                      <a:pt x="34977" y="108391"/>
                      <a:pt x="39422" y="102860"/>
                    </a:cubicBezTo>
                    <a:cubicBezTo>
                      <a:pt x="43867" y="97330"/>
                      <a:pt x="47742" y="92679"/>
                      <a:pt x="51045" y="88910"/>
                    </a:cubicBezTo>
                    <a:cubicBezTo>
                      <a:pt x="66041" y="71539"/>
                      <a:pt x="76934" y="59197"/>
                      <a:pt x="83725" y="51883"/>
                    </a:cubicBezTo>
                    <a:cubicBezTo>
                      <a:pt x="90516" y="44569"/>
                      <a:pt x="93804" y="40227"/>
                      <a:pt x="93590" y="38855"/>
                    </a:cubicBezTo>
                    <a:cubicBezTo>
                      <a:pt x="93580" y="38160"/>
                      <a:pt x="93371" y="37608"/>
                      <a:pt x="92961" y="37198"/>
                    </a:cubicBezTo>
                    <a:cubicBezTo>
                      <a:pt x="92551" y="36789"/>
                      <a:pt x="91998" y="36579"/>
                      <a:pt x="91302" y="36570"/>
                    </a:cubicBezTo>
                    <a:cubicBezTo>
                      <a:pt x="90497" y="36646"/>
                      <a:pt x="89362" y="37008"/>
                      <a:pt x="87899" y="37656"/>
                    </a:cubicBezTo>
                    <a:cubicBezTo>
                      <a:pt x="86436" y="38303"/>
                      <a:pt x="85359" y="38779"/>
                      <a:pt x="84668" y="39084"/>
                    </a:cubicBezTo>
                    <a:cubicBezTo>
                      <a:pt x="80270" y="40942"/>
                      <a:pt x="76754" y="42426"/>
                      <a:pt x="74120" y="43537"/>
                    </a:cubicBezTo>
                    <a:cubicBezTo>
                      <a:pt x="71485" y="44649"/>
                      <a:pt x="68664" y="45897"/>
                      <a:pt x="65656" y="47284"/>
                    </a:cubicBezTo>
                    <a:cubicBezTo>
                      <a:pt x="62649" y="48670"/>
                      <a:pt x="58386" y="50704"/>
                      <a:pt x="52868" y="53387"/>
                    </a:cubicBezTo>
                    <a:cubicBezTo>
                      <a:pt x="47351" y="56069"/>
                      <a:pt x="39510" y="59911"/>
                      <a:pt x="29347" y="64911"/>
                    </a:cubicBezTo>
                    <a:cubicBezTo>
                      <a:pt x="26192" y="66516"/>
                      <a:pt x="22393" y="68106"/>
                      <a:pt x="17951" y="69682"/>
                    </a:cubicBezTo>
                    <a:cubicBezTo>
                      <a:pt x="13508" y="71258"/>
                      <a:pt x="9536" y="72106"/>
                      <a:pt x="6036" y="72225"/>
                    </a:cubicBezTo>
                    <a:cubicBezTo>
                      <a:pt x="4045" y="72282"/>
                      <a:pt x="2483" y="71996"/>
                      <a:pt x="1350" y="71368"/>
                    </a:cubicBezTo>
                    <a:cubicBezTo>
                      <a:pt x="216" y="70739"/>
                      <a:pt x="-203" y="69425"/>
                      <a:pt x="92" y="67425"/>
                    </a:cubicBezTo>
                    <a:cubicBezTo>
                      <a:pt x="1147" y="60707"/>
                      <a:pt x="4169" y="53269"/>
                      <a:pt x="9159" y="45111"/>
                    </a:cubicBezTo>
                    <a:cubicBezTo>
                      <a:pt x="14149" y="36954"/>
                      <a:pt x="21183" y="29533"/>
                      <a:pt x="30260" y="22848"/>
                    </a:cubicBezTo>
                    <a:cubicBezTo>
                      <a:pt x="39338" y="16163"/>
                      <a:pt x="50534" y="11671"/>
                      <a:pt x="63850" y="9371"/>
                    </a:cubicBezTo>
                    <a:cubicBezTo>
                      <a:pt x="68465" y="8608"/>
                      <a:pt x="73748" y="7493"/>
                      <a:pt x="79699" y="6028"/>
                    </a:cubicBezTo>
                    <a:cubicBezTo>
                      <a:pt x="85651" y="4562"/>
                      <a:pt x="91575" y="3210"/>
                      <a:pt x="97474" y="1972"/>
                    </a:cubicBezTo>
                    <a:cubicBezTo>
                      <a:pt x="103372" y="735"/>
                      <a:pt x="108549" y="77"/>
                      <a:pt x="113004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" name="그룹 9">
              <a:extLst>
                <a:ext uri="{FF2B5EF4-FFF2-40B4-BE49-F238E27FC236}">
                  <a16:creationId xmlns:a16="http://schemas.microsoft.com/office/drawing/2014/main" id="{71B8F37F-989E-47BE-9CD4-42606D812669}"/>
                </a:ext>
              </a:extLst>
            </p:cNvPr>
            <p:cNvGrpSpPr/>
            <p:nvPr/>
          </p:nvGrpSpPr>
          <p:grpSpPr>
            <a:xfrm flipH="1">
              <a:off x="8212752" y="2332838"/>
              <a:ext cx="2994141" cy="3777467"/>
              <a:chOff x="1018676" y="1848459"/>
              <a:chExt cx="2994141" cy="3777467"/>
            </a:xfrm>
          </p:grpSpPr>
          <p:sp>
            <p:nvSpPr>
              <p:cNvPr id="5" name="Oval 1">
                <a:extLst>
                  <a:ext uri="{FF2B5EF4-FFF2-40B4-BE49-F238E27FC236}">
                    <a16:creationId xmlns:a16="http://schemas.microsoft.com/office/drawing/2014/main" id="{D9D2D272-CBC6-4563-8FD3-B8D91979A606}"/>
                  </a:ext>
                </a:extLst>
              </p:cNvPr>
              <p:cNvSpPr/>
              <p:nvPr/>
            </p:nvSpPr>
            <p:spPr>
              <a:xfrm rot="19043010">
                <a:off x="1018676" y="1848459"/>
                <a:ext cx="2271442" cy="2335067"/>
              </a:xfrm>
              <a:custGeom>
                <a:avLst/>
                <a:gdLst/>
                <a:ahLst/>
                <a:cxnLst/>
                <a:rect l="l" t="t" r="r" b="b"/>
                <a:pathLst>
                  <a:path w="2552017" h="2623501">
                    <a:moveTo>
                      <a:pt x="960593" y="2481474"/>
                    </a:moveTo>
                    <a:lnTo>
                      <a:pt x="1639506" y="2481474"/>
                    </a:lnTo>
                    <a:cubicBezTo>
                      <a:pt x="1671635" y="2481474"/>
                      <a:pt x="1697681" y="2507520"/>
                      <a:pt x="1697681" y="2539649"/>
                    </a:cubicBezTo>
                    <a:lnTo>
                      <a:pt x="1697681" y="2565326"/>
                    </a:lnTo>
                    <a:cubicBezTo>
                      <a:pt x="1697681" y="2597455"/>
                      <a:pt x="1671635" y="2623501"/>
                      <a:pt x="1639506" y="2623501"/>
                    </a:cubicBezTo>
                    <a:lnTo>
                      <a:pt x="960593" y="2623501"/>
                    </a:lnTo>
                    <a:cubicBezTo>
                      <a:pt x="928464" y="2623501"/>
                      <a:pt x="902418" y="2597455"/>
                      <a:pt x="902418" y="2565326"/>
                    </a:cubicBezTo>
                    <a:lnTo>
                      <a:pt x="902418" y="2539649"/>
                    </a:lnTo>
                    <a:cubicBezTo>
                      <a:pt x="902418" y="2507520"/>
                      <a:pt x="928464" y="2481474"/>
                      <a:pt x="960593" y="2481474"/>
                    </a:cubicBezTo>
                    <a:close/>
                    <a:moveTo>
                      <a:pt x="932191" y="2289251"/>
                    </a:moveTo>
                    <a:lnTo>
                      <a:pt x="1667909" y="2289251"/>
                    </a:lnTo>
                    <a:cubicBezTo>
                      <a:pt x="1700037" y="2289251"/>
                      <a:pt x="1726082" y="2315296"/>
                      <a:pt x="1726082" y="2347425"/>
                    </a:cubicBezTo>
                    <a:lnTo>
                      <a:pt x="1726082" y="2373104"/>
                    </a:lnTo>
                    <a:cubicBezTo>
                      <a:pt x="1726082" y="2405232"/>
                      <a:pt x="1700037" y="2431279"/>
                      <a:pt x="1667909" y="2431279"/>
                    </a:cubicBezTo>
                    <a:lnTo>
                      <a:pt x="932191" y="2431279"/>
                    </a:lnTo>
                    <a:cubicBezTo>
                      <a:pt x="900060" y="2431279"/>
                      <a:pt x="874016" y="2405232"/>
                      <a:pt x="874016" y="2373104"/>
                    </a:cubicBezTo>
                    <a:lnTo>
                      <a:pt x="874016" y="2347425"/>
                    </a:lnTo>
                    <a:cubicBezTo>
                      <a:pt x="874016" y="2315296"/>
                      <a:pt x="900060" y="2289251"/>
                      <a:pt x="932191" y="2289251"/>
                    </a:cubicBezTo>
                    <a:close/>
                    <a:moveTo>
                      <a:pt x="2552017" y="936595"/>
                    </a:moveTo>
                    <a:lnTo>
                      <a:pt x="2552017" y="1134206"/>
                    </a:lnTo>
                    <a:lnTo>
                      <a:pt x="2269715" y="1094683"/>
                    </a:lnTo>
                    <a:lnTo>
                      <a:pt x="2269715" y="976116"/>
                    </a:lnTo>
                    <a:close/>
                    <a:moveTo>
                      <a:pt x="0" y="936595"/>
                    </a:moveTo>
                    <a:lnTo>
                      <a:pt x="282302" y="976116"/>
                    </a:lnTo>
                    <a:lnTo>
                      <a:pt x="282302" y="1094683"/>
                    </a:lnTo>
                    <a:lnTo>
                      <a:pt x="0" y="1134206"/>
                    </a:lnTo>
                    <a:close/>
                    <a:moveTo>
                      <a:pt x="1294602" y="538610"/>
                    </a:moveTo>
                    <a:cubicBezTo>
                      <a:pt x="913173" y="539058"/>
                      <a:pt x="604117" y="848419"/>
                      <a:pt x="604117" y="1229963"/>
                    </a:cubicBezTo>
                    <a:cubicBezTo>
                      <a:pt x="604117" y="1488254"/>
                      <a:pt x="788458" y="1743173"/>
                      <a:pt x="933602" y="1859635"/>
                    </a:cubicBezTo>
                    <a:cubicBezTo>
                      <a:pt x="999780" y="1936202"/>
                      <a:pt x="994533" y="1937770"/>
                      <a:pt x="1021427" y="2035767"/>
                    </a:cubicBezTo>
                    <a:cubicBezTo>
                      <a:pt x="1030792" y="2095827"/>
                      <a:pt x="1015388" y="2108637"/>
                      <a:pt x="1052591" y="2112393"/>
                    </a:cubicBezTo>
                    <a:lnTo>
                      <a:pt x="1054999" y="2125056"/>
                    </a:lnTo>
                    <a:lnTo>
                      <a:pt x="1550433" y="2125056"/>
                    </a:lnTo>
                    <a:lnTo>
                      <a:pt x="1553159" y="2110727"/>
                    </a:lnTo>
                    <a:cubicBezTo>
                      <a:pt x="1573723" y="2104124"/>
                      <a:pt x="1563459" y="2087417"/>
                      <a:pt x="1571512" y="2035767"/>
                    </a:cubicBezTo>
                    <a:cubicBezTo>
                      <a:pt x="1598405" y="1937770"/>
                      <a:pt x="1593158" y="1936202"/>
                      <a:pt x="1659337" y="1859635"/>
                    </a:cubicBezTo>
                    <a:cubicBezTo>
                      <a:pt x="1804480" y="1743173"/>
                      <a:pt x="1988823" y="1488254"/>
                      <a:pt x="1988823" y="1229963"/>
                    </a:cubicBezTo>
                    <a:cubicBezTo>
                      <a:pt x="1988823" y="848419"/>
                      <a:pt x="1679767" y="539058"/>
                      <a:pt x="1298337" y="538610"/>
                    </a:cubicBezTo>
                    <a:lnTo>
                      <a:pt x="1298337" y="538781"/>
                    </a:lnTo>
                    <a:lnTo>
                      <a:pt x="1296470" y="538638"/>
                    </a:lnTo>
                    <a:lnTo>
                      <a:pt x="1294602" y="538781"/>
                    </a:lnTo>
                    <a:close/>
                    <a:moveTo>
                      <a:pt x="1294881" y="366993"/>
                    </a:moveTo>
                    <a:lnTo>
                      <a:pt x="1296470" y="367115"/>
                    </a:lnTo>
                    <a:lnTo>
                      <a:pt x="1298059" y="366993"/>
                    </a:lnTo>
                    <a:cubicBezTo>
                      <a:pt x="1765638" y="366993"/>
                      <a:pt x="2144688" y="746041"/>
                      <a:pt x="2144688" y="1213621"/>
                    </a:cubicBezTo>
                    <a:cubicBezTo>
                      <a:pt x="2144688" y="1530035"/>
                      <a:pt x="1918769" y="1842315"/>
                      <a:pt x="1741015" y="1984856"/>
                    </a:cubicBezTo>
                    <a:cubicBezTo>
                      <a:pt x="1688059" y="2045866"/>
                      <a:pt x="1711430" y="2077925"/>
                      <a:pt x="1700050" y="2157459"/>
                    </a:cubicBezTo>
                    <a:cubicBezTo>
                      <a:pt x="1670466" y="2218857"/>
                      <a:pt x="1644003" y="2238490"/>
                      <a:pt x="1591710" y="2238490"/>
                    </a:cubicBezTo>
                    <a:lnTo>
                      <a:pt x="1296470" y="2237434"/>
                    </a:lnTo>
                    <a:lnTo>
                      <a:pt x="1001230" y="2238490"/>
                    </a:lnTo>
                    <a:cubicBezTo>
                      <a:pt x="948937" y="2238490"/>
                      <a:pt x="922474" y="2218857"/>
                      <a:pt x="892888" y="2157459"/>
                    </a:cubicBezTo>
                    <a:cubicBezTo>
                      <a:pt x="881509" y="2077925"/>
                      <a:pt x="904880" y="2045866"/>
                      <a:pt x="851923" y="1984856"/>
                    </a:cubicBezTo>
                    <a:cubicBezTo>
                      <a:pt x="674170" y="1842315"/>
                      <a:pt x="448251" y="1530035"/>
                      <a:pt x="448251" y="1213621"/>
                    </a:cubicBezTo>
                    <a:cubicBezTo>
                      <a:pt x="448251" y="746041"/>
                      <a:pt x="827300" y="366993"/>
                      <a:pt x="1294881" y="366993"/>
                    </a:cubicBezTo>
                    <a:close/>
                    <a:moveTo>
                      <a:pt x="2017322" y="195354"/>
                    </a:moveTo>
                    <a:lnTo>
                      <a:pt x="2168700" y="322376"/>
                    </a:lnTo>
                    <a:lnTo>
                      <a:pt x="1956964" y="513228"/>
                    </a:lnTo>
                    <a:lnTo>
                      <a:pt x="1866137" y="437013"/>
                    </a:lnTo>
                    <a:close/>
                    <a:moveTo>
                      <a:pt x="520680" y="195354"/>
                    </a:moveTo>
                    <a:lnTo>
                      <a:pt x="671864" y="437013"/>
                    </a:lnTo>
                    <a:lnTo>
                      <a:pt x="581036" y="513228"/>
                    </a:lnTo>
                    <a:lnTo>
                      <a:pt x="369300" y="322376"/>
                    </a:lnTo>
                    <a:close/>
                    <a:moveTo>
                      <a:pt x="1197664" y="0"/>
                    </a:moveTo>
                    <a:lnTo>
                      <a:pt x="1395275" y="0"/>
                    </a:lnTo>
                    <a:lnTo>
                      <a:pt x="1355752" y="282302"/>
                    </a:lnTo>
                    <a:lnTo>
                      <a:pt x="1237185" y="282302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grpSp>
            <p:nvGrpSpPr>
              <p:cNvPr id="6" name="Group 18">
                <a:extLst>
                  <a:ext uri="{FF2B5EF4-FFF2-40B4-BE49-F238E27FC236}">
                    <a16:creationId xmlns:a16="http://schemas.microsoft.com/office/drawing/2014/main" id="{FCA85CD9-6771-48C7-9B58-6000EB32DA0B}"/>
                  </a:ext>
                </a:extLst>
              </p:cNvPr>
              <p:cNvGrpSpPr/>
              <p:nvPr/>
            </p:nvGrpSpPr>
            <p:grpSpPr>
              <a:xfrm rot="19043010">
                <a:off x="3354055" y="3654531"/>
                <a:ext cx="658762" cy="1971395"/>
                <a:chOff x="6208145" y="3967120"/>
                <a:chExt cx="864000" cy="2380481"/>
              </a:xfrm>
            </p:grpSpPr>
            <p:sp>
              <p:nvSpPr>
                <p:cNvPr id="25" name="Rectangle 13">
                  <a:extLst>
                    <a:ext uri="{FF2B5EF4-FFF2-40B4-BE49-F238E27FC236}">
                      <a16:creationId xmlns:a16="http://schemas.microsoft.com/office/drawing/2014/main" id="{D120B9F3-D9D5-4798-8D21-89F7B4BD00CD}"/>
                    </a:ext>
                  </a:extLst>
                </p:cNvPr>
                <p:cNvSpPr/>
                <p:nvPr/>
              </p:nvSpPr>
              <p:spPr>
                <a:xfrm>
                  <a:off x="6208145" y="3967120"/>
                  <a:ext cx="864000" cy="1462385"/>
                </a:xfrm>
                <a:custGeom>
                  <a:avLst/>
                  <a:gdLst>
                    <a:gd name="connsiteX0" fmla="*/ 0 w 658762"/>
                    <a:gd name="connsiteY0" fmla="*/ 0 h 1173372"/>
                    <a:gd name="connsiteX1" fmla="*/ 658762 w 658762"/>
                    <a:gd name="connsiteY1" fmla="*/ 0 h 1173372"/>
                    <a:gd name="connsiteX2" fmla="*/ 658762 w 658762"/>
                    <a:gd name="connsiteY2" fmla="*/ 1173372 h 1173372"/>
                    <a:gd name="connsiteX3" fmla="*/ 0 w 658762"/>
                    <a:gd name="connsiteY3" fmla="*/ 1173372 h 1173372"/>
                    <a:gd name="connsiteX4" fmla="*/ 0 w 658762"/>
                    <a:gd name="connsiteY4" fmla="*/ 0 h 1173372"/>
                    <a:gd name="connsiteX0" fmla="*/ 0 w 658762"/>
                    <a:gd name="connsiteY0" fmla="*/ 0 h 1209010"/>
                    <a:gd name="connsiteX1" fmla="*/ 658762 w 658762"/>
                    <a:gd name="connsiteY1" fmla="*/ 0 h 1209010"/>
                    <a:gd name="connsiteX2" fmla="*/ 658762 w 658762"/>
                    <a:gd name="connsiteY2" fmla="*/ 1173372 h 1209010"/>
                    <a:gd name="connsiteX3" fmla="*/ 314224 w 658762"/>
                    <a:gd name="connsiteY3" fmla="*/ 1209010 h 1209010"/>
                    <a:gd name="connsiteX4" fmla="*/ 0 w 658762"/>
                    <a:gd name="connsiteY4" fmla="*/ 1173372 h 1209010"/>
                    <a:gd name="connsiteX5" fmla="*/ 0 w 658762"/>
                    <a:gd name="connsiteY5" fmla="*/ 0 h 1209010"/>
                    <a:gd name="connsiteX0" fmla="*/ 0 w 658762"/>
                    <a:gd name="connsiteY0" fmla="*/ 0 h 1211074"/>
                    <a:gd name="connsiteX1" fmla="*/ 658762 w 658762"/>
                    <a:gd name="connsiteY1" fmla="*/ 0 h 1211074"/>
                    <a:gd name="connsiteX2" fmla="*/ 658762 w 658762"/>
                    <a:gd name="connsiteY2" fmla="*/ 1173372 h 1211074"/>
                    <a:gd name="connsiteX3" fmla="*/ 312325 w 658762"/>
                    <a:gd name="connsiteY3" fmla="*/ 1211074 h 1211074"/>
                    <a:gd name="connsiteX4" fmla="*/ 0 w 658762"/>
                    <a:gd name="connsiteY4" fmla="*/ 1173372 h 1211074"/>
                    <a:gd name="connsiteX5" fmla="*/ 0 w 658762"/>
                    <a:gd name="connsiteY5" fmla="*/ 0 h 12110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58762" h="1211074">
                      <a:moveTo>
                        <a:pt x="0" y="0"/>
                      </a:moveTo>
                      <a:lnTo>
                        <a:pt x="658762" y="0"/>
                      </a:lnTo>
                      <a:lnTo>
                        <a:pt x="658762" y="1173372"/>
                      </a:lnTo>
                      <a:cubicBezTo>
                        <a:pt x="544742" y="1173306"/>
                        <a:pt x="426345" y="1211140"/>
                        <a:pt x="312325" y="1211074"/>
                      </a:cubicBezTo>
                      <a:lnTo>
                        <a:pt x="0" y="11733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26" name="Trapezoid 12">
                  <a:extLst>
                    <a:ext uri="{FF2B5EF4-FFF2-40B4-BE49-F238E27FC236}">
                      <a16:creationId xmlns:a16="http://schemas.microsoft.com/office/drawing/2014/main" id="{A6F31EC8-2A68-4B58-8D38-9190D8833770}"/>
                    </a:ext>
                  </a:extLst>
                </p:cNvPr>
                <p:cNvSpPr/>
                <p:nvPr/>
              </p:nvSpPr>
              <p:spPr>
                <a:xfrm rot="10800000">
                  <a:off x="6217643" y="5239989"/>
                  <a:ext cx="844714" cy="696735"/>
                </a:xfrm>
                <a:custGeom>
                  <a:avLst/>
                  <a:gdLst>
                    <a:gd name="connsiteX0" fmla="*/ 0 w 864096"/>
                    <a:gd name="connsiteY0" fmla="*/ 504000 h 504000"/>
                    <a:gd name="connsiteX1" fmla="*/ 278218 w 864096"/>
                    <a:gd name="connsiteY1" fmla="*/ 0 h 504000"/>
                    <a:gd name="connsiteX2" fmla="*/ 585878 w 864096"/>
                    <a:gd name="connsiteY2" fmla="*/ 0 h 504000"/>
                    <a:gd name="connsiteX3" fmla="*/ 864096 w 864096"/>
                    <a:gd name="connsiteY3" fmla="*/ 504000 h 504000"/>
                    <a:gd name="connsiteX4" fmla="*/ 0 w 864096"/>
                    <a:gd name="connsiteY4" fmla="*/ 504000 h 504000"/>
                    <a:gd name="connsiteX0" fmla="*/ 0 w 864096"/>
                    <a:gd name="connsiteY0" fmla="*/ 504000 h 504000"/>
                    <a:gd name="connsiteX1" fmla="*/ 278218 w 864096"/>
                    <a:gd name="connsiteY1" fmla="*/ 0 h 504000"/>
                    <a:gd name="connsiteX2" fmla="*/ 585878 w 864096"/>
                    <a:gd name="connsiteY2" fmla="*/ 0 h 504000"/>
                    <a:gd name="connsiteX3" fmla="*/ 864096 w 864096"/>
                    <a:gd name="connsiteY3" fmla="*/ 504000 h 504000"/>
                    <a:gd name="connsiteX4" fmla="*/ 654389 w 864096"/>
                    <a:gd name="connsiteY4" fmla="*/ 502269 h 504000"/>
                    <a:gd name="connsiteX5" fmla="*/ 0 w 864096"/>
                    <a:gd name="connsiteY5" fmla="*/ 504000 h 504000"/>
                    <a:gd name="connsiteX0" fmla="*/ 0 w 864096"/>
                    <a:gd name="connsiteY0" fmla="*/ 504000 h 692597"/>
                    <a:gd name="connsiteX1" fmla="*/ 278218 w 864096"/>
                    <a:gd name="connsiteY1" fmla="*/ 0 h 692597"/>
                    <a:gd name="connsiteX2" fmla="*/ 585878 w 864096"/>
                    <a:gd name="connsiteY2" fmla="*/ 0 h 692597"/>
                    <a:gd name="connsiteX3" fmla="*/ 864096 w 864096"/>
                    <a:gd name="connsiteY3" fmla="*/ 504000 h 692597"/>
                    <a:gd name="connsiteX4" fmla="*/ 646114 w 864096"/>
                    <a:gd name="connsiteY4" fmla="*/ 692597 h 692597"/>
                    <a:gd name="connsiteX5" fmla="*/ 0 w 864096"/>
                    <a:gd name="connsiteY5" fmla="*/ 504000 h 692597"/>
                    <a:gd name="connsiteX0" fmla="*/ 0 w 864096"/>
                    <a:gd name="connsiteY0" fmla="*/ 504000 h 692597"/>
                    <a:gd name="connsiteX1" fmla="*/ 278218 w 864096"/>
                    <a:gd name="connsiteY1" fmla="*/ 0 h 692597"/>
                    <a:gd name="connsiteX2" fmla="*/ 585878 w 864096"/>
                    <a:gd name="connsiteY2" fmla="*/ 0 h 692597"/>
                    <a:gd name="connsiteX3" fmla="*/ 864096 w 864096"/>
                    <a:gd name="connsiteY3" fmla="*/ 504000 h 692597"/>
                    <a:gd name="connsiteX4" fmla="*/ 646114 w 864096"/>
                    <a:gd name="connsiteY4" fmla="*/ 692597 h 692597"/>
                    <a:gd name="connsiteX5" fmla="*/ 0 w 864096"/>
                    <a:gd name="connsiteY5" fmla="*/ 504000 h 692597"/>
                    <a:gd name="connsiteX0" fmla="*/ 0 w 864096"/>
                    <a:gd name="connsiteY0" fmla="*/ 504000 h 693799"/>
                    <a:gd name="connsiteX1" fmla="*/ 278218 w 864096"/>
                    <a:gd name="connsiteY1" fmla="*/ 0 h 693799"/>
                    <a:gd name="connsiteX2" fmla="*/ 585878 w 864096"/>
                    <a:gd name="connsiteY2" fmla="*/ 0 h 693799"/>
                    <a:gd name="connsiteX3" fmla="*/ 864096 w 864096"/>
                    <a:gd name="connsiteY3" fmla="*/ 504000 h 693799"/>
                    <a:gd name="connsiteX4" fmla="*/ 646114 w 864096"/>
                    <a:gd name="connsiteY4" fmla="*/ 692597 h 693799"/>
                    <a:gd name="connsiteX5" fmla="*/ 418548 w 864096"/>
                    <a:gd name="connsiteY5" fmla="*/ 580882 h 693799"/>
                    <a:gd name="connsiteX6" fmla="*/ 0 w 864096"/>
                    <a:gd name="connsiteY6" fmla="*/ 504000 h 693799"/>
                    <a:gd name="connsiteX0" fmla="*/ 0 w 864096"/>
                    <a:gd name="connsiteY0" fmla="*/ 504000 h 693347"/>
                    <a:gd name="connsiteX1" fmla="*/ 278218 w 864096"/>
                    <a:gd name="connsiteY1" fmla="*/ 0 h 693347"/>
                    <a:gd name="connsiteX2" fmla="*/ 585878 w 864096"/>
                    <a:gd name="connsiteY2" fmla="*/ 0 h 693347"/>
                    <a:gd name="connsiteX3" fmla="*/ 864096 w 864096"/>
                    <a:gd name="connsiteY3" fmla="*/ 504000 h 693347"/>
                    <a:gd name="connsiteX4" fmla="*/ 646114 w 864096"/>
                    <a:gd name="connsiteY4" fmla="*/ 692597 h 693347"/>
                    <a:gd name="connsiteX5" fmla="*/ 418548 w 864096"/>
                    <a:gd name="connsiteY5" fmla="*/ 518819 h 693347"/>
                    <a:gd name="connsiteX6" fmla="*/ 0 w 864096"/>
                    <a:gd name="connsiteY6" fmla="*/ 504000 h 693347"/>
                    <a:gd name="connsiteX0" fmla="*/ 0 w 864096"/>
                    <a:gd name="connsiteY0" fmla="*/ 504000 h 692597"/>
                    <a:gd name="connsiteX1" fmla="*/ 278218 w 864096"/>
                    <a:gd name="connsiteY1" fmla="*/ 0 h 692597"/>
                    <a:gd name="connsiteX2" fmla="*/ 585878 w 864096"/>
                    <a:gd name="connsiteY2" fmla="*/ 0 h 692597"/>
                    <a:gd name="connsiteX3" fmla="*/ 864096 w 864096"/>
                    <a:gd name="connsiteY3" fmla="*/ 504000 h 692597"/>
                    <a:gd name="connsiteX4" fmla="*/ 646114 w 864096"/>
                    <a:gd name="connsiteY4" fmla="*/ 692597 h 692597"/>
                    <a:gd name="connsiteX5" fmla="*/ 418548 w 864096"/>
                    <a:gd name="connsiteY5" fmla="*/ 518819 h 692597"/>
                    <a:gd name="connsiteX6" fmla="*/ 0 w 864096"/>
                    <a:gd name="connsiteY6" fmla="*/ 504000 h 692597"/>
                    <a:gd name="connsiteX0" fmla="*/ 0 w 864096"/>
                    <a:gd name="connsiteY0" fmla="*/ 504000 h 692597"/>
                    <a:gd name="connsiteX1" fmla="*/ 278218 w 864096"/>
                    <a:gd name="connsiteY1" fmla="*/ 0 h 692597"/>
                    <a:gd name="connsiteX2" fmla="*/ 585878 w 864096"/>
                    <a:gd name="connsiteY2" fmla="*/ 0 h 692597"/>
                    <a:gd name="connsiteX3" fmla="*/ 864096 w 864096"/>
                    <a:gd name="connsiteY3" fmla="*/ 504000 h 692597"/>
                    <a:gd name="connsiteX4" fmla="*/ 646114 w 864096"/>
                    <a:gd name="connsiteY4" fmla="*/ 692597 h 692597"/>
                    <a:gd name="connsiteX5" fmla="*/ 418548 w 864096"/>
                    <a:gd name="connsiteY5" fmla="*/ 518819 h 692597"/>
                    <a:gd name="connsiteX6" fmla="*/ 0 w 864096"/>
                    <a:gd name="connsiteY6" fmla="*/ 504000 h 692597"/>
                    <a:gd name="connsiteX0" fmla="*/ 0 w 864096"/>
                    <a:gd name="connsiteY0" fmla="*/ 504000 h 692597"/>
                    <a:gd name="connsiteX1" fmla="*/ 278218 w 864096"/>
                    <a:gd name="connsiteY1" fmla="*/ 0 h 692597"/>
                    <a:gd name="connsiteX2" fmla="*/ 585878 w 864096"/>
                    <a:gd name="connsiteY2" fmla="*/ 0 h 692597"/>
                    <a:gd name="connsiteX3" fmla="*/ 864096 w 864096"/>
                    <a:gd name="connsiteY3" fmla="*/ 504000 h 692597"/>
                    <a:gd name="connsiteX4" fmla="*/ 646114 w 864096"/>
                    <a:gd name="connsiteY4" fmla="*/ 692597 h 692597"/>
                    <a:gd name="connsiteX5" fmla="*/ 422686 w 864096"/>
                    <a:gd name="connsiteY5" fmla="*/ 489856 h 692597"/>
                    <a:gd name="connsiteX6" fmla="*/ 0 w 864096"/>
                    <a:gd name="connsiteY6" fmla="*/ 504000 h 692597"/>
                    <a:gd name="connsiteX0" fmla="*/ 0 w 864096"/>
                    <a:gd name="connsiteY0" fmla="*/ 504000 h 692597"/>
                    <a:gd name="connsiteX1" fmla="*/ 278218 w 864096"/>
                    <a:gd name="connsiteY1" fmla="*/ 0 h 692597"/>
                    <a:gd name="connsiteX2" fmla="*/ 585878 w 864096"/>
                    <a:gd name="connsiteY2" fmla="*/ 0 h 692597"/>
                    <a:gd name="connsiteX3" fmla="*/ 864096 w 864096"/>
                    <a:gd name="connsiteY3" fmla="*/ 504000 h 692597"/>
                    <a:gd name="connsiteX4" fmla="*/ 646114 w 864096"/>
                    <a:gd name="connsiteY4" fmla="*/ 692597 h 692597"/>
                    <a:gd name="connsiteX5" fmla="*/ 422686 w 864096"/>
                    <a:gd name="connsiteY5" fmla="*/ 489856 h 692597"/>
                    <a:gd name="connsiteX6" fmla="*/ 0 w 864096"/>
                    <a:gd name="connsiteY6" fmla="*/ 504000 h 692597"/>
                    <a:gd name="connsiteX0" fmla="*/ 0 w 864096"/>
                    <a:gd name="connsiteY0" fmla="*/ 504000 h 692597"/>
                    <a:gd name="connsiteX1" fmla="*/ 278218 w 864096"/>
                    <a:gd name="connsiteY1" fmla="*/ 0 h 692597"/>
                    <a:gd name="connsiteX2" fmla="*/ 585878 w 864096"/>
                    <a:gd name="connsiteY2" fmla="*/ 0 h 692597"/>
                    <a:gd name="connsiteX3" fmla="*/ 864096 w 864096"/>
                    <a:gd name="connsiteY3" fmla="*/ 504000 h 692597"/>
                    <a:gd name="connsiteX4" fmla="*/ 646114 w 864096"/>
                    <a:gd name="connsiteY4" fmla="*/ 692597 h 692597"/>
                    <a:gd name="connsiteX5" fmla="*/ 422686 w 864096"/>
                    <a:gd name="connsiteY5" fmla="*/ 489856 h 692597"/>
                    <a:gd name="connsiteX6" fmla="*/ 0 w 864096"/>
                    <a:gd name="connsiteY6" fmla="*/ 504000 h 692597"/>
                    <a:gd name="connsiteX0" fmla="*/ 0 w 864096"/>
                    <a:gd name="connsiteY0" fmla="*/ 504000 h 692597"/>
                    <a:gd name="connsiteX1" fmla="*/ 278218 w 864096"/>
                    <a:gd name="connsiteY1" fmla="*/ 0 h 692597"/>
                    <a:gd name="connsiteX2" fmla="*/ 585878 w 864096"/>
                    <a:gd name="connsiteY2" fmla="*/ 0 h 692597"/>
                    <a:gd name="connsiteX3" fmla="*/ 864096 w 864096"/>
                    <a:gd name="connsiteY3" fmla="*/ 504000 h 692597"/>
                    <a:gd name="connsiteX4" fmla="*/ 646114 w 864096"/>
                    <a:gd name="connsiteY4" fmla="*/ 692597 h 692597"/>
                    <a:gd name="connsiteX5" fmla="*/ 422686 w 864096"/>
                    <a:gd name="connsiteY5" fmla="*/ 489856 h 692597"/>
                    <a:gd name="connsiteX6" fmla="*/ 0 w 864096"/>
                    <a:gd name="connsiteY6" fmla="*/ 504000 h 692597"/>
                    <a:gd name="connsiteX0" fmla="*/ 162 w 864258"/>
                    <a:gd name="connsiteY0" fmla="*/ 504000 h 692597"/>
                    <a:gd name="connsiteX1" fmla="*/ 278380 w 864258"/>
                    <a:gd name="connsiteY1" fmla="*/ 0 h 692597"/>
                    <a:gd name="connsiteX2" fmla="*/ 586040 w 864258"/>
                    <a:gd name="connsiteY2" fmla="*/ 0 h 692597"/>
                    <a:gd name="connsiteX3" fmla="*/ 864258 w 864258"/>
                    <a:gd name="connsiteY3" fmla="*/ 504000 h 692597"/>
                    <a:gd name="connsiteX4" fmla="*/ 646276 w 864258"/>
                    <a:gd name="connsiteY4" fmla="*/ 692597 h 692597"/>
                    <a:gd name="connsiteX5" fmla="*/ 422848 w 864258"/>
                    <a:gd name="connsiteY5" fmla="*/ 489856 h 692597"/>
                    <a:gd name="connsiteX6" fmla="*/ 240795 w 864258"/>
                    <a:gd name="connsiteY6" fmla="*/ 576744 h 692597"/>
                    <a:gd name="connsiteX7" fmla="*/ 162 w 864258"/>
                    <a:gd name="connsiteY7" fmla="*/ 504000 h 692597"/>
                    <a:gd name="connsiteX0" fmla="*/ 153 w 864249"/>
                    <a:gd name="connsiteY0" fmla="*/ 504000 h 692597"/>
                    <a:gd name="connsiteX1" fmla="*/ 278371 w 864249"/>
                    <a:gd name="connsiteY1" fmla="*/ 0 h 692597"/>
                    <a:gd name="connsiteX2" fmla="*/ 586031 w 864249"/>
                    <a:gd name="connsiteY2" fmla="*/ 0 h 692597"/>
                    <a:gd name="connsiteX3" fmla="*/ 864249 w 864249"/>
                    <a:gd name="connsiteY3" fmla="*/ 504000 h 692597"/>
                    <a:gd name="connsiteX4" fmla="*/ 646267 w 864249"/>
                    <a:gd name="connsiteY4" fmla="*/ 692597 h 692597"/>
                    <a:gd name="connsiteX5" fmla="*/ 422839 w 864249"/>
                    <a:gd name="connsiteY5" fmla="*/ 489856 h 692597"/>
                    <a:gd name="connsiteX6" fmla="*/ 253199 w 864249"/>
                    <a:gd name="connsiteY6" fmla="*/ 688458 h 692597"/>
                    <a:gd name="connsiteX7" fmla="*/ 153 w 864249"/>
                    <a:gd name="connsiteY7" fmla="*/ 504000 h 692597"/>
                    <a:gd name="connsiteX0" fmla="*/ 153 w 864249"/>
                    <a:gd name="connsiteY0" fmla="*/ 504000 h 692597"/>
                    <a:gd name="connsiteX1" fmla="*/ 278371 w 864249"/>
                    <a:gd name="connsiteY1" fmla="*/ 0 h 692597"/>
                    <a:gd name="connsiteX2" fmla="*/ 586031 w 864249"/>
                    <a:gd name="connsiteY2" fmla="*/ 0 h 692597"/>
                    <a:gd name="connsiteX3" fmla="*/ 864249 w 864249"/>
                    <a:gd name="connsiteY3" fmla="*/ 504000 h 692597"/>
                    <a:gd name="connsiteX4" fmla="*/ 646267 w 864249"/>
                    <a:gd name="connsiteY4" fmla="*/ 692597 h 692597"/>
                    <a:gd name="connsiteX5" fmla="*/ 422839 w 864249"/>
                    <a:gd name="connsiteY5" fmla="*/ 489856 h 692597"/>
                    <a:gd name="connsiteX6" fmla="*/ 253199 w 864249"/>
                    <a:gd name="connsiteY6" fmla="*/ 688458 h 692597"/>
                    <a:gd name="connsiteX7" fmla="*/ 153 w 864249"/>
                    <a:gd name="connsiteY7" fmla="*/ 504000 h 692597"/>
                    <a:gd name="connsiteX0" fmla="*/ 141 w 864237"/>
                    <a:gd name="connsiteY0" fmla="*/ 504000 h 696774"/>
                    <a:gd name="connsiteX1" fmla="*/ 278359 w 864237"/>
                    <a:gd name="connsiteY1" fmla="*/ 0 h 696774"/>
                    <a:gd name="connsiteX2" fmla="*/ 586019 w 864237"/>
                    <a:gd name="connsiteY2" fmla="*/ 0 h 696774"/>
                    <a:gd name="connsiteX3" fmla="*/ 864237 w 864237"/>
                    <a:gd name="connsiteY3" fmla="*/ 504000 h 696774"/>
                    <a:gd name="connsiteX4" fmla="*/ 646255 w 864237"/>
                    <a:gd name="connsiteY4" fmla="*/ 692597 h 696774"/>
                    <a:gd name="connsiteX5" fmla="*/ 422827 w 864237"/>
                    <a:gd name="connsiteY5" fmla="*/ 489856 h 696774"/>
                    <a:gd name="connsiteX6" fmla="*/ 269737 w 864237"/>
                    <a:gd name="connsiteY6" fmla="*/ 696733 h 696774"/>
                    <a:gd name="connsiteX7" fmla="*/ 141 w 864237"/>
                    <a:gd name="connsiteY7" fmla="*/ 504000 h 696774"/>
                    <a:gd name="connsiteX0" fmla="*/ 141 w 864237"/>
                    <a:gd name="connsiteY0" fmla="*/ 504000 h 696774"/>
                    <a:gd name="connsiteX1" fmla="*/ 278359 w 864237"/>
                    <a:gd name="connsiteY1" fmla="*/ 0 h 696774"/>
                    <a:gd name="connsiteX2" fmla="*/ 586019 w 864237"/>
                    <a:gd name="connsiteY2" fmla="*/ 0 h 696774"/>
                    <a:gd name="connsiteX3" fmla="*/ 864237 w 864237"/>
                    <a:gd name="connsiteY3" fmla="*/ 504000 h 696774"/>
                    <a:gd name="connsiteX4" fmla="*/ 646255 w 864237"/>
                    <a:gd name="connsiteY4" fmla="*/ 692597 h 696774"/>
                    <a:gd name="connsiteX5" fmla="*/ 422827 w 864237"/>
                    <a:gd name="connsiteY5" fmla="*/ 489856 h 696774"/>
                    <a:gd name="connsiteX6" fmla="*/ 269737 w 864237"/>
                    <a:gd name="connsiteY6" fmla="*/ 696733 h 696774"/>
                    <a:gd name="connsiteX7" fmla="*/ 141 w 864237"/>
                    <a:gd name="connsiteY7" fmla="*/ 504000 h 696774"/>
                    <a:gd name="connsiteX0" fmla="*/ 141 w 864237"/>
                    <a:gd name="connsiteY0" fmla="*/ 504000 h 696774"/>
                    <a:gd name="connsiteX1" fmla="*/ 278359 w 864237"/>
                    <a:gd name="connsiteY1" fmla="*/ 0 h 696774"/>
                    <a:gd name="connsiteX2" fmla="*/ 586019 w 864237"/>
                    <a:gd name="connsiteY2" fmla="*/ 0 h 696774"/>
                    <a:gd name="connsiteX3" fmla="*/ 864237 w 864237"/>
                    <a:gd name="connsiteY3" fmla="*/ 504000 h 696774"/>
                    <a:gd name="connsiteX4" fmla="*/ 646255 w 864237"/>
                    <a:gd name="connsiteY4" fmla="*/ 692597 h 696774"/>
                    <a:gd name="connsiteX5" fmla="*/ 422827 w 864237"/>
                    <a:gd name="connsiteY5" fmla="*/ 489856 h 696774"/>
                    <a:gd name="connsiteX6" fmla="*/ 269737 w 864237"/>
                    <a:gd name="connsiteY6" fmla="*/ 696733 h 696774"/>
                    <a:gd name="connsiteX7" fmla="*/ 141 w 864237"/>
                    <a:gd name="connsiteY7" fmla="*/ 504000 h 696774"/>
                    <a:gd name="connsiteX0" fmla="*/ 141 w 864237"/>
                    <a:gd name="connsiteY0" fmla="*/ 504000 h 696774"/>
                    <a:gd name="connsiteX1" fmla="*/ 278359 w 864237"/>
                    <a:gd name="connsiteY1" fmla="*/ 0 h 696774"/>
                    <a:gd name="connsiteX2" fmla="*/ 586019 w 864237"/>
                    <a:gd name="connsiteY2" fmla="*/ 0 h 696774"/>
                    <a:gd name="connsiteX3" fmla="*/ 864237 w 864237"/>
                    <a:gd name="connsiteY3" fmla="*/ 504000 h 696774"/>
                    <a:gd name="connsiteX4" fmla="*/ 646255 w 864237"/>
                    <a:gd name="connsiteY4" fmla="*/ 692597 h 696774"/>
                    <a:gd name="connsiteX5" fmla="*/ 422827 w 864237"/>
                    <a:gd name="connsiteY5" fmla="*/ 489856 h 696774"/>
                    <a:gd name="connsiteX6" fmla="*/ 269737 w 864237"/>
                    <a:gd name="connsiteY6" fmla="*/ 696733 h 696774"/>
                    <a:gd name="connsiteX7" fmla="*/ 141 w 864237"/>
                    <a:gd name="connsiteY7" fmla="*/ 504000 h 696774"/>
                    <a:gd name="connsiteX0" fmla="*/ 141 w 864237"/>
                    <a:gd name="connsiteY0" fmla="*/ 504000 h 696774"/>
                    <a:gd name="connsiteX1" fmla="*/ 278359 w 864237"/>
                    <a:gd name="connsiteY1" fmla="*/ 0 h 696774"/>
                    <a:gd name="connsiteX2" fmla="*/ 586019 w 864237"/>
                    <a:gd name="connsiteY2" fmla="*/ 0 h 696774"/>
                    <a:gd name="connsiteX3" fmla="*/ 864237 w 864237"/>
                    <a:gd name="connsiteY3" fmla="*/ 504000 h 696774"/>
                    <a:gd name="connsiteX4" fmla="*/ 646255 w 864237"/>
                    <a:gd name="connsiteY4" fmla="*/ 692597 h 696774"/>
                    <a:gd name="connsiteX5" fmla="*/ 443514 w 864237"/>
                    <a:gd name="connsiteY5" fmla="*/ 481581 h 696774"/>
                    <a:gd name="connsiteX6" fmla="*/ 269737 w 864237"/>
                    <a:gd name="connsiteY6" fmla="*/ 696733 h 696774"/>
                    <a:gd name="connsiteX7" fmla="*/ 141 w 864237"/>
                    <a:gd name="connsiteY7" fmla="*/ 504000 h 696774"/>
                    <a:gd name="connsiteX0" fmla="*/ 187 w 864283"/>
                    <a:gd name="connsiteY0" fmla="*/ 504000 h 696733"/>
                    <a:gd name="connsiteX1" fmla="*/ 278405 w 864283"/>
                    <a:gd name="connsiteY1" fmla="*/ 0 h 696733"/>
                    <a:gd name="connsiteX2" fmla="*/ 586065 w 864283"/>
                    <a:gd name="connsiteY2" fmla="*/ 0 h 696733"/>
                    <a:gd name="connsiteX3" fmla="*/ 864283 w 864283"/>
                    <a:gd name="connsiteY3" fmla="*/ 504000 h 696733"/>
                    <a:gd name="connsiteX4" fmla="*/ 646301 w 864283"/>
                    <a:gd name="connsiteY4" fmla="*/ 692597 h 696733"/>
                    <a:gd name="connsiteX5" fmla="*/ 443560 w 864283"/>
                    <a:gd name="connsiteY5" fmla="*/ 481581 h 696733"/>
                    <a:gd name="connsiteX6" fmla="*/ 269783 w 864283"/>
                    <a:gd name="connsiteY6" fmla="*/ 696733 h 696733"/>
                    <a:gd name="connsiteX7" fmla="*/ 187 w 864283"/>
                    <a:gd name="connsiteY7" fmla="*/ 504000 h 696733"/>
                    <a:gd name="connsiteX0" fmla="*/ 0 w 864096"/>
                    <a:gd name="connsiteY0" fmla="*/ 504000 h 696733"/>
                    <a:gd name="connsiteX1" fmla="*/ 278218 w 864096"/>
                    <a:gd name="connsiteY1" fmla="*/ 0 h 696733"/>
                    <a:gd name="connsiteX2" fmla="*/ 585878 w 864096"/>
                    <a:gd name="connsiteY2" fmla="*/ 0 h 696733"/>
                    <a:gd name="connsiteX3" fmla="*/ 864096 w 864096"/>
                    <a:gd name="connsiteY3" fmla="*/ 504000 h 696733"/>
                    <a:gd name="connsiteX4" fmla="*/ 646114 w 864096"/>
                    <a:gd name="connsiteY4" fmla="*/ 692597 h 696733"/>
                    <a:gd name="connsiteX5" fmla="*/ 443373 w 864096"/>
                    <a:gd name="connsiteY5" fmla="*/ 481581 h 696733"/>
                    <a:gd name="connsiteX6" fmla="*/ 269596 w 864096"/>
                    <a:gd name="connsiteY6" fmla="*/ 696733 h 696733"/>
                    <a:gd name="connsiteX7" fmla="*/ 0 w 864096"/>
                    <a:gd name="connsiteY7" fmla="*/ 504000 h 696733"/>
                    <a:gd name="connsiteX0" fmla="*/ 0 w 864096"/>
                    <a:gd name="connsiteY0" fmla="*/ 504000 h 696733"/>
                    <a:gd name="connsiteX1" fmla="*/ 278218 w 864096"/>
                    <a:gd name="connsiteY1" fmla="*/ 0 h 696733"/>
                    <a:gd name="connsiteX2" fmla="*/ 585878 w 864096"/>
                    <a:gd name="connsiteY2" fmla="*/ 0 h 696733"/>
                    <a:gd name="connsiteX3" fmla="*/ 864096 w 864096"/>
                    <a:gd name="connsiteY3" fmla="*/ 504000 h 696733"/>
                    <a:gd name="connsiteX4" fmla="*/ 646114 w 864096"/>
                    <a:gd name="connsiteY4" fmla="*/ 692597 h 696733"/>
                    <a:gd name="connsiteX5" fmla="*/ 443373 w 864096"/>
                    <a:gd name="connsiteY5" fmla="*/ 506406 h 696733"/>
                    <a:gd name="connsiteX6" fmla="*/ 269596 w 864096"/>
                    <a:gd name="connsiteY6" fmla="*/ 696733 h 696733"/>
                    <a:gd name="connsiteX7" fmla="*/ 0 w 864096"/>
                    <a:gd name="connsiteY7" fmla="*/ 504000 h 696733"/>
                    <a:gd name="connsiteX0" fmla="*/ 0 w 864096"/>
                    <a:gd name="connsiteY0" fmla="*/ 504000 h 696733"/>
                    <a:gd name="connsiteX1" fmla="*/ 278218 w 864096"/>
                    <a:gd name="connsiteY1" fmla="*/ 0 h 696733"/>
                    <a:gd name="connsiteX2" fmla="*/ 585878 w 864096"/>
                    <a:gd name="connsiteY2" fmla="*/ 0 h 696733"/>
                    <a:gd name="connsiteX3" fmla="*/ 864096 w 864096"/>
                    <a:gd name="connsiteY3" fmla="*/ 504000 h 696733"/>
                    <a:gd name="connsiteX4" fmla="*/ 646114 w 864096"/>
                    <a:gd name="connsiteY4" fmla="*/ 692597 h 696733"/>
                    <a:gd name="connsiteX5" fmla="*/ 443373 w 864096"/>
                    <a:gd name="connsiteY5" fmla="*/ 506406 h 696733"/>
                    <a:gd name="connsiteX6" fmla="*/ 269596 w 864096"/>
                    <a:gd name="connsiteY6" fmla="*/ 696733 h 696733"/>
                    <a:gd name="connsiteX7" fmla="*/ 0 w 864096"/>
                    <a:gd name="connsiteY7" fmla="*/ 504000 h 696733"/>
                    <a:gd name="connsiteX0" fmla="*/ 0 w 864096"/>
                    <a:gd name="connsiteY0" fmla="*/ 504000 h 696733"/>
                    <a:gd name="connsiteX1" fmla="*/ 278218 w 864096"/>
                    <a:gd name="connsiteY1" fmla="*/ 0 h 696733"/>
                    <a:gd name="connsiteX2" fmla="*/ 585878 w 864096"/>
                    <a:gd name="connsiteY2" fmla="*/ 0 h 696733"/>
                    <a:gd name="connsiteX3" fmla="*/ 864096 w 864096"/>
                    <a:gd name="connsiteY3" fmla="*/ 504000 h 696733"/>
                    <a:gd name="connsiteX4" fmla="*/ 646114 w 864096"/>
                    <a:gd name="connsiteY4" fmla="*/ 692597 h 696733"/>
                    <a:gd name="connsiteX5" fmla="*/ 443373 w 864096"/>
                    <a:gd name="connsiteY5" fmla="*/ 506406 h 696733"/>
                    <a:gd name="connsiteX6" fmla="*/ 269596 w 864096"/>
                    <a:gd name="connsiteY6" fmla="*/ 696733 h 696733"/>
                    <a:gd name="connsiteX7" fmla="*/ 0 w 864096"/>
                    <a:gd name="connsiteY7" fmla="*/ 504000 h 6967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64096" h="696733">
                      <a:moveTo>
                        <a:pt x="0" y="504000"/>
                      </a:moveTo>
                      <a:lnTo>
                        <a:pt x="278218" y="0"/>
                      </a:lnTo>
                      <a:lnTo>
                        <a:pt x="585878" y="0"/>
                      </a:lnTo>
                      <a:lnTo>
                        <a:pt x="864096" y="504000"/>
                      </a:lnTo>
                      <a:lnTo>
                        <a:pt x="646114" y="692597"/>
                      </a:lnTo>
                      <a:cubicBezTo>
                        <a:pt x="555306" y="618523"/>
                        <a:pt x="538646" y="587490"/>
                        <a:pt x="443373" y="506406"/>
                      </a:cubicBezTo>
                      <a:cubicBezTo>
                        <a:pt x="342692" y="607086"/>
                        <a:pt x="319356" y="636450"/>
                        <a:pt x="269596" y="696733"/>
                      </a:cubicBezTo>
                      <a:cubicBezTo>
                        <a:pt x="145360" y="616339"/>
                        <a:pt x="130275" y="612536"/>
                        <a:pt x="0" y="50400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762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 dirty="0"/>
                </a:p>
              </p:txBody>
            </p:sp>
            <p:sp>
              <p:nvSpPr>
                <p:cNvPr id="27" name="Isosceles Triangle 14">
                  <a:extLst>
                    <a:ext uri="{FF2B5EF4-FFF2-40B4-BE49-F238E27FC236}">
                      <a16:creationId xmlns:a16="http://schemas.microsoft.com/office/drawing/2014/main" id="{BFD605F6-A4A0-4846-AAE9-503541B5DA39}"/>
                    </a:ext>
                  </a:extLst>
                </p:cNvPr>
                <p:cNvSpPr/>
                <p:nvPr/>
              </p:nvSpPr>
              <p:spPr>
                <a:xfrm rot="10800000">
                  <a:off x="6405891" y="5884187"/>
                  <a:ext cx="468769" cy="463414"/>
                </a:xfrm>
                <a:prstGeom prst="triangle">
                  <a:avLst>
                    <a:gd name="adj" fmla="val 53724"/>
                  </a:avLst>
                </a:prstGeom>
                <a:solidFill>
                  <a:schemeClr val="accent5"/>
                </a:soli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 sz="2701" dirty="0"/>
                </a:p>
              </p:txBody>
            </p:sp>
          </p:grpSp>
          <p:grpSp>
            <p:nvGrpSpPr>
              <p:cNvPr id="7" name="그룹 8">
                <a:extLst>
                  <a:ext uri="{FF2B5EF4-FFF2-40B4-BE49-F238E27FC236}">
                    <a16:creationId xmlns:a16="http://schemas.microsoft.com/office/drawing/2014/main" id="{2B053782-BBB6-4C6F-80BD-C877932D8417}"/>
                  </a:ext>
                </a:extLst>
              </p:cNvPr>
              <p:cNvGrpSpPr/>
              <p:nvPr/>
            </p:nvGrpSpPr>
            <p:grpSpPr>
              <a:xfrm>
                <a:off x="1561176" y="2495176"/>
                <a:ext cx="1063915" cy="1178548"/>
                <a:chOff x="1561176" y="2495176"/>
                <a:chExt cx="1063915" cy="1178548"/>
              </a:xfrm>
            </p:grpSpPr>
            <p:sp>
              <p:nvSpPr>
                <p:cNvPr id="8" name="Freeform 23">
                  <a:extLst>
                    <a:ext uri="{FF2B5EF4-FFF2-40B4-BE49-F238E27FC236}">
                      <a16:creationId xmlns:a16="http://schemas.microsoft.com/office/drawing/2014/main" id="{8CC3C8E7-85FC-4A40-B096-890E1DDAABC8}"/>
                    </a:ext>
                  </a:extLst>
                </p:cNvPr>
                <p:cNvSpPr/>
                <p:nvPr/>
              </p:nvSpPr>
              <p:spPr>
                <a:xfrm rot="19043010">
                  <a:off x="2359636" y="3192185"/>
                  <a:ext cx="105125" cy="481539"/>
                </a:xfrm>
                <a:custGeom>
                  <a:avLst/>
                  <a:gdLst>
                    <a:gd name="connsiteX0" fmla="*/ 0 w 118110"/>
                    <a:gd name="connsiteY0" fmla="*/ 0 h 541020"/>
                    <a:gd name="connsiteX1" fmla="*/ 118110 w 118110"/>
                    <a:gd name="connsiteY1" fmla="*/ 541020 h 541020"/>
                    <a:gd name="connsiteX2" fmla="*/ 118110 w 118110"/>
                    <a:gd name="connsiteY2" fmla="*/ 541020 h 541020"/>
                    <a:gd name="connsiteX3" fmla="*/ 118110 w 118110"/>
                    <a:gd name="connsiteY3" fmla="*/ 541020 h 541020"/>
                    <a:gd name="connsiteX0" fmla="*/ 0 w 118110"/>
                    <a:gd name="connsiteY0" fmla="*/ 0 h 541020"/>
                    <a:gd name="connsiteX1" fmla="*/ 118110 w 118110"/>
                    <a:gd name="connsiteY1" fmla="*/ 541020 h 541020"/>
                    <a:gd name="connsiteX2" fmla="*/ 118110 w 118110"/>
                    <a:gd name="connsiteY2" fmla="*/ 541020 h 541020"/>
                    <a:gd name="connsiteX3" fmla="*/ 118110 w 118110"/>
                    <a:gd name="connsiteY3" fmla="*/ 541020 h 541020"/>
                    <a:gd name="connsiteX0" fmla="*/ 0 w 118110"/>
                    <a:gd name="connsiteY0" fmla="*/ 0 h 541020"/>
                    <a:gd name="connsiteX1" fmla="*/ 118110 w 118110"/>
                    <a:gd name="connsiteY1" fmla="*/ 541020 h 541020"/>
                    <a:gd name="connsiteX2" fmla="*/ 118110 w 118110"/>
                    <a:gd name="connsiteY2" fmla="*/ 541020 h 541020"/>
                    <a:gd name="connsiteX3" fmla="*/ 118110 w 118110"/>
                    <a:gd name="connsiteY3" fmla="*/ 541020 h 541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8110" h="541020">
                      <a:moveTo>
                        <a:pt x="0" y="0"/>
                      </a:moveTo>
                      <a:cubicBezTo>
                        <a:pt x="123190" y="153670"/>
                        <a:pt x="116840" y="356870"/>
                        <a:pt x="118110" y="541020"/>
                      </a:cubicBezTo>
                      <a:lnTo>
                        <a:pt x="118110" y="541020"/>
                      </a:lnTo>
                      <a:lnTo>
                        <a:pt x="118110" y="541020"/>
                      </a:lnTo>
                    </a:path>
                  </a:pathLst>
                </a:custGeom>
                <a:ln w="508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sp>
              <p:nvSpPr>
                <p:cNvPr id="9" name="Freeform 24">
                  <a:extLst>
                    <a:ext uri="{FF2B5EF4-FFF2-40B4-BE49-F238E27FC236}">
                      <a16:creationId xmlns:a16="http://schemas.microsoft.com/office/drawing/2014/main" id="{76CC0A41-F624-47E5-9B7A-B838F2133F32}"/>
                    </a:ext>
                  </a:extLst>
                </p:cNvPr>
                <p:cNvSpPr/>
                <p:nvPr/>
              </p:nvSpPr>
              <p:spPr>
                <a:xfrm rot="19043010" flipH="1">
                  <a:off x="2519966" y="3044667"/>
                  <a:ext cx="105125" cy="481539"/>
                </a:xfrm>
                <a:custGeom>
                  <a:avLst/>
                  <a:gdLst>
                    <a:gd name="connsiteX0" fmla="*/ 0 w 118110"/>
                    <a:gd name="connsiteY0" fmla="*/ 0 h 541020"/>
                    <a:gd name="connsiteX1" fmla="*/ 118110 w 118110"/>
                    <a:gd name="connsiteY1" fmla="*/ 541020 h 541020"/>
                    <a:gd name="connsiteX2" fmla="*/ 118110 w 118110"/>
                    <a:gd name="connsiteY2" fmla="*/ 541020 h 541020"/>
                    <a:gd name="connsiteX3" fmla="*/ 118110 w 118110"/>
                    <a:gd name="connsiteY3" fmla="*/ 541020 h 541020"/>
                    <a:gd name="connsiteX0" fmla="*/ 0 w 118110"/>
                    <a:gd name="connsiteY0" fmla="*/ 0 h 541020"/>
                    <a:gd name="connsiteX1" fmla="*/ 118110 w 118110"/>
                    <a:gd name="connsiteY1" fmla="*/ 541020 h 541020"/>
                    <a:gd name="connsiteX2" fmla="*/ 118110 w 118110"/>
                    <a:gd name="connsiteY2" fmla="*/ 541020 h 541020"/>
                    <a:gd name="connsiteX3" fmla="*/ 118110 w 118110"/>
                    <a:gd name="connsiteY3" fmla="*/ 541020 h 541020"/>
                    <a:gd name="connsiteX0" fmla="*/ 0 w 118110"/>
                    <a:gd name="connsiteY0" fmla="*/ 0 h 541020"/>
                    <a:gd name="connsiteX1" fmla="*/ 118110 w 118110"/>
                    <a:gd name="connsiteY1" fmla="*/ 541020 h 541020"/>
                    <a:gd name="connsiteX2" fmla="*/ 118110 w 118110"/>
                    <a:gd name="connsiteY2" fmla="*/ 541020 h 541020"/>
                    <a:gd name="connsiteX3" fmla="*/ 118110 w 118110"/>
                    <a:gd name="connsiteY3" fmla="*/ 541020 h 541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8110" h="541020">
                      <a:moveTo>
                        <a:pt x="0" y="0"/>
                      </a:moveTo>
                      <a:cubicBezTo>
                        <a:pt x="123190" y="153670"/>
                        <a:pt x="116840" y="356870"/>
                        <a:pt x="118110" y="541020"/>
                      </a:cubicBezTo>
                      <a:lnTo>
                        <a:pt x="118110" y="541020"/>
                      </a:lnTo>
                      <a:lnTo>
                        <a:pt x="118110" y="541020"/>
                      </a:lnTo>
                    </a:path>
                  </a:pathLst>
                </a:custGeom>
                <a:noFill/>
                <a:ln w="50800"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701"/>
                </a:p>
              </p:txBody>
            </p:sp>
            <p:grpSp>
              <p:nvGrpSpPr>
                <p:cNvPr id="10" name="그룹 7">
                  <a:extLst>
                    <a:ext uri="{FF2B5EF4-FFF2-40B4-BE49-F238E27FC236}">
                      <a16:creationId xmlns:a16="http://schemas.microsoft.com/office/drawing/2014/main" id="{86512FCD-A418-4FAA-A64E-224735E0AFD4}"/>
                    </a:ext>
                  </a:extLst>
                </p:cNvPr>
                <p:cNvGrpSpPr/>
                <p:nvPr/>
              </p:nvGrpSpPr>
              <p:grpSpPr>
                <a:xfrm rot="19020000">
                  <a:off x="1561176" y="2495176"/>
                  <a:ext cx="1058138" cy="791152"/>
                  <a:chOff x="3323392" y="61421"/>
                  <a:chExt cx="4436326" cy="3316965"/>
                </a:xfrm>
              </p:grpSpPr>
              <p:sp>
                <p:nvSpPr>
                  <p:cNvPr id="11" name="자유형: 도형 3">
                    <a:extLst>
                      <a:ext uri="{FF2B5EF4-FFF2-40B4-BE49-F238E27FC236}">
                        <a16:creationId xmlns:a16="http://schemas.microsoft.com/office/drawing/2014/main" id="{AF56B922-15F3-436E-96E7-CF3BDFD9CF92}"/>
                      </a:ext>
                    </a:extLst>
                  </p:cNvPr>
                  <p:cNvSpPr/>
                  <p:nvPr/>
                </p:nvSpPr>
                <p:spPr>
                  <a:xfrm>
                    <a:off x="5565729" y="61421"/>
                    <a:ext cx="2193989" cy="3316965"/>
                  </a:xfrm>
                  <a:custGeom>
                    <a:avLst/>
                    <a:gdLst>
                      <a:gd name="connsiteX0" fmla="*/ 467139 w 2385391"/>
                      <a:gd name="connsiteY0" fmla="*/ 0 h 3518453"/>
                      <a:gd name="connsiteX1" fmla="*/ 1023731 w 2385391"/>
                      <a:gd name="connsiteY1" fmla="*/ 357809 h 3518453"/>
                      <a:gd name="connsiteX2" fmla="*/ 1630018 w 2385391"/>
                      <a:gd name="connsiteY2" fmla="*/ 268357 h 3518453"/>
                      <a:gd name="connsiteX3" fmla="*/ 1789044 w 2385391"/>
                      <a:gd name="connsiteY3" fmla="*/ 715618 h 3518453"/>
                      <a:gd name="connsiteX4" fmla="*/ 2216426 w 2385391"/>
                      <a:gd name="connsiteY4" fmla="*/ 1063487 h 3518453"/>
                      <a:gd name="connsiteX5" fmla="*/ 2037522 w 2385391"/>
                      <a:gd name="connsiteY5" fmla="*/ 1639957 h 3518453"/>
                      <a:gd name="connsiteX6" fmla="*/ 2385391 w 2385391"/>
                      <a:gd name="connsiteY6" fmla="*/ 2057400 h 3518453"/>
                      <a:gd name="connsiteX7" fmla="*/ 1938131 w 2385391"/>
                      <a:gd name="connsiteY7" fmla="*/ 2643809 h 3518453"/>
                      <a:gd name="connsiteX8" fmla="*/ 1719470 w 2385391"/>
                      <a:gd name="connsiteY8" fmla="*/ 3299792 h 3518453"/>
                      <a:gd name="connsiteX9" fmla="*/ 1033670 w 2385391"/>
                      <a:gd name="connsiteY9" fmla="*/ 3349487 h 3518453"/>
                      <a:gd name="connsiteX10" fmla="*/ 357809 w 2385391"/>
                      <a:gd name="connsiteY10" fmla="*/ 3518453 h 3518453"/>
                      <a:gd name="connsiteX11" fmla="*/ 0 w 2385391"/>
                      <a:gd name="connsiteY11" fmla="*/ 2733261 h 3518453"/>
                      <a:gd name="connsiteX12" fmla="*/ 9939 w 2385391"/>
                      <a:gd name="connsiteY12" fmla="*/ 536713 h 3518453"/>
                      <a:gd name="connsiteX13" fmla="*/ 467139 w 2385391"/>
                      <a:gd name="connsiteY13" fmla="*/ 0 h 3518453"/>
                      <a:gd name="connsiteX0" fmla="*/ 467139 w 2385391"/>
                      <a:gd name="connsiteY0" fmla="*/ 0 h 3518453"/>
                      <a:gd name="connsiteX1" fmla="*/ 1023731 w 2385391"/>
                      <a:gd name="connsiteY1" fmla="*/ 357809 h 3518453"/>
                      <a:gd name="connsiteX2" fmla="*/ 1630018 w 2385391"/>
                      <a:gd name="connsiteY2" fmla="*/ 268357 h 3518453"/>
                      <a:gd name="connsiteX3" fmla="*/ 1789044 w 2385391"/>
                      <a:gd name="connsiteY3" fmla="*/ 715618 h 3518453"/>
                      <a:gd name="connsiteX4" fmla="*/ 2216426 w 2385391"/>
                      <a:gd name="connsiteY4" fmla="*/ 1063487 h 3518453"/>
                      <a:gd name="connsiteX5" fmla="*/ 2037522 w 2385391"/>
                      <a:gd name="connsiteY5" fmla="*/ 1639957 h 3518453"/>
                      <a:gd name="connsiteX6" fmla="*/ 2385391 w 2385391"/>
                      <a:gd name="connsiteY6" fmla="*/ 2057400 h 3518453"/>
                      <a:gd name="connsiteX7" fmla="*/ 1938131 w 2385391"/>
                      <a:gd name="connsiteY7" fmla="*/ 2643809 h 3518453"/>
                      <a:gd name="connsiteX8" fmla="*/ 1719470 w 2385391"/>
                      <a:gd name="connsiteY8" fmla="*/ 3299792 h 3518453"/>
                      <a:gd name="connsiteX9" fmla="*/ 1033670 w 2385391"/>
                      <a:gd name="connsiteY9" fmla="*/ 3349487 h 3518453"/>
                      <a:gd name="connsiteX10" fmla="*/ 357809 w 2385391"/>
                      <a:gd name="connsiteY10" fmla="*/ 3518453 h 3518453"/>
                      <a:gd name="connsiteX11" fmla="*/ 0 w 2385391"/>
                      <a:gd name="connsiteY11" fmla="*/ 2733261 h 3518453"/>
                      <a:gd name="connsiteX12" fmla="*/ 9939 w 2385391"/>
                      <a:gd name="connsiteY12" fmla="*/ 536713 h 3518453"/>
                      <a:gd name="connsiteX13" fmla="*/ 467139 w 2385391"/>
                      <a:gd name="connsiteY13" fmla="*/ 0 h 3518453"/>
                      <a:gd name="connsiteX0" fmla="*/ 467139 w 2385391"/>
                      <a:gd name="connsiteY0" fmla="*/ 2004 h 3520457"/>
                      <a:gd name="connsiteX1" fmla="*/ 1023731 w 2385391"/>
                      <a:gd name="connsiteY1" fmla="*/ 359813 h 3520457"/>
                      <a:gd name="connsiteX2" fmla="*/ 1630018 w 2385391"/>
                      <a:gd name="connsiteY2" fmla="*/ 270361 h 3520457"/>
                      <a:gd name="connsiteX3" fmla="*/ 1789044 w 2385391"/>
                      <a:gd name="connsiteY3" fmla="*/ 717622 h 3520457"/>
                      <a:gd name="connsiteX4" fmla="*/ 2216426 w 2385391"/>
                      <a:gd name="connsiteY4" fmla="*/ 1065491 h 3520457"/>
                      <a:gd name="connsiteX5" fmla="*/ 2037522 w 2385391"/>
                      <a:gd name="connsiteY5" fmla="*/ 1641961 h 3520457"/>
                      <a:gd name="connsiteX6" fmla="*/ 2385391 w 2385391"/>
                      <a:gd name="connsiteY6" fmla="*/ 2059404 h 3520457"/>
                      <a:gd name="connsiteX7" fmla="*/ 1938131 w 2385391"/>
                      <a:gd name="connsiteY7" fmla="*/ 2645813 h 3520457"/>
                      <a:gd name="connsiteX8" fmla="*/ 1719470 w 2385391"/>
                      <a:gd name="connsiteY8" fmla="*/ 3301796 h 3520457"/>
                      <a:gd name="connsiteX9" fmla="*/ 1033670 w 2385391"/>
                      <a:gd name="connsiteY9" fmla="*/ 3351491 h 3520457"/>
                      <a:gd name="connsiteX10" fmla="*/ 357809 w 2385391"/>
                      <a:gd name="connsiteY10" fmla="*/ 3520457 h 3520457"/>
                      <a:gd name="connsiteX11" fmla="*/ 0 w 2385391"/>
                      <a:gd name="connsiteY11" fmla="*/ 2735265 h 3520457"/>
                      <a:gd name="connsiteX12" fmla="*/ 9939 w 2385391"/>
                      <a:gd name="connsiteY12" fmla="*/ 538717 h 3520457"/>
                      <a:gd name="connsiteX13" fmla="*/ 467139 w 2385391"/>
                      <a:gd name="connsiteY13" fmla="*/ 2004 h 3520457"/>
                      <a:gd name="connsiteX0" fmla="*/ 467139 w 2385391"/>
                      <a:gd name="connsiteY0" fmla="*/ 2004 h 3520457"/>
                      <a:gd name="connsiteX1" fmla="*/ 1023731 w 2385391"/>
                      <a:gd name="connsiteY1" fmla="*/ 359813 h 3520457"/>
                      <a:gd name="connsiteX2" fmla="*/ 1630018 w 2385391"/>
                      <a:gd name="connsiteY2" fmla="*/ 270361 h 3520457"/>
                      <a:gd name="connsiteX3" fmla="*/ 1789044 w 2385391"/>
                      <a:gd name="connsiteY3" fmla="*/ 717622 h 3520457"/>
                      <a:gd name="connsiteX4" fmla="*/ 2216426 w 2385391"/>
                      <a:gd name="connsiteY4" fmla="*/ 1065491 h 3520457"/>
                      <a:gd name="connsiteX5" fmla="*/ 2037522 w 2385391"/>
                      <a:gd name="connsiteY5" fmla="*/ 1641961 h 3520457"/>
                      <a:gd name="connsiteX6" fmla="*/ 2385391 w 2385391"/>
                      <a:gd name="connsiteY6" fmla="*/ 2059404 h 3520457"/>
                      <a:gd name="connsiteX7" fmla="*/ 1938131 w 2385391"/>
                      <a:gd name="connsiteY7" fmla="*/ 2645813 h 3520457"/>
                      <a:gd name="connsiteX8" fmla="*/ 1719470 w 2385391"/>
                      <a:gd name="connsiteY8" fmla="*/ 3301796 h 3520457"/>
                      <a:gd name="connsiteX9" fmla="*/ 1033670 w 2385391"/>
                      <a:gd name="connsiteY9" fmla="*/ 3351491 h 3520457"/>
                      <a:gd name="connsiteX10" fmla="*/ 357809 w 2385391"/>
                      <a:gd name="connsiteY10" fmla="*/ 3520457 h 3520457"/>
                      <a:gd name="connsiteX11" fmla="*/ 0 w 2385391"/>
                      <a:gd name="connsiteY11" fmla="*/ 2735265 h 3520457"/>
                      <a:gd name="connsiteX12" fmla="*/ 9939 w 2385391"/>
                      <a:gd name="connsiteY12" fmla="*/ 538717 h 3520457"/>
                      <a:gd name="connsiteX13" fmla="*/ 467139 w 2385391"/>
                      <a:gd name="connsiteY13" fmla="*/ 2004 h 3520457"/>
                      <a:gd name="connsiteX0" fmla="*/ 467139 w 2385391"/>
                      <a:gd name="connsiteY0" fmla="*/ 1983 h 3520436"/>
                      <a:gd name="connsiteX1" fmla="*/ 991074 w 2385391"/>
                      <a:gd name="connsiteY1" fmla="*/ 363058 h 3520436"/>
                      <a:gd name="connsiteX2" fmla="*/ 1630018 w 2385391"/>
                      <a:gd name="connsiteY2" fmla="*/ 270340 h 3520436"/>
                      <a:gd name="connsiteX3" fmla="*/ 1789044 w 2385391"/>
                      <a:gd name="connsiteY3" fmla="*/ 717601 h 3520436"/>
                      <a:gd name="connsiteX4" fmla="*/ 2216426 w 2385391"/>
                      <a:gd name="connsiteY4" fmla="*/ 1065470 h 3520436"/>
                      <a:gd name="connsiteX5" fmla="*/ 2037522 w 2385391"/>
                      <a:gd name="connsiteY5" fmla="*/ 1641940 h 3520436"/>
                      <a:gd name="connsiteX6" fmla="*/ 2385391 w 2385391"/>
                      <a:gd name="connsiteY6" fmla="*/ 2059383 h 3520436"/>
                      <a:gd name="connsiteX7" fmla="*/ 1938131 w 2385391"/>
                      <a:gd name="connsiteY7" fmla="*/ 2645792 h 3520436"/>
                      <a:gd name="connsiteX8" fmla="*/ 1719470 w 2385391"/>
                      <a:gd name="connsiteY8" fmla="*/ 3301775 h 3520436"/>
                      <a:gd name="connsiteX9" fmla="*/ 1033670 w 2385391"/>
                      <a:gd name="connsiteY9" fmla="*/ 3351470 h 3520436"/>
                      <a:gd name="connsiteX10" fmla="*/ 357809 w 2385391"/>
                      <a:gd name="connsiteY10" fmla="*/ 3520436 h 3520436"/>
                      <a:gd name="connsiteX11" fmla="*/ 0 w 2385391"/>
                      <a:gd name="connsiteY11" fmla="*/ 2735244 h 3520436"/>
                      <a:gd name="connsiteX12" fmla="*/ 9939 w 2385391"/>
                      <a:gd name="connsiteY12" fmla="*/ 538696 h 3520436"/>
                      <a:gd name="connsiteX13" fmla="*/ 467139 w 2385391"/>
                      <a:gd name="connsiteY13" fmla="*/ 1983 h 3520436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30018 w 2385391"/>
                      <a:gd name="connsiteY2" fmla="*/ 271778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30018 w 2385391"/>
                      <a:gd name="connsiteY2" fmla="*/ 271778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30018 w 2385391"/>
                      <a:gd name="connsiteY2" fmla="*/ 271778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20221 w 2385391"/>
                      <a:gd name="connsiteY2" fmla="*/ 291372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20221 w 2385391"/>
                      <a:gd name="connsiteY2" fmla="*/ 291372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20221 w 2385391"/>
                      <a:gd name="connsiteY2" fmla="*/ 291372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28836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28836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28836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21194 w 2385391"/>
                      <a:gd name="connsiteY5" fmla="*/ 1656441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21194 w 2385391"/>
                      <a:gd name="connsiteY5" fmla="*/ 1656441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1995068 w 2385391"/>
                      <a:gd name="connsiteY5" fmla="*/ 1640113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1982005 w 2385391"/>
                      <a:gd name="connsiteY5" fmla="*/ 1627050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1982005 w 2385391"/>
                      <a:gd name="connsiteY5" fmla="*/ 1627050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1982005 w 2385391"/>
                      <a:gd name="connsiteY5" fmla="*/ 1627050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52734"/>
                      <a:gd name="connsiteY0" fmla="*/ 3421 h 3521874"/>
                      <a:gd name="connsiteX1" fmla="*/ 991074 w 2352734"/>
                      <a:gd name="connsiteY1" fmla="*/ 364496 h 3521874"/>
                      <a:gd name="connsiteX2" fmla="*/ 1597361 w 2352734"/>
                      <a:gd name="connsiteY2" fmla="*/ 304435 h 3521874"/>
                      <a:gd name="connsiteX3" fmla="*/ 1762919 w 2352734"/>
                      <a:gd name="connsiteY3" fmla="*/ 741899 h 3521874"/>
                      <a:gd name="connsiteX4" fmla="*/ 2190300 w 2352734"/>
                      <a:gd name="connsiteY4" fmla="*/ 1096300 h 3521874"/>
                      <a:gd name="connsiteX5" fmla="*/ 1982005 w 2352734"/>
                      <a:gd name="connsiteY5" fmla="*/ 1627050 h 3521874"/>
                      <a:gd name="connsiteX6" fmla="*/ 2352734 w 2352734"/>
                      <a:gd name="connsiteY6" fmla="*/ 2080415 h 3521874"/>
                      <a:gd name="connsiteX7" fmla="*/ 1938131 w 2352734"/>
                      <a:gd name="connsiteY7" fmla="*/ 2647230 h 3521874"/>
                      <a:gd name="connsiteX8" fmla="*/ 1719470 w 2352734"/>
                      <a:gd name="connsiteY8" fmla="*/ 3303213 h 3521874"/>
                      <a:gd name="connsiteX9" fmla="*/ 1033670 w 2352734"/>
                      <a:gd name="connsiteY9" fmla="*/ 3352908 h 3521874"/>
                      <a:gd name="connsiteX10" fmla="*/ 357809 w 2352734"/>
                      <a:gd name="connsiteY10" fmla="*/ 3521874 h 3521874"/>
                      <a:gd name="connsiteX11" fmla="*/ 0 w 2352734"/>
                      <a:gd name="connsiteY11" fmla="*/ 2736682 h 3521874"/>
                      <a:gd name="connsiteX12" fmla="*/ 9939 w 2352734"/>
                      <a:gd name="connsiteY12" fmla="*/ 540134 h 3521874"/>
                      <a:gd name="connsiteX13" fmla="*/ 467139 w 2352734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27050 h 3521874"/>
                      <a:gd name="connsiteX6" fmla="*/ 2352734 w 2352860"/>
                      <a:gd name="connsiteY6" fmla="*/ 2080415 h 3521874"/>
                      <a:gd name="connsiteX7" fmla="*/ 1938131 w 2352860"/>
                      <a:gd name="connsiteY7" fmla="*/ 2647230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938131 w 2352860"/>
                      <a:gd name="connsiteY7" fmla="*/ 2647230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938131 w 2352860"/>
                      <a:gd name="connsiteY7" fmla="*/ 2647230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938131 w 2352860"/>
                      <a:gd name="connsiteY7" fmla="*/ 2647230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915271 w 2352860"/>
                      <a:gd name="connsiteY7" fmla="*/ 2614573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915271 w 2352860"/>
                      <a:gd name="connsiteY7" fmla="*/ 2614573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882614 w 2352860"/>
                      <a:gd name="connsiteY7" fmla="*/ 2621104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882614 w 2352860"/>
                      <a:gd name="connsiteY7" fmla="*/ 2608041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882614 w 2352860"/>
                      <a:gd name="connsiteY7" fmla="*/ 2608041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734"/>
                      <a:gd name="connsiteY0" fmla="*/ 3421 h 3521874"/>
                      <a:gd name="connsiteX1" fmla="*/ 991074 w 2352734"/>
                      <a:gd name="connsiteY1" fmla="*/ 364496 h 3521874"/>
                      <a:gd name="connsiteX2" fmla="*/ 1597361 w 2352734"/>
                      <a:gd name="connsiteY2" fmla="*/ 304435 h 3521874"/>
                      <a:gd name="connsiteX3" fmla="*/ 1762919 w 2352734"/>
                      <a:gd name="connsiteY3" fmla="*/ 741899 h 3521874"/>
                      <a:gd name="connsiteX4" fmla="*/ 2190300 w 2352734"/>
                      <a:gd name="connsiteY4" fmla="*/ 1096300 h 3521874"/>
                      <a:gd name="connsiteX5" fmla="*/ 1982005 w 2352734"/>
                      <a:gd name="connsiteY5" fmla="*/ 1640112 h 3521874"/>
                      <a:gd name="connsiteX6" fmla="*/ 2352734 w 2352734"/>
                      <a:gd name="connsiteY6" fmla="*/ 2080415 h 3521874"/>
                      <a:gd name="connsiteX7" fmla="*/ 1882614 w 2352734"/>
                      <a:gd name="connsiteY7" fmla="*/ 2608041 h 3521874"/>
                      <a:gd name="connsiteX8" fmla="*/ 1719470 w 2352734"/>
                      <a:gd name="connsiteY8" fmla="*/ 3303213 h 3521874"/>
                      <a:gd name="connsiteX9" fmla="*/ 1033670 w 2352734"/>
                      <a:gd name="connsiteY9" fmla="*/ 3352908 h 3521874"/>
                      <a:gd name="connsiteX10" fmla="*/ 357809 w 2352734"/>
                      <a:gd name="connsiteY10" fmla="*/ 3521874 h 3521874"/>
                      <a:gd name="connsiteX11" fmla="*/ 0 w 2352734"/>
                      <a:gd name="connsiteY11" fmla="*/ 2736682 h 3521874"/>
                      <a:gd name="connsiteX12" fmla="*/ 9939 w 2352734"/>
                      <a:gd name="connsiteY12" fmla="*/ 540134 h 3521874"/>
                      <a:gd name="connsiteX13" fmla="*/ 467139 w 2352734"/>
                      <a:gd name="connsiteY13" fmla="*/ 3421 h 3521874"/>
                      <a:gd name="connsiteX0" fmla="*/ 467139 w 2352760"/>
                      <a:gd name="connsiteY0" fmla="*/ 3421 h 3521874"/>
                      <a:gd name="connsiteX1" fmla="*/ 991074 w 2352760"/>
                      <a:gd name="connsiteY1" fmla="*/ 364496 h 3521874"/>
                      <a:gd name="connsiteX2" fmla="*/ 1597361 w 2352760"/>
                      <a:gd name="connsiteY2" fmla="*/ 304435 h 3521874"/>
                      <a:gd name="connsiteX3" fmla="*/ 1762919 w 2352760"/>
                      <a:gd name="connsiteY3" fmla="*/ 741899 h 3521874"/>
                      <a:gd name="connsiteX4" fmla="*/ 2190300 w 2352760"/>
                      <a:gd name="connsiteY4" fmla="*/ 1096300 h 3521874"/>
                      <a:gd name="connsiteX5" fmla="*/ 1982005 w 2352760"/>
                      <a:gd name="connsiteY5" fmla="*/ 1640112 h 3521874"/>
                      <a:gd name="connsiteX6" fmla="*/ 2352734 w 2352760"/>
                      <a:gd name="connsiteY6" fmla="*/ 2080415 h 3521874"/>
                      <a:gd name="connsiteX7" fmla="*/ 1882614 w 2352760"/>
                      <a:gd name="connsiteY7" fmla="*/ 2608041 h 3521874"/>
                      <a:gd name="connsiteX8" fmla="*/ 1719470 w 2352760"/>
                      <a:gd name="connsiteY8" fmla="*/ 3303213 h 3521874"/>
                      <a:gd name="connsiteX9" fmla="*/ 1033670 w 2352760"/>
                      <a:gd name="connsiteY9" fmla="*/ 3352908 h 3521874"/>
                      <a:gd name="connsiteX10" fmla="*/ 357809 w 2352760"/>
                      <a:gd name="connsiteY10" fmla="*/ 3521874 h 3521874"/>
                      <a:gd name="connsiteX11" fmla="*/ 0 w 2352760"/>
                      <a:gd name="connsiteY11" fmla="*/ 2736682 h 3521874"/>
                      <a:gd name="connsiteX12" fmla="*/ 9939 w 2352760"/>
                      <a:gd name="connsiteY12" fmla="*/ 540134 h 3521874"/>
                      <a:gd name="connsiteX13" fmla="*/ 467139 w 2352760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82614 w 2349495"/>
                      <a:gd name="connsiteY7" fmla="*/ 2608041 h 3521874"/>
                      <a:gd name="connsiteX8" fmla="*/ 1719470 w 2349495"/>
                      <a:gd name="connsiteY8" fmla="*/ 3303213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719470 w 2349495"/>
                      <a:gd name="connsiteY8" fmla="*/ 3303213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719470 w 2349495"/>
                      <a:gd name="connsiteY8" fmla="*/ 3303213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90079 w 2349495"/>
                      <a:gd name="connsiteY8" fmla="*/ 3264025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90079 w 2349495"/>
                      <a:gd name="connsiteY8" fmla="*/ 3264025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86813 w 2349495"/>
                      <a:gd name="connsiteY8" fmla="*/ 3254228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86813 w 2349495"/>
                      <a:gd name="connsiteY8" fmla="*/ 3254228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86813 w 2349495"/>
                      <a:gd name="connsiteY8" fmla="*/ 3254228 h 3521874"/>
                      <a:gd name="connsiteX9" fmla="*/ 1108782 w 2349495"/>
                      <a:gd name="connsiteY9" fmla="*/ 3333313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86813 w 2349495"/>
                      <a:gd name="connsiteY8" fmla="*/ 3254228 h 3521874"/>
                      <a:gd name="connsiteX9" fmla="*/ 1108782 w 2349495"/>
                      <a:gd name="connsiteY9" fmla="*/ 3333313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86813 w 2349495"/>
                      <a:gd name="connsiteY8" fmla="*/ 3254228 h 3521874"/>
                      <a:gd name="connsiteX9" fmla="*/ 1108782 w 2349495"/>
                      <a:gd name="connsiteY9" fmla="*/ 3333313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484067"/>
                      <a:gd name="connsiteX1" fmla="*/ 991074 w 2349495"/>
                      <a:gd name="connsiteY1" fmla="*/ 364496 h 3484067"/>
                      <a:gd name="connsiteX2" fmla="*/ 1597361 w 2349495"/>
                      <a:gd name="connsiteY2" fmla="*/ 304435 h 3484067"/>
                      <a:gd name="connsiteX3" fmla="*/ 1762919 w 2349495"/>
                      <a:gd name="connsiteY3" fmla="*/ 741899 h 3484067"/>
                      <a:gd name="connsiteX4" fmla="*/ 2190300 w 2349495"/>
                      <a:gd name="connsiteY4" fmla="*/ 1096300 h 3484067"/>
                      <a:gd name="connsiteX5" fmla="*/ 1982005 w 2349495"/>
                      <a:gd name="connsiteY5" fmla="*/ 1640112 h 3484067"/>
                      <a:gd name="connsiteX6" fmla="*/ 2349468 w 2349495"/>
                      <a:gd name="connsiteY6" fmla="*/ 2100010 h 3484067"/>
                      <a:gd name="connsiteX7" fmla="*/ 1869551 w 2349495"/>
                      <a:gd name="connsiteY7" fmla="*/ 2608041 h 3484067"/>
                      <a:gd name="connsiteX8" fmla="*/ 1686813 w 2349495"/>
                      <a:gd name="connsiteY8" fmla="*/ 3254228 h 3484067"/>
                      <a:gd name="connsiteX9" fmla="*/ 1108782 w 2349495"/>
                      <a:gd name="connsiteY9" fmla="*/ 3333313 h 3484067"/>
                      <a:gd name="connsiteX10" fmla="*/ 364340 w 2349495"/>
                      <a:gd name="connsiteY10" fmla="*/ 3469622 h 3484067"/>
                      <a:gd name="connsiteX11" fmla="*/ 0 w 2349495"/>
                      <a:gd name="connsiteY11" fmla="*/ 2736682 h 3484067"/>
                      <a:gd name="connsiteX12" fmla="*/ 9939 w 2349495"/>
                      <a:gd name="connsiteY12" fmla="*/ 540134 h 3484067"/>
                      <a:gd name="connsiteX13" fmla="*/ 467139 w 2349495"/>
                      <a:gd name="connsiteY13" fmla="*/ 3421 h 3484067"/>
                      <a:gd name="connsiteX0" fmla="*/ 467139 w 2349495"/>
                      <a:gd name="connsiteY0" fmla="*/ 3421 h 3480224"/>
                      <a:gd name="connsiteX1" fmla="*/ 991074 w 2349495"/>
                      <a:gd name="connsiteY1" fmla="*/ 364496 h 3480224"/>
                      <a:gd name="connsiteX2" fmla="*/ 1597361 w 2349495"/>
                      <a:gd name="connsiteY2" fmla="*/ 304435 h 3480224"/>
                      <a:gd name="connsiteX3" fmla="*/ 1762919 w 2349495"/>
                      <a:gd name="connsiteY3" fmla="*/ 741899 h 3480224"/>
                      <a:gd name="connsiteX4" fmla="*/ 2190300 w 2349495"/>
                      <a:gd name="connsiteY4" fmla="*/ 1096300 h 3480224"/>
                      <a:gd name="connsiteX5" fmla="*/ 1982005 w 2349495"/>
                      <a:gd name="connsiteY5" fmla="*/ 1640112 h 3480224"/>
                      <a:gd name="connsiteX6" fmla="*/ 2349468 w 2349495"/>
                      <a:gd name="connsiteY6" fmla="*/ 2100010 h 3480224"/>
                      <a:gd name="connsiteX7" fmla="*/ 1869551 w 2349495"/>
                      <a:gd name="connsiteY7" fmla="*/ 2608041 h 3480224"/>
                      <a:gd name="connsiteX8" fmla="*/ 1686813 w 2349495"/>
                      <a:gd name="connsiteY8" fmla="*/ 3254228 h 3480224"/>
                      <a:gd name="connsiteX9" fmla="*/ 1108782 w 2349495"/>
                      <a:gd name="connsiteY9" fmla="*/ 3333313 h 3480224"/>
                      <a:gd name="connsiteX10" fmla="*/ 370871 w 2349495"/>
                      <a:gd name="connsiteY10" fmla="*/ 3459825 h 3480224"/>
                      <a:gd name="connsiteX11" fmla="*/ 0 w 2349495"/>
                      <a:gd name="connsiteY11" fmla="*/ 2736682 h 3480224"/>
                      <a:gd name="connsiteX12" fmla="*/ 9939 w 2349495"/>
                      <a:gd name="connsiteY12" fmla="*/ 540134 h 3480224"/>
                      <a:gd name="connsiteX13" fmla="*/ 467139 w 2349495"/>
                      <a:gd name="connsiteY13" fmla="*/ 3421 h 3480224"/>
                      <a:gd name="connsiteX0" fmla="*/ 467139 w 2349495"/>
                      <a:gd name="connsiteY0" fmla="*/ 3421 h 3552207"/>
                      <a:gd name="connsiteX1" fmla="*/ 991074 w 2349495"/>
                      <a:gd name="connsiteY1" fmla="*/ 364496 h 3552207"/>
                      <a:gd name="connsiteX2" fmla="*/ 1597361 w 2349495"/>
                      <a:gd name="connsiteY2" fmla="*/ 304435 h 3552207"/>
                      <a:gd name="connsiteX3" fmla="*/ 1762919 w 2349495"/>
                      <a:gd name="connsiteY3" fmla="*/ 741899 h 3552207"/>
                      <a:gd name="connsiteX4" fmla="*/ 2190300 w 2349495"/>
                      <a:gd name="connsiteY4" fmla="*/ 1096300 h 3552207"/>
                      <a:gd name="connsiteX5" fmla="*/ 1982005 w 2349495"/>
                      <a:gd name="connsiteY5" fmla="*/ 1640112 h 3552207"/>
                      <a:gd name="connsiteX6" fmla="*/ 2349468 w 2349495"/>
                      <a:gd name="connsiteY6" fmla="*/ 2100010 h 3552207"/>
                      <a:gd name="connsiteX7" fmla="*/ 1869551 w 2349495"/>
                      <a:gd name="connsiteY7" fmla="*/ 2608041 h 3552207"/>
                      <a:gd name="connsiteX8" fmla="*/ 1686813 w 2349495"/>
                      <a:gd name="connsiteY8" fmla="*/ 3254228 h 3552207"/>
                      <a:gd name="connsiteX9" fmla="*/ 1108782 w 2349495"/>
                      <a:gd name="connsiteY9" fmla="*/ 3333313 h 3552207"/>
                      <a:gd name="connsiteX10" fmla="*/ 370871 w 2349495"/>
                      <a:gd name="connsiteY10" fmla="*/ 3459825 h 3552207"/>
                      <a:gd name="connsiteX11" fmla="*/ 0 w 2349495"/>
                      <a:gd name="connsiteY11" fmla="*/ 2736682 h 3552207"/>
                      <a:gd name="connsiteX12" fmla="*/ 9939 w 2349495"/>
                      <a:gd name="connsiteY12" fmla="*/ 540134 h 3552207"/>
                      <a:gd name="connsiteX13" fmla="*/ 467139 w 2349495"/>
                      <a:gd name="connsiteY13" fmla="*/ 3421 h 3552207"/>
                      <a:gd name="connsiteX0" fmla="*/ 467139 w 2349495"/>
                      <a:gd name="connsiteY0" fmla="*/ 3421 h 3552207"/>
                      <a:gd name="connsiteX1" fmla="*/ 991074 w 2349495"/>
                      <a:gd name="connsiteY1" fmla="*/ 364496 h 3552207"/>
                      <a:gd name="connsiteX2" fmla="*/ 1597361 w 2349495"/>
                      <a:gd name="connsiteY2" fmla="*/ 304435 h 3552207"/>
                      <a:gd name="connsiteX3" fmla="*/ 1762919 w 2349495"/>
                      <a:gd name="connsiteY3" fmla="*/ 741899 h 3552207"/>
                      <a:gd name="connsiteX4" fmla="*/ 2190300 w 2349495"/>
                      <a:gd name="connsiteY4" fmla="*/ 1096300 h 3552207"/>
                      <a:gd name="connsiteX5" fmla="*/ 1982005 w 2349495"/>
                      <a:gd name="connsiteY5" fmla="*/ 1640112 h 3552207"/>
                      <a:gd name="connsiteX6" fmla="*/ 2349468 w 2349495"/>
                      <a:gd name="connsiteY6" fmla="*/ 2100010 h 3552207"/>
                      <a:gd name="connsiteX7" fmla="*/ 1869551 w 2349495"/>
                      <a:gd name="connsiteY7" fmla="*/ 2608041 h 3552207"/>
                      <a:gd name="connsiteX8" fmla="*/ 1686813 w 2349495"/>
                      <a:gd name="connsiteY8" fmla="*/ 3254228 h 3552207"/>
                      <a:gd name="connsiteX9" fmla="*/ 1108782 w 2349495"/>
                      <a:gd name="connsiteY9" fmla="*/ 3333313 h 3552207"/>
                      <a:gd name="connsiteX10" fmla="*/ 370871 w 2349495"/>
                      <a:gd name="connsiteY10" fmla="*/ 3459825 h 3552207"/>
                      <a:gd name="connsiteX11" fmla="*/ 0 w 2349495"/>
                      <a:gd name="connsiteY11" fmla="*/ 2736682 h 3552207"/>
                      <a:gd name="connsiteX12" fmla="*/ 9939 w 2349495"/>
                      <a:gd name="connsiteY12" fmla="*/ 540134 h 3552207"/>
                      <a:gd name="connsiteX13" fmla="*/ 467139 w 2349495"/>
                      <a:gd name="connsiteY13" fmla="*/ 3421 h 3552207"/>
                      <a:gd name="connsiteX0" fmla="*/ 467233 w 2349589"/>
                      <a:gd name="connsiteY0" fmla="*/ 3421 h 3552207"/>
                      <a:gd name="connsiteX1" fmla="*/ 991168 w 2349589"/>
                      <a:gd name="connsiteY1" fmla="*/ 364496 h 3552207"/>
                      <a:gd name="connsiteX2" fmla="*/ 1597455 w 2349589"/>
                      <a:gd name="connsiteY2" fmla="*/ 304435 h 3552207"/>
                      <a:gd name="connsiteX3" fmla="*/ 1763013 w 2349589"/>
                      <a:gd name="connsiteY3" fmla="*/ 741899 h 3552207"/>
                      <a:gd name="connsiteX4" fmla="*/ 2190394 w 2349589"/>
                      <a:gd name="connsiteY4" fmla="*/ 1096300 h 3552207"/>
                      <a:gd name="connsiteX5" fmla="*/ 1982099 w 2349589"/>
                      <a:gd name="connsiteY5" fmla="*/ 1640112 h 3552207"/>
                      <a:gd name="connsiteX6" fmla="*/ 2349562 w 2349589"/>
                      <a:gd name="connsiteY6" fmla="*/ 2100010 h 3552207"/>
                      <a:gd name="connsiteX7" fmla="*/ 1869645 w 2349589"/>
                      <a:gd name="connsiteY7" fmla="*/ 2608041 h 3552207"/>
                      <a:gd name="connsiteX8" fmla="*/ 1686907 w 2349589"/>
                      <a:gd name="connsiteY8" fmla="*/ 3254228 h 3552207"/>
                      <a:gd name="connsiteX9" fmla="*/ 1108876 w 2349589"/>
                      <a:gd name="connsiteY9" fmla="*/ 3333313 h 3552207"/>
                      <a:gd name="connsiteX10" fmla="*/ 370965 w 2349589"/>
                      <a:gd name="connsiteY10" fmla="*/ 3459825 h 3552207"/>
                      <a:gd name="connsiteX11" fmla="*/ 94 w 2349589"/>
                      <a:gd name="connsiteY11" fmla="*/ 2736682 h 3552207"/>
                      <a:gd name="connsiteX12" fmla="*/ 10033 w 2349589"/>
                      <a:gd name="connsiteY12" fmla="*/ 540134 h 3552207"/>
                      <a:gd name="connsiteX13" fmla="*/ 467233 w 2349589"/>
                      <a:gd name="connsiteY13" fmla="*/ 3421 h 35522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349589" h="3552207">
                        <a:moveTo>
                          <a:pt x="467233" y="3421"/>
                        </a:moveTo>
                        <a:cubicBezTo>
                          <a:pt x="734407" y="-24266"/>
                          <a:pt x="981985" y="117864"/>
                          <a:pt x="991168" y="364496"/>
                        </a:cubicBezTo>
                        <a:cubicBezTo>
                          <a:pt x="1194352" y="121319"/>
                          <a:pt x="1498773" y="227572"/>
                          <a:pt x="1597455" y="304435"/>
                        </a:cubicBezTo>
                        <a:cubicBezTo>
                          <a:pt x="1689652" y="352285"/>
                          <a:pt x="1788382" y="579749"/>
                          <a:pt x="1763013" y="741899"/>
                        </a:cubicBezTo>
                        <a:cubicBezTo>
                          <a:pt x="1943573" y="782744"/>
                          <a:pt x="2133931" y="882371"/>
                          <a:pt x="2190394" y="1096300"/>
                        </a:cubicBezTo>
                        <a:cubicBezTo>
                          <a:pt x="2247236" y="1330910"/>
                          <a:pt x="2127731" y="1529599"/>
                          <a:pt x="1982099" y="1640112"/>
                        </a:cubicBezTo>
                        <a:cubicBezTo>
                          <a:pt x="2152484" y="1693262"/>
                          <a:pt x="2352260" y="1890106"/>
                          <a:pt x="2349562" y="2100010"/>
                        </a:cubicBezTo>
                        <a:cubicBezTo>
                          <a:pt x="2319129" y="2527345"/>
                          <a:pt x="2047035" y="2618311"/>
                          <a:pt x="1869645" y="2608041"/>
                        </a:cubicBezTo>
                        <a:cubicBezTo>
                          <a:pt x="1950246" y="2898548"/>
                          <a:pt x="1812046" y="3097616"/>
                          <a:pt x="1686907" y="3254228"/>
                        </a:cubicBezTo>
                        <a:cubicBezTo>
                          <a:pt x="1508381" y="3391624"/>
                          <a:pt x="1336387" y="3401657"/>
                          <a:pt x="1108876" y="3333313"/>
                        </a:cubicBezTo>
                        <a:cubicBezTo>
                          <a:pt x="969586" y="3611704"/>
                          <a:pt x="680072" y="3589648"/>
                          <a:pt x="370965" y="3459825"/>
                        </a:cubicBezTo>
                        <a:cubicBezTo>
                          <a:pt x="103649" y="3346140"/>
                          <a:pt x="-3644" y="3069170"/>
                          <a:pt x="94" y="2736682"/>
                        </a:cubicBezTo>
                        <a:lnTo>
                          <a:pt x="10033" y="540134"/>
                        </a:lnTo>
                        <a:cubicBezTo>
                          <a:pt x="2413" y="246930"/>
                          <a:pt x="200533" y="45165"/>
                          <a:pt x="467233" y="342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701"/>
                  </a:p>
                </p:txBody>
              </p:sp>
              <p:grpSp>
                <p:nvGrpSpPr>
                  <p:cNvPr id="12" name="그룹 42">
                    <a:extLst>
                      <a:ext uri="{FF2B5EF4-FFF2-40B4-BE49-F238E27FC236}">
                        <a16:creationId xmlns:a16="http://schemas.microsoft.com/office/drawing/2014/main" id="{8ACA514A-10F1-4B53-8207-5AA992DEEB8D}"/>
                      </a:ext>
                    </a:extLst>
                  </p:cNvPr>
                  <p:cNvGrpSpPr/>
                  <p:nvPr/>
                </p:nvGrpSpPr>
                <p:grpSpPr>
                  <a:xfrm>
                    <a:off x="5560358" y="66818"/>
                    <a:ext cx="2194998" cy="3306170"/>
                    <a:chOff x="6150565" y="3254095"/>
                    <a:chExt cx="979312" cy="1475068"/>
                  </a:xfrm>
                </p:grpSpPr>
                <p:sp>
                  <p:nvSpPr>
                    <p:cNvPr id="20" name="자유형: 도형 43">
                      <a:extLst>
                        <a:ext uri="{FF2B5EF4-FFF2-40B4-BE49-F238E27FC236}">
                          <a16:creationId xmlns:a16="http://schemas.microsoft.com/office/drawing/2014/main" id="{7D74EF0E-EFB7-40D0-B77E-70F07DF695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54072" y="3254095"/>
                      <a:ext cx="734589" cy="517434"/>
                    </a:xfrm>
                    <a:custGeom>
                      <a:avLst/>
                      <a:gdLst>
                        <a:gd name="connsiteX0" fmla="*/ 182319 w 931229"/>
                        <a:gd name="connsiteY0" fmla="*/ 476834 h 617079"/>
                        <a:gd name="connsiteX1" fmla="*/ 423541 w 931229"/>
                        <a:gd name="connsiteY1" fmla="*/ 339394 h 617079"/>
                        <a:gd name="connsiteX2" fmla="*/ 516103 w 931229"/>
                        <a:gd name="connsiteY2" fmla="*/ 617079 h 617079"/>
                        <a:gd name="connsiteX3" fmla="*/ 0 w 931229"/>
                        <a:gd name="connsiteY3" fmla="*/ 448785 h 617079"/>
                        <a:gd name="connsiteX4" fmla="*/ 274881 w 931229"/>
                        <a:gd name="connsiteY4" fmla="*/ 0 h 617079"/>
                        <a:gd name="connsiteX5" fmla="*/ 504883 w 931229"/>
                        <a:gd name="connsiteY5" fmla="*/ 235612 h 617079"/>
                        <a:gd name="connsiteX6" fmla="*/ 765740 w 931229"/>
                        <a:gd name="connsiteY6" fmla="*/ 159879 h 617079"/>
                        <a:gd name="connsiteX7" fmla="*/ 931229 w 931229"/>
                        <a:gd name="connsiteY7" fmla="*/ 403906 h 617079"/>
                        <a:gd name="connsiteX0" fmla="*/ 182319 w 931922"/>
                        <a:gd name="connsiteY0" fmla="*/ 476834 h 617079"/>
                        <a:gd name="connsiteX1" fmla="*/ 423541 w 931922"/>
                        <a:gd name="connsiteY1" fmla="*/ 339394 h 617079"/>
                        <a:gd name="connsiteX2" fmla="*/ 516103 w 931922"/>
                        <a:gd name="connsiteY2" fmla="*/ 617079 h 617079"/>
                        <a:gd name="connsiteX3" fmla="*/ 0 w 931922"/>
                        <a:gd name="connsiteY3" fmla="*/ 448785 h 617079"/>
                        <a:gd name="connsiteX4" fmla="*/ 274881 w 931922"/>
                        <a:gd name="connsiteY4" fmla="*/ 0 h 617079"/>
                        <a:gd name="connsiteX5" fmla="*/ 504883 w 931922"/>
                        <a:gd name="connsiteY5" fmla="*/ 235612 h 617079"/>
                        <a:gd name="connsiteX6" fmla="*/ 765740 w 931922"/>
                        <a:gd name="connsiteY6" fmla="*/ 159879 h 617079"/>
                        <a:gd name="connsiteX7" fmla="*/ 931229 w 931922"/>
                        <a:gd name="connsiteY7" fmla="*/ 403906 h 617079"/>
                        <a:gd name="connsiteX0" fmla="*/ 182319 w 931922"/>
                        <a:gd name="connsiteY0" fmla="*/ 476834 h 617079"/>
                        <a:gd name="connsiteX1" fmla="*/ 423541 w 931922"/>
                        <a:gd name="connsiteY1" fmla="*/ 339394 h 617079"/>
                        <a:gd name="connsiteX2" fmla="*/ 516103 w 931922"/>
                        <a:gd name="connsiteY2" fmla="*/ 617079 h 617079"/>
                        <a:gd name="connsiteX3" fmla="*/ 0 w 931922"/>
                        <a:gd name="connsiteY3" fmla="*/ 448785 h 617079"/>
                        <a:gd name="connsiteX4" fmla="*/ 274881 w 931922"/>
                        <a:gd name="connsiteY4" fmla="*/ 0 h 617079"/>
                        <a:gd name="connsiteX5" fmla="*/ 504883 w 931922"/>
                        <a:gd name="connsiteY5" fmla="*/ 235612 h 617079"/>
                        <a:gd name="connsiteX6" fmla="*/ 765740 w 931922"/>
                        <a:gd name="connsiteY6" fmla="*/ 159879 h 617079"/>
                        <a:gd name="connsiteX7" fmla="*/ 931229 w 931922"/>
                        <a:gd name="connsiteY7" fmla="*/ 403906 h 617079"/>
                        <a:gd name="connsiteX0" fmla="*/ 182319 w 931968"/>
                        <a:gd name="connsiteY0" fmla="*/ 476834 h 617079"/>
                        <a:gd name="connsiteX1" fmla="*/ 423541 w 931968"/>
                        <a:gd name="connsiteY1" fmla="*/ 339394 h 617079"/>
                        <a:gd name="connsiteX2" fmla="*/ 516103 w 931968"/>
                        <a:gd name="connsiteY2" fmla="*/ 617079 h 617079"/>
                        <a:gd name="connsiteX3" fmla="*/ 0 w 931968"/>
                        <a:gd name="connsiteY3" fmla="*/ 448785 h 617079"/>
                        <a:gd name="connsiteX4" fmla="*/ 274881 w 931968"/>
                        <a:gd name="connsiteY4" fmla="*/ 0 h 617079"/>
                        <a:gd name="connsiteX5" fmla="*/ 504883 w 931968"/>
                        <a:gd name="connsiteY5" fmla="*/ 235612 h 617079"/>
                        <a:gd name="connsiteX6" fmla="*/ 765740 w 931968"/>
                        <a:gd name="connsiteY6" fmla="*/ 159879 h 617079"/>
                        <a:gd name="connsiteX7" fmla="*/ 931229 w 931968"/>
                        <a:gd name="connsiteY7" fmla="*/ 403906 h 617079"/>
                        <a:gd name="connsiteX0" fmla="*/ 182319 w 932698"/>
                        <a:gd name="connsiteY0" fmla="*/ 476834 h 617079"/>
                        <a:gd name="connsiteX1" fmla="*/ 423541 w 932698"/>
                        <a:gd name="connsiteY1" fmla="*/ 339394 h 617079"/>
                        <a:gd name="connsiteX2" fmla="*/ 516103 w 932698"/>
                        <a:gd name="connsiteY2" fmla="*/ 617079 h 617079"/>
                        <a:gd name="connsiteX3" fmla="*/ 0 w 932698"/>
                        <a:gd name="connsiteY3" fmla="*/ 448785 h 617079"/>
                        <a:gd name="connsiteX4" fmla="*/ 274881 w 932698"/>
                        <a:gd name="connsiteY4" fmla="*/ 0 h 617079"/>
                        <a:gd name="connsiteX5" fmla="*/ 504883 w 932698"/>
                        <a:gd name="connsiteY5" fmla="*/ 235612 h 617079"/>
                        <a:gd name="connsiteX6" fmla="*/ 765740 w 932698"/>
                        <a:gd name="connsiteY6" fmla="*/ 159879 h 617079"/>
                        <a:gd name="connsiteX7" fmla="*/ 931229 w 932698"/>
                        <a:gd name="connsiteY7" fmla="*/ 403906 h 617079"/>
                        <a:gd name="connsiteX0" fmla="*/ 182319 w 932698"/>
                        <a:gd name="connsiteY0" fmla="*/ 476834 h 617079"/>
                        <a:gd name="connsiteX1" fmla="*/ 423541 w 932698"/>
                        <a:gd name="connsiteY1" fmla="*/ 339394 h 617079"/>
                        <a:gd name="connsiteX2" fmla="*/ 516103 w 932698"/>
                        <a:gd name="connsiteY2" fmla="*/ 617079 h 617079"/>
                        <a:gd name="connsiteX3" fmla="*/ 0 w 932698"/>
                        <a:gd name="connsiteY3" fmla="*/ 448785 h 617079"/>
                        <a:gd name="connsiteX4" fmla="*/ 274881 w 932698"/>
                        <a:gd name="connsiteY4" fmla="*/ 0 h 617079"/>
                        <a:gd name="connsiteX5" fmla="*/ 504883 w 932698"/>
                        <a:gd name="connsiteY5" fmla="*/ 235612 h 617079"/>
                        <a:gd name="connsiteX6" fmla="*/ 765740 w 932698"/>
                        <a:gd name="connsiteY6" fmla="*/ 159879 h 617079"/>
                        <a:gd name="connsiteX7" fmla="*/ 931229 w 932698"/>
                        <a:gd name="connsiteY7" fmla="*/ 403906 h 617079"/>
                        <a:gd name="connsiteX0" fmla="*/ 182319 w 932698"/>
                        <a:gd name="connsiteY0" fmla="*/ 476834 h 617079"/>
                        <a:gd name="connsiteX1" fmla="*/ 423541 w 932698"/>
                        <a:gd name="connsiteY1" fmla="*/ 339394 h 617079"/>
                        <a:gd name="connsiteX2" fmla="*/ 516103 w 932698"/>
                        <a:gd name="connsiteY2" fmla="*/ 617079 h 617079"/>
                        <a:gd name="connsiteX3" fmla="*/ 0 w 932698"/>
                        <a:gd name="connsiteY3" fmla="*/ 448785 h 617079"/>
                        <a:gd name="connsiteX4" fmla="*/ 274881 w 932698"/>
                        <a:gd name="connsiteY4" fmla="*/ 0 h 617079"/>
                        <a:gd name="connsiteX5" fmla="*/ 477341 w 932698"/>
                        <a:gd name="connsiteY5" fmla="*/ 243874 h 617079"/>
                        <a:gd name="connsiteX6" fmla="*/ 765740 w 932698"/>
                        <a:gd name="connsiteY6" fmla="*/ 159879 h 617079"/>
                        <a:gd name="connsiteX7" fmla="*/ 931229 w 932698"/>
                        <a:gd name="connsiteY7" fmla="*/ 403906 h 617079"/>
                        <a:gd name="connsiteX0" fmla="*/ 182319 w 932698"/>
                        <a:gd name="connsiteY0" fmla="*/ 476834 h 617079"/>
                        <a:gd name="connsiteX1" fmla="*/ 423541 w 932698"/>
                        <a:gd name="connsiteY1" fmla="*/ 339394 h 617079"/>
                        <a:gd name="connsiteX2" fmla="*/ 516103 w 932698"/>
                        <a:gd name="connsiteY2" fmla="*/ 617079 h 617079"/>
                        <a:gd name="connsiteX3" fmla="*/ 0 w 932698"/>
                        <a:gd name="connsiteY3" fmla="*/ 448785 h 617079"/>
                        <a:gd name="connsiteX4" fmla="*/ 274881 w 932698"/>
                        <a:gd name="connsiteY4" fmla="*/ 0 h 617079"/>
                        <a:gd name="connsiteX5" fmla="*/ 477341 w 932698"/>
                        <a:gd name="connsiteY5" fmla="*/ 243874 h 617079"/>
                        <a:gd name="connsiteX6" fmla="*/ 765740 w 932698"/>
                        <a:gd name="connsiteY6" fmla="*/ 159879 h 617079"/>
                        <a:gd name="connsiteX7" fmla="*/ 931229 w 932698"/>
                        <a:gd name="connsiteY7" fmla="*/ 403906 h 617079"/>
                        <a:gd name="connsiteX0" fmla="*/ 182319 w 932698"/>
                        <a:gd name="connsiteY0" fmla="*/ 476834 h 617079"/>
                        <a:gd name="connsiteX1" fmla="*/ 423541 w 932698"/>
                        <a:gd name="connsiteY1" fmla="*/ 339394 h 617079"/>
                        <a:gd name="connsiteX2" fmla="*/ 516103 w 932698"/>
                        <a:gd name="connsiteY2" fmla="*/ 617079 h 617079"/>
                        <a:gd name="connsiteX3" fmla="*/ 0 w 932698"/>
                        <a:gd name="connsiteY3" fmla="*/ 448785 h 617079"/>
                        <a:gd name="connsiteX4" fmla="*/ 274881 w 932698"/>
                        <a:gd name="connsiteY4" fmla="*/ 0 h 617079"/>
                        <a:gd name="connsiteX5" fmla="*/ 477341 w 932698"/>
                        <a:gd name="connsiteY5" fmla="*/ 243874 h 617079"/>
                        <a:gd name="connsiteX6" fmla="*/ 765740 w 932698"/>
                        <a:gd name="connsiteY6" fmla="*/ 159879 h 617079"/>
                        <a:gd name="connsiteX7" fmla="*/ 931229 w 932698"/>
                        <a:gd name="connsiteY7" fmla="*/ 403906 h 617079"/>
                        <a:gd name="connsiteX0" fmla="*/ 182319 w 933062"/>
                        <a:gd name="connsiteY0" fmla="*/ 476834 h 617079"/>
                        <a:gd name="connsiteX1" fmla="*/ 423541 w 933062"/>
                        <a:gd name="connsiteY1" fmla="*/ 339394 h 617079"/>
                        <a:gd name="connsiteX2" fmla="*/ 516103 w 933062"/>
                        <a:gd name="connsiteY2" fmla="*/ 617079 h 617079"/>
                        <a:gd name="connsiteX3" fmla="*/ 0 w 933062"/>
                        <a:gd name="connsiteY3" fmla="*/ 448785 h 617079"/>
                        <a:gd name="connsiteX4" fmla="*/ 274881 w 933062"/>
                        <a:gd name="connsiteY4" fmla="*/ 0 h 617079"/>
                        <a:gd name="connsiteX5" fmla="*/ 477341 w 933062"/>
                        <a:gd name="connsiteY5" fmla="*/ 243874 h 617079"/>
                        <a:gd name="connsiteX6" fmla="*/ 765740 w 933062"/>
                        <a:gd name="connsiteY6" fmla="*/ 159879 h 617079"/>
                        <a:gd name="connsiteX7" fmla="*/ 931229 w 933062"/>
                        <a:gd name="connsiteY7" fmla="*/ 403906 h 617079"/>
                        <a:gd name="connsiteX0" fmla="*/ 182319 w 933062"/>
                        <a:gd name="connsiteY0" fmla="*/ 476834 h 617079"/>
                        <a:gd name="connsiteX1" fmla="*/ 423541 w 933062"/>
                        <a:gd name="connsiteY1" fmla="*/ 339394 h 617079"/>
                        <a:gd name="connsiteX2" fmla="*/ 516103 w 933062"/>
                        <a:gd name="connsiteY2" fmla="*/ 617079 h 617079"/>
                        <a:gd name="connsiteX3" fmla="*/ 0 w 933062"/>
                        <a:gd name="connsiteY3" fmla="*/ 448785 h 617079"/>
                        <a:gd name="connsiteX4" fmla="*/ 274881 w 933062"/>
                        <a:gd name="connsiteY4" fmla="*/ 0 h 617079"/>
                        <a:gd name="connsiteX5" fmla="*/ 477341 w 933062"/>
                        <a:gd name="connsiteY5" fmla="*/ 243874 h 617079"/>
                        <a:gd name="connsiteX6" fmla="*/ 765740 w 933062"/>
                        <a:gd name="connsiteY6" fmla="*/ 159879 h 617079"/>
                        <a:gd name="connsiteX7" fmla="*/ 931229 w 933062"/>
                        <a:gd name="connsiteY7" fmla="*/ 403906 h 617079"/>
                        <a:gd name="connsiteX0" fmla="*/ 182319 w 934161"/>
                        <a:gd name="connsiteY0" fmla="*/ 476834 h 617079"/>
                        <a:gd name="connsiteX1" fmla="*/ 423541 w 934161"/>
                        <a:gd name="connsiteY1" fmla="*/ 339394 h 617079"/>
                        <a:gd name="connsiteX2" fmla="*/ 516103 w 934161"/>
                        <a:gd name="connsiteY2" fmla="*/ 617079 h 617079"/>
                        <a:gd name="connsiteX3" fmla="*/ 0 w 934161"/>
                        <a:gd name="connsiteY3" fmla="*/ 448785 h 617079"/>
                        <a:gd name="connsiteX4" fmla="*/ 274881 w 934161"/>
                        <a:gd name="connsiteY4" fmla="*/ 0 h 617079"/>
                        <a:gd name="connsiteX5" fmla="*/ 477341 w 934161"/>
                        <a:gd name="connsiteY5" fmla="*/ 243874 h 617079"/>
                        <a:gd name="connsiteX6" fmla="*/ 787773 w 934161"/>
                        <a:gd name="connsiteY6" fmla="*/ 162633 h 617079"/>
                        <a:gd name="connsiteX7" fmla="*/ 931229 w 934161"/>
                        <a:gd name="connsiteY7" fmla="*/ 403906 h 617079"/>
                        <a:gd name="connsiteX0" fmla="*/ 182319 w 933800"/>
                        <a:gd name="connsiteY0" fmla="*/ 476834 h 617079"/>
                        <a:gd name="connsiteX1" fmla="*/ 423541 w 933800"/>
                        <a:gd name="connsiteY1" fmla="*/ 339394 h 617079"/>
                        <a:gd name="connsiteX2" fmla="*/ 516103 w 933800"/>
                        <a:gd name="connsiteY2" fmla="*/ 617079 h 617079"/>
                        <a:gd name="connsiteX3" fmla="*/ 0 w 933800"/>
                        <a:gd name="connsiteY3" fmla="*/ 448785 h 617079"/>
                        <a:gd name="connsiteX4" fmla="*/ 274881 w 933800"/>
                        <a:gd name="connsiteY4" fmla="*/ 0 h 617079"/>
                        <a:gd name="connsiteX5" fmla="*/ 477341 w 933800"/>
                        <a:gd name="connsiteY5" fmla="*/ 243874 h 617079"/>
                        <a:gd name="connsiteX6" fmla="*/ 782265 w 933800"/>
                        <a:gd name="connsiteY6" fmla="*/ 143353 h 617079"/>
                        <a:gd name="connsiteX7" fmla="*/ 931229 w 933800"/>
                        <a:gd name="connsiteY7" fmla="*/ 403906 h 617079"/>
                        <a:gd name="connsiteX0" fmla="*/ 182319 w 933800"/>
                        <a:gd name="connsiteY0" fmla="*/ 476834 h 617079"/>
                        <a:gd name="connsiteX1" fmla="*/ 423541 w 933800"/>
                        <a:gd name="connsiteY1" fmla="*/ 339394 h 617079"/>
                        <a:gd name="connsiteX2" fmla="*/ 516103 w 933800"/>
                        <a:gd name="connsiteY2" fmla="*/ 617079 h 617079"/>
                        <a:gd name="connsiteX3" fmla="*/ 0 w 933800"/>
                        <a:gd name="connsiteY3" fmla="*/ 448785 h 617079"/>
                        <a:gd name="connsiteX4" fmla="*/ 274881 w 933800"/>
                        <a:gd name="connsiteY4" fmla="*/ 0 h 617079"/>
                        <a:gd name="connsiteX5" fmla="*/ 477341 w 933800"/>
                        <a:gd name="connsiteY5" fmla="*/ 243874 h 617079"/>
                        <a:gd name="connsiteX6" fmla="*/ 782265 w 933800"/>
                        <a:gd name="connsiteY6" fmla="*/ 143353 h 617079"/>
                        <a:gd name="connsiteX7" fmla="*/ 931229 w 933800"/>
                        <a:gd name="connsiteY7" fmla="*/ 403906 h 617079"/>
                        <a:gd name="connsiteX0" fmla="*/ 182319 w 935016"/>
                        <a:gd name="connsiteY0" fmla="*/ 476834 h 617079"/>
                        <a:gd name="connsiteX1" fmla="*/ 423541 w 935016"/>
                        <a:gd name="connsiteY1" fmla="*/ 339394 h 617079"/>
                        <a:gd name="connsiteX2" fmla="*/ 516103 w 935016"/>
                        <a:gd name="connsiteY2" fmla="*/ 617079 h 617079"/>
                        <a:gd name="connsiteX3" fmla="*/ 0 w 935016"/>
                        <a:gd name="connsiteY3" fmla="*/ 448785 h 617079"/>
                        <a:gd name="connsiteX4" fmla="*/ 274881 w 935016"/>
                        <a:gd name="connsiteY4" fmla="*/ 0 h 617079"/>
                        <a:gd name="connsiteX5" fmla="*/ 477341 w 935016"/>
                        <a:gd name="connsiteY5" fmla="*/ 243874 h 617079"/>
                        <a:gd name="connsiteX6" fmla="*/ 782265 w 935016"/>
                        <a:gd name="connsiteY6" fmla="*/ 143353 h 617079"/>
                        <a:gd name="connsiteX7" fmla="*/ 931229 w 935016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74881 w 932773"/>
                        <a:gd name="connsiteY4" fmla="*/ 0 h 617079"/>
                        <a:gd name="connsiteX5" fmla="*/ 477341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74881 w 932773"/>
                        <a:gd name="connsiteY4" fmla="*/ 0 h 617079"/>
                        <a:gd name="connsiteX5" fmla="*/ 491112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74881 w 932773"/>
                        <a:gd name="connsiteY4" fmla="*/ 0 h 617079"/>
                        <a:gd name="connsiteX5" fmla="*/ 491112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39076 w 932773"/>
                        <a:gd name="connsiteY4" fmla="*/ 0 h 617079"/>
                        <a:gd name="connsiteX5" fmla="*/ 491112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39076 w 932773"/>
                        <a:gd name="connsiteY4" fmla="*/ 0 h 617079"/>
                        <a:gd name="connsiteX5" fmla="*/ 491112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39076 w 932773"/>
                        <a:gd name="connsiteY4" fmla="*/ 0 h 617079"/>
                        <a:gd name="connsiteX5" fmla="*/ 491112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8537 h 618782"/>
                        <a:gd name="connsiteX1" fmla="*/ 423541 w 932773"/>
                        <a:gd name="connsiteY1" fmla="*/ 341097 h 618782"/>
                        <a:gd name="connsiteX2" fmla="*/ 516103 w 932773"/>
                        <a:gd name="connsiteY2" fmla="*/ 618782 h 618782"/>
                        <a:gd name="connsiteX3" fmla="*/ 0 w 932773"/>
                        <a:gd name="connsiteY3" fmla="*/ 450488 h 618782"/>
                        <a:gd name="connsiteX4" fmla="*/ 239076 w 932773"/>
                        <a:gd name="connsiteY4" fmla="*/ 1703 h 618782"/>
                        <a:gd name="connsiteX5" fmla="*/ 491112 w 932773"/>
                        <a:gd name="connsiteY5" fmla="*/ 245577 h 618782"/>
                        <a:gd name="connsiteX6" fmla="*/ 782265 w 932773"/>
                        <a:gd name="connsiteY6" fmla="*/ 145056 h 618782"/>
                        <a:gd name="connsiteX7" fmla="*/ 931229 w 932773"/>
                        <a:gd name="connsiteY7" fmla="*/ 405609 h 618782"/>
                        <a:gd name="connsiteX0" fmla="*/ 182319 w 932773"/>
                        <a:gd name="connsiteY0" fmla="*/ 478537 h 618782"/>
                        <a:gd name="connsiteX1" fmla="*/ 423541 w 932773"/>
                        <a:gd name="connsiteY1" fmla="*/ 341097 h 618782"/>
                        <a:gd name="connsiteX2" fmla="*/ 516103 w 932773"/>
                        <a:gd name="connsiteY2" fmla="*/ 618782 h 618782"/>
                        <a:gd name="connsiteX3" fmla="*/ 0 w 932773"/>
                        <a:gd name="connsiteY3" fmla="*/ 450488 h 618782"/>
                        <a:gd name="connsiteX4" fmla="*/ 239076 w 932773"/>
                        <a:gd name="connsiteY4" fmla="*/ 1703 h 618782"/>
                        <a:gd name="connsiteX5" fmla="*/ 491112 w 932773"/>
                        <a:gd name="connsiteY5" fmla="*/ 245577 h 618782"/>
                        <a:gd name="connsiteX6" fmla="*/ 782265 w 932773"/>
                        <a:gd name="connsiteY6" fmla="*/ 145056 h 618782"/>
                        <a:gd name="connsiteX7" fmla="*/ 931229 w 932773"/>
                        <a:gd name="connsiteY7" fmla="*/ 405609 h 618782"/>
                        <a:gd name="connsiteX0" fmla="*/ 160286 w 910740"/>
                        <a:gd name="connsiteY0" fmla="*/ 478537 h 618782"/>
                        <a:gd name="connsiteX1" fmla="*/ 401508 w 910740"/>
                        <a:gd name="connsiteY1" fmla="*/ 341097 h 618782"/>
                        <a:gd name="connsiteX2" fmla="*/ 494070 w 910740"/>
                        <a:gd name="connsiteY2" fmla="*/ 618782 h 618782"/>
                        <a:gd name="connsiteX3" fmla="*/ 0 w 910740"/>
                        <a:gd name="connsiteY3" fmla="*/ 450488 h 618782"/>
                        <a:gd name="connsiteX4" fmla="*/ 217043 w 910740"/>
                        <a:gd name="connsiteY4" fmla="*/ 1703 h 618782"/>
                        <a:gd name="connsiteX5" fmla="*/ 469079 w 910740"/>
                        <a:gd name="connsiteY5" fmla="*/ 245577 h 618782"/>
                        <a:gd name="connsiteX6" fmla="*/ 760232 w 910740"/>
                        <a:gd name="connsiteY6" fmla="*/ 145056 h 618782"/>
                        <a:gd name="connsiteX7" fmla="*/ 909196 w 910740"/>
                        <a:gd name="connsiteY7" fmla="*/ 405609 h 618782"/>
                        <a:gd name="connsiteX0" fmla="*/ 205095 w 955549"/>
                        <a:gd name="connsiteY0" fmla="*/ 478537 h 618782"/>
                        <a:gd name="connsiteX1" fmla="*/ 446317 w 955549"/>
                        <a:gd name="connsiteY1" fmla="*/ 341097 h 618782"/>
                        <a:gd name="connsiteX2" fmla="*/ 538879 w 955549"/>
                        <a:gd name="connsiteY2" fmla="*/ 618782 h 618782"/>
                        <a:gd name="connsiteX3" fmla="*/ 44809 w 955549"/>
                        <a:gd name="connsiteY3" fmla="*/ 450488 h 618782"/>
                        <a:gd name="connsiteX4" fmla="*/ 261852 w 955549"/>
                        <a:gd name="connsiteY4" fmla="*/ 1703 h 618782"/>
                        <a:gd name="connsiteX5" fmla="*/ 513888 w 955549"/>
                        <a:gd name="connsiteY5" fmla="*/ 245577 h 618782"/>
                        <a:gd name="connsiteX6" fmla="*/ 805041 w 955549"/>
                        <a:gd name="connsiteY6" fmla="*/ 145056 h 618782"/>
                        <a:gd name="connsiteX7" fmla="*/ 954005 w 955549"/>
                        <a:gd name="connsiteY7" fmla="*/ 405609 h 618782"/>
                        <a:gd name="connsiteX0" fmla="*/ 205095 w 955549"/>
                        <a:gd name="connsiteY0" fmla="*/ 478537 h 618782"/>
                        <a:gd name="connsiteX1" fmla="*/ 446317 w 955549"/>
                        <a:gd name="connsiteY1" fmla="*/ 341097 h 618782"/>
                        <a:gd name="connsiteX2" fmla="*/ 538879 w 955549"/>
                        <a:gd name="connsiteY2" fmla="*/ 618782 h 618782"/>
                        <a:gd name="connsiteX3" fmla="*/ 44809 w 955549"/>
                        <a:gd name="connsiteY3" fmla="*/ 450488 h 618782"/>
                        <a:gd name="connsiteX4" fmla="*/ 261852 w 955549"/>
                        <a:gd name="connsiteY4" fmla="*/ 1703 h 618782"/>
                        <a:gd name="connsiteX5" fmla="*/ 513888 w 955549"/>
                        <a:gd name="connsiteY5" fmla="*/ 245577 h 618782"/>
                        <a:gd name="connsiteX6" fmla="*/ 805041 w 955549"/>
                        <a:gd name="connsiteY6" fmla="*/ 145056 h 618782"/>
                        <a:gd name="connsiteX7" fmla="*/ 954005 w 955549"/>
                        <a:gd name="connsiteY7" fmla="*/ 405609 h 618782"/>
                        <a:gd name="connsiteX0" fmla="*/ 205095 w 955549"/>
                        <a:gd name="connsiteY0" fmla="*/ 478537 h 607765"/>
                        <a:gd name="connsiteX1" fmla="*/ 446317 w 955549"/>
                        <a:gd name="connsiteY1" fmla="*/ 341097 h 607765"/>
                        <a:gd name="connsiteX2" fmla="*/ 527862 w 955549"/>
                        <a:gd name="connsiteY2" fmla="*/ 607765 h 607765"/>
                        <a:gd name="connsiteX3" fmla="*/ 44809 w 955549"/>
                        <a:gd name="connsiteY3" fmla="*/ 450488 h 607765"/>
                        <a:gd name="connsiteX4" fmla="*/ 261852 w 955549"/>
                        <a:gd name="connsiteY4" fmla="*/ 1703 h 607765"/>
                        <a:gd name="connsiteX5" fmla="*/ 513888 w 955549"/>
                        <a:gd name="connsiteY5" fmla="*/ 245577 h 607765"/>
                        <a:gd name="connsiteX6" fmla="*/ 805041 w 955549"/>
                        <a:gd name="connsiteY6" fmla="*/ 145056 h 607765"/>
                        <a:gd name="connsiteX7" fmla="*/ 954005 w 955549"/>
                        <a:gd name="connsiteY7" fmla="*/ 405609 h 607765"/>
                        <a:gd name="connsiteX0" fmla="*/ 205095 w 955549"/>
                        <a:gd name="connsiteY0" fmla="*/ 478537 h 664635"/>
                        <a:gd name="connsiteX1" fmla="*/ 446317 w 955549"/>
                        <a:gd name="connsiteY1" fmla="*/ 34109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478537 h 664635"/>
                        <a:gd name="connsiteX1" fmla="*/ 446317 w 955549"/>
                        <a:gd name="connsiteY1" fmla="*/ 34109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478537 h 664635"/>
                        <a:gd name="connsiteX1" fmla="*/ 402249 w 955549"/>
                        <a:gd name="connsiteY1" fmla="*/ 352114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478537 h 664635"/>
                        <a:gd name="connsiteX1" fmla="*/ 402249 w 955549"/>
                        <a:gd name="connsiteY1" fmla="*/ 352114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478537 h 664635"/>
                        <a:gd name="connsiteX1" fmla="*/ 402249 w 955549"/>
                        <a:gd name="connsiteY1" fmla="*/ 352114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511587 h 664635"/>
                        <a:gd name="connsiteX1" fmla="*/ 402249 w 955549"/>
                        <a:gd name="connsiteY1" fmla="*/ 352114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511587 h 664635"/>
                        <a:gd name="connsiteX1" fmla="*/ 402249 w 955549"/>
                        <a:gd name="connsiteY1" fmla="*/ 352114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511587 h 664635"/>
                        <a:gd name="connsiteX1" fmla="*/ 396740 w 955549"/>
                        <a:gd name="connsiteY1" fmla="*/ 32732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511587 h 664635"/>
                        <a:gd name="connsiteX1" fmla="*/ 396740 w 955549"/>
                        <a:gd name="connsiteY1" fmla="*/ 32732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21620 w 955549"/>
                        <a:gd name="connsiteY0" fmla="*/ 500570 h 664635"/>
                        <a:gd name="connsiteX1" fmla="*/ 396740 w 955549"/>
                        <a:gd name="connsiteY1" fmla="*/ 32732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21620 w 955549"/>
                        <a:gd name="connsiteY0" fmla="*/ 500570 h 664635"/>
                        <a:gd name="connsiteX1" fmla="*/ 396740 w 955549"/>
                        <a:gd name="connsiteY1" fmla="*/ 32732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21620 w 955549"/>
                        <a:gd name="connsiteY0" fmla="*/ 500570 h 664635"/>
                        <a:gd name="connsiteX1" fmla="*/ 396740 w 955549"/>
                        <a:gd name="connsiteY1" fmla="*/ 32732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21620 w 955549"/>
                        <a:gd name="connsiteY0" fmla="*/ 500570 h 666793"/>
                        <a:gd name="connsiteX1" fmla="*/ 396740 w 955549"/>
                        <a:gd name="connsiteY1" fmla="*/ 327327 h 666793"/>
                        <a:gd name="connsiteX2" fmla="*/ 478286 w 955549"/>
                        <a:gd name="connsiteY2" fmla="*/ 610520 h 666793"/>
                        <a:gd name="connsiteX3" fmla="*/ 44809 w 955549"/>
                        <a:gd name="connsiteY3" fmla="*/ 450488 h 666793"/>
                        <a:gd name="connsiteX4" fmla="*/ 261852 w 955549"/>
                        <a:gd name="connsiteY4" fmla="*/ 1703 h 666793"/>
                        <a:gd name="connsiteX5" fmla="*/ 513888 w 955549"/>
                        <a:gd name="connsiteY5" fmla="*/ 245577 h 666793"/>
                        <a:gd name="connsiteX6" fmla="*/ 805041 w 955549"/>
                        <a:gd name="connsiteY6" fmla="*/ 145056 h 666793"/>
                        <a:gd name="connsiteX7" fmla="*/ 954005 w 955549"/>
                        <a:gd name="connsiteY7" fmla="*/ 405609 h 666793"/>
                        <a:gd name="connsiteX0" fmla="*/ 221620 w 955549"/>
                        <a:gd name="connsiteY0" fmla="*/ 500570 h 666793"/>
                        <a:gd name="connsiteX1" fmla="*/ 396740 w 955549"/>
                        <a:gd name="connsiteY1" fmla="*/ 327327 h 666793"/>
                        <a:gd name="connsiteX2" fmla="*/ 478286 w 955549"/>
                        <a:gd name="connsiteY2" fmla="*/ 610520 h 666793"/>
                        <a:gd name="connsiteX3" fmla="*/ 44809 w 955549"/>
                        <a:gd name="connsiteY3" fmla="*/ 450488 h 666793"/>
                        <a:gd name="connsiteX4" fmla="*/ 261852 w 955549"/>
                        <a:gd name="connsiteY4" fmla="*/ 1703 h 666793"/>
                        <a:gd name="connsiteX5" fmla="*/ 513888 w 955549"/>
                        <a:gd name="connsiteY5" fmla="*/ 245577 h 666793"/>
                        <a:gd name="connsiteX6" fmla="*/ 805041 w 955549"/>
                        <a:gd name="connsiteY6" fmla="*/ 145056 h 666793"/>
                        <a:gd name="connsiteX7" fmla="*/ 954005 w 955549"/>
                        <a:gd name="connsiteY7" fmla="*/ 405609 h 666793"/>
                        <a:gd name="connsiteX0" fmla="*/ 228696 w 962625"/>
                        <a:gd name="connsiteY0" fmla="*/ 500570 h 673975"/>
                        <a:gd name="connsiteX1" fmla="*/ 403816 w 962625"/>
                        <a:gd name="connsiteY1" fmla="*/ 327327 h 673975"/>
                        <a:gd name="connsiteX2" fmla="*/ 485362 w 962625"/>
                        <a:gd name="connsiteY2" fmla="*/ 610520 h 673975"/>
                        <a:gd name="connsiteX3" fmla="*/ 43623 w 962625"/>
                        <a:gd name="connsiteY3" fmla="*/ 480784 h 673975"/>
                        <a:gd name="connsiteX4" fmla="*/ 268928 w 962625"/>
                        <a:gd name="connsiteY4" fmla="*/ 1703 h 673975"/>
                        <a:gd name="connsiteX5" fmla="*/ 520964 w 962625"/>
                        <a:gd name="connsiteY5" fmla="*/ 245577 h 673975"/>
                        <a:gd name="connsiteX6" fmla="*/ 812117 w 962625"/>
                        <a:gd name="connsiteY6" fmla="*/ 145056 h 673975"/>
                        <a:gd name="connsiteX7" fmla="*/ 961081 w 962625"/>
                        <a:gd name="connsiteY7" fmla="*/ 405609 h 673975"/>
                        <a:gd name="connsiteX0" fmla="*/ 238218 w 972147"/>
                        <a:gd name="connsiteY0" fmla="*/ 500570 h 681004"/>
                        <a:gd name="connsiteX1" fmla="*/ 413338 w 972147"/>
                        <a:gd name="connsiteY1" fmla="*/ 327327 h 681004"/>
                        <a:gd name="connsiteX2" fmla="*/ 494884 w 972147"/>
                        <a:gd name="connsiteY2" fmla="*/ 610520 h 681004"/>
                        <a:gd name="connsiteX3" fmla="*/ 42128 w 972147"/>
                        <a:gd name="connsiteY3" fmla="*/ 505572 h 681004"/>
                        <a:gd name="connsiteX4" fmla="*/ 278450 w 972147"/>
                        <a:gd name="connsiteY4" fmla="*/ 1703 h 681004"/>
                        <a:gd name="connsiteX5" fmla="*/ 530486 w 972147"/>
                        <a:gd name="connsiteY5" fmla="*/ 245577 h 681004"/>
                        <a:gd name="connsiteX6" fmla="*/ 821639 w 972147"/>
                        <a:gd name="connsiteY6" fmla="*/ 145056 h 681004"/>
                        <a:gd name="connsiteX7" fmla="*/ 970603 w 972147"/>
                        <a:gd name="connsiteY7" fmla="*/ 405609 h 681004"/>
                        <a:gd name="connsiteX0" fmla="*/ 238218 w 972147"/>
                        <a:gd name="connsiteY0" fmla="*/ 500570 h 684851"/>
                        <a:gd name="connsiteX1" fmla="*/ 413338 w 972147"/>
                        <a:gd name="connsiteY1" fmla="*/ 327327 h 684851"/>
                        <a:gd name="connsiteX2" fmla="*/ 483867 w 972147"/>
                        <a:gd name="connsiteY2" fmla="*/ 616028 h 684851"/>
                        <a:gd name="connsiteX3" fmla="*/ 42128 w 972147"/>
                        <a:gd name="connsiteY3" fmla="*/ 505572 h 684851"/>
                        <a:gd name="connsiteX4" fmla="*/ 278450 w 972147"/>
                        <a:gd name="connsiteY4" fmla="*/ 1703 h 684851"/>
                        <a:gd name="connsiteX5" fmla="*/ 530486 w 972147"/>
                        <a:gd name="connsiteY5" fmla="*/ 245577 h 684851"/>
                        <a:gd name="connsiteX6" fmla="*/ 821639 w 972147"/>
                        <a:gd name="connsiteY6" fmla="*/ 145056 h 684851"/>
                        <a:gd name="connsiteX7" fmla="*/ 970603 w 972147"/>
                        <a:gd name="connsiteY7" fmla="*/ 405609 h 684851"/>
                        <a:gd name="connsiteX0" fmla="*/ 238218 w 972147"/>
                        <a:gd name="connsiteY0" fmla="*/ 500570 h 678763"/>
                        <a:gd name="connsiteX1" fmla="*/ 413338 w 972147"/>
                        <a:gd name="connsiteY1" fmla="*/ 327327 h 678763"/>
                        <a:gd name="connsiteX2" fmla="*/ 483867 w 972147"/>
                        <a:gd name="connsiteY2" fmla="*/ 616028 h 678763"/>
                        <a:gd name="connsiteX3" fmla="*/ 42128 w 972147"/>
                        <a:gd name="connsiteY3" fmla="*/ 505572 h 678763"/>
                        <a:gd name="connsiteX4" fmla="*/ 278450 w 972147"/>
                        <a:gd name="connsiteY4" fmla="*/ 1703 h 678763"/>
                        <a:gd name="connsiteX5" fmla="*/ 530486 w 972147"/>
                        <a:gd name="connsiteY5" fmla="*/ 245577 h 678763"/>
                        <a:gd name="connsiteX6" fmla="*/ 821639 w 972147"/>
                        <a:gd name="connsiteY6" fmla="*/ 145056 h 678763"/>
                        <a:gd name="connsiteX7" fmla="*/ 970603 w 972147"/>
                        <a:gd name="connsiteY7" fmla="*/ 405609 h 678763"/>
                        <a:gd name="connsiteX0" fmla="*/ 238218 w 972147"/>
                        <a:gd name="connsiteY0" fmla="*/ 501130 h 679323"/>
                        <a:gd name="connsiteX1" fmla="*/ 413338 w 972147"/>
                        <a:gd name="connsiteY1" fmla="*/ 327887 h 679323"/>
                        <a:gd name="connsiteX2" fmla="*/ 483867 w 972147"/>
                        <a:gd name="connsiteY2" fmla="*/ 616588 h 679323"/>
                        <a:gd name="connsiteX3" fmla="*/ 42128 w 972147"/>
                        <a:gd name="connsiteY3" fmla="*/ 506132 h 679323"/>
                        <a:gd name="connsiteX4" fmla="*/ 278450 w 972147"/>
                        <a:gd name="connsiteY4" fmla="*/ 2263 h 679323"/>
                        <a:gd name="connsiteX5" fmla="*/ 535994 w 972147"/>
                        <a:gd name="connsiteY5" fmla="*/ 210332 h 679323"/>
                        <a:gd name="connsiteX6" fmla="*/ 821639 w 972147"/>
                        <a:gd name="connsiteY6" fmla="*/ 145616 h 679323"/>
                        <a:gd name="connsiteX7" fmla="*/ 970603 w 972147"/>
                        <a:gd name="connsiteY7" fmla="*/ 406169 h 679323"/>
                        <a:gd name="connsiteX0" fmla="*/ 238218 w 972147"/>
                        <a:gd name="connsiteY0" fmla="*/ 501130 h 679323"/>
                        <a:gd name="connsiteX1" fmla="*/ 413338 w 972147"/>
                        <a:gd name="connsiteY1" fmla="*/ 327887 h 679323"/>
                        <a:gd name="connsiteX2" fmla="*/ 483867 w 972147"/>
                        <a:gd name="connsiteY2" fmla="*/ 616588 h 679323"/>
                        <a:gd name="connsiteX3" fmla="*/ 42128 w 972147"/>
                        <a:gd name="connsiteY3" fmla="*/ 506132 h 679323"/>
                        <a:gd name="connsiteX4" fmla="*/ 278450 w 972147"/>
                        <a:gd name="connsiteY4" fmla="*/ 2263 h 679323"/>
                        <a:gd name="connsiteX5" fmla="*/ 535994 w 972147"/>
                        <a:gd name="connsiteY5" fmla="*/ 210332 h 679323"/>
                        <a:gd name="connsiteX6" fmla="*/ 821639 w 972147"/>
                        <a:gd name="connsiteY6" fmla="*/ 145616 h 679323"/>
                        <a:gd name="connsiteX7" fmla="*/ 970603 w 972147"/>
                        <a:gd name="connsiteY7" fmla="*/ 406169 h 679323"/>
                        <a:gd name="connsiteX0" fmla="*/ 238218 w 972147"/>
                        <a:gd name="connsiteY0" fmla="*/ 501584 h 679777"/>
                        <a:gd name="connsiteX1" fmla="*/ 413338 w 972147"/>
                        <a:gd name="connsiteY1" fmla="*/ 328341 h 679777"/>
                        <a:gd name="connsiteX2" fmla="*/ 483867 w 972147"/>
                        <a:gd name="connsiteY2" fmla="*/ 617042 h 679777"/>
                        <a:gd name="connsiteX3" fmla="*/ 42128 w 972147"/>
                        <a:gd name="connsiteY3" fmla="*/ 506586 h 679777"/>
                        <a:gd name="connsiteX4" fmla="*/ 278450 w 972147"/>
                        <a:gd name="connsiteY4" fmla="*/ 2717 h 679777"/>
                        <a:gd name="connsiteX5" fmla="*/ 535994 w 972147"/>
                        <a:gd name="connsiteY5" fmla="*/ 210786 h 679777"/>
                        <a:gd name="connsiteX6" fmla="*/ 821639 w 972147"/>
                        <a:gd name="connsiteY6" fmla="*/ 146070 h 679777"/>
                        <a:gd name="connsiteX7" fmla="*/ 970603 w 972147"/>
                        <a:gd name="connsiteY7" fmla="*/ 406623 h 679777"/>
                        <a:gd name="connsiteX0" fmla="*/ 238218 w 972147"/>
                        <a:gd name="connsiteY0" fmla="*/ 501584 h 679777"/>
                        <a:gd name="connsiteX1" fmla="*/ 413338 w 972147"/>
                        <a:gd name="connsiteY1" fmla="*/ 328341 h 679777"/>
                        <a:gd name="connsiteX2" fmla="*/ 483867 w 972147"/>
                        <a:gd name="connsiteY2" fmla="*/ 617042 h 679777"/>
                        <a:gd name="connsiteX3" fmla="*/ 42128 w 972147"/>
                        <a:gd name="connsiteY3" fmla="*/ 506586 h 679777"/>
                        <a:gd name="connsiteX4" fmla="*/ 278450 w 972147"/>
                        <a:gd name="connsiteY4" fmla="*/ 2717 h 679777"/>
                        <a:gd name="connsiteX5" fmla="*/ 535994 w 972147"/>
                        <a:gd name="connsiteY5" fmla="*/ 210786 h 679777"/>
                        <a:gd name="connsiteX6" fmla="*/ 821639 w 972147"/>
                        <a:gd name="connsiteY6" fmla="*/ 146070 h 679777"/>
                        <a:gd name="connsiteX7" fmla="*/ 970603 w 972147"/>
                        <a:gd name="connsiteY7" fmla="*/ 406623 h 679777"/>
                        <a:gd name="connsiteX0" fmla="*/ 238218 w 972147"/>
                        <a:gd name="connsiteY0" fmla="*/ 501584 h 679777"/>
                        <a:gd name="connsiteX1" fmla="*/ 413338 w 972147"/>
                        <a:gd name="connsiteY1" fmla="*/ 328341 h 679777"/>
                        <a:gd name="connsiteX2" fmla="*/ 483867 w 972147"/>
                        <a:gd name="connsiteY2" fmla="*/ 617042 h 679777"/>
                        <a:gd name="connsiteX3" fmla="*/ 42128 w 972147"/>
                        <a:gd name="connsiteY3" fmla="*/ 506586 h 679777"/>
                        <a:gd name="connsiteX4" fmla="*/ 278450 w 972147"/>
                        <a:gd name="connsiteY4" fmla="*/ 2717 h 679777"/>
                        <a:gd name="connsiteX5" fmla="*/ 535994 w 972147"/>
                        <a:gd name="connsiteY5" fmla="*/ 210786 h 679777"/>
                        <a:gd name="connsiteX6" fmla="*/ 821639 w 972147"/>
                        <a:gd name="connsiteY6" fmla="*/ 146070 h 679777"/>
                        <a:gd name="connsiteX7" fmla="*/ 970603 w 972147"/>
                        <a:gd name="connsiteY7" fmla="*/ 406623 h 679777"/>
                        <a:gd name="connsiteX0" fmla="*/ 238218 w 972147"/>
                        <a:gd name="connsiteY0" fmla="*/ 502590 h 680783"/>
                        <a:gd name="connsiteX1" fmla="*/ 413338 w 972147"/>
                        <a:gd name="connsiteY1" fmla="*/ 329347 h 680783"/>
                        <a:gd name="connsiteX2" fmla="*/ 483867 w 972147"/>
                        <a:gd name="connsiteY2" fmla="*/ 618048 h 680783"/>
                        <a:gd name="connsiteX3" fmla="*/ 42128 w 972147"/>
                        <a:gd name="connsiteY3" fmla="*/ 507592 h 680783"/>
                        <a:gd name="connsiteX4" fmla="*/ 278450 w 972147"/>
                        <a:gd name="connsiteY4" fmla="*/ 3723 h 680783"/>
                        <a:gd name="connsiteX5" fmla="*/ 535994 w 972147"/>
                        <a:gd name="connsiteY5" fmla="*/ 211792 h 680783"/>
                        <a:gd name="connsiteX6" fmla="*/ 821639 w 972147"/>
                        <a:gd name="connsiteY6" fmla="*/ 147076 h 680783"/>
                        <a:gd name="connsiteX7" fmla="*/ 970603 w 972147"/>
                        <a:gd name="connsiteY7" fmla="*/ 407629 h 680783"/>
                        <a:gd name="connsiteX0" fmla="*/ 238218 w 972381"/>
                        <a:gd name="connsiteY0" fmla="*/ 502590 h 680783"/>
                        <a:gd name="connsiteX1" fmla="*/ 413338 w 972381"/>
                        <a:gd name="connsiteY1" fmla="*/ 329347 h 680783"/>
                        <a:gd name="connsiteX2" fmla="*/ 483867 w 972381"/>
                        <a:gd name="connsiteY2" fmla="*/ 618048 h 680783"/>
                        <a:gd name="connsiteX3" fmla="*/ 42128 w 972381"/>
                        <a:gd name="connsiteY3" fmla="*/ 507592 h 680783"/>
                        <a:gd name="connsiteX4" fmla="*/ 278450 w 972381"/>
                        <a:gd name="connsiteY4" fmla="*/ 3723 h 680783"/>
                        <a:gd name="connsiteX5" fmla="*/ 535994 w 972381"/>
                        <a:gd name="connsiteY5" fmla="*/ 211792 h 680783"/>
                        <a:gd name="connsiteX6" fmla="*/ 829902 w 972381"/>
                        <a:gd name="connsiteY6" fmla="*/ 119534 h 680783"/>
                        <a:gd name="connsiteX7" fmla="*/ 970603 w 972381"/>
                        <a:gd name="connsiteY7" fmla="*/ 407629 h 680783"/>
                        <a:gd name="connsiteX0" fmla="*/ 238218 w 972381"/>
                        <a:gd name="connsiteY0" fmla="*/ 502590 h 680783"/>
                        <a:gd name="connsiteX1" fmla="*/ 413338 w 972381"/>
                        <a:gd name="connsiteY1" fmla="*/ 329347 h 680783"/>
                        <a:gd name="connsiteX2" fmla="*/ 483867 w 972381"/>
                        <a:gd name="connsiteY2" fmla="*/ 618048 h 680783"/>
                        <a:gd name="connsiteX3" fmla="*/ 42128 w 972381"/>
                        <a:gd name="connsiteY3" fmla="*/ 507592 h 680783"/>
                        <a:gd name="connsiteX4" fmla="*/ 278450 w 972381"/>
                        <a:gd name="connsiteY4" fmla="*/ 3723 h 680783"/>
                        <a:gd name="connsiteX5" fmla="*/ 535994 w 972381"/>
                        <a:gd name="connsiteY5" fmla="*/ 211792 h 680783"/>
                        <a:gd name="connsiteX6" fmla="*/ 829902 w 972381"/>
                        <a:gd name="connsiteY6" fmla="*/ 119534 h 680783"/>
                        <a:gd name="connsiteX7" fmla="*/ 970603 w 972381"/>
                        <a:gd name="connsiteY7" fmla="*/ 407629 h 680783"/>
                        <a:gd name="connsiteX0" fmla="*/ 238218 w 973905"/>
                        <a:gd name="connsiteY0" fmla="*/ 502590 h 680783"/>
                        <a:gd name="connsiteX1" fmla="*/ 413338 w 973905"/>
                        <a:gd name="connsiteY1" fmla="*/ 329347 h 680783"/>
                        <a:gd name="connsiteX2" fmla="*/ 483867 w 973905"/>
                        <a:gd name="connsiteY2" fmla="*/ 618048 h 680783"/>
                        <a:gd name="connsiteX3" fmla="*/ 42128 w 973905"/>
                        <a:gd name="connsiteY3" fmla="*/ 507592 h 680783"/>
                        <a:gd name="connsiteX4" fmla="*/ 278450 w 973905"/>
                        <a:gd name="connsiteY4" fmla="*/ 3723 h 680783"/>
                        <a:gd name="connsiteX5" fmla="*/ 535994 w 973905"/>
                        <a:gd name="connsiteY5" fmla="*/ 211792 h 680783"/>
                        <a:gd name="connsiteX6" fmla="*/ 857444 w 973905"/>
                        <a:gd name="connsiteY6" fmla="*/ 144322 h 680783"/>
                        <a:gd name="connsiteX7" fmla="*/ 970603 w 973905"/>
                        <a:gd name="connsiteY7" fmla="*/ 407629 h 680783"/>
                        <a:gd name="connsiteX0" fmla="*/ 238218 w 973905"/>
                        <a:gd name="connsiteY0" fmla="*/ 502590 h 680783"/>
                        <a:gd name="connsiteX1" fmla="*/ 413338 w 973905"/>
                        <a:gd name="connsiteY1" fmla="*/ 329347 h 680783"/>
                        <a:gd name="connsiteX2" fmla="*/ 483867 w 973905"/>
                        <a:gd name="connsiteY2" fmla="*/ 618048 h 680783"/>
                        <a:gd name="connsiteX3" fmla="*/ 42128 w 973905"/>
                        <a:gd name="connsiteY3" fmla="*/ 507592 h 680783"/>
                        <a:gd name="connsiteX4" fmla="*/ 278450 w 973905"/>
                        <a:gd name="connsiteY4" fmla="*/ 3723 h 680783"/>
                        <a:gd name="connsiteX5" fmla="*/ 535994 w 973905"/>
                        <a:gd name="connsiteY5" fmla="*/ 211792 h 680783"/>
                        <a:gd name="connsiteX6" fmla="*/ 857444 w 973905"/>
                        <a:gd name="connsiteY6" fmla="*/ 144322 h 680783"/>
                        <a:gd name="connsiteX7" fmla="*/ 970603 w 973905"/>
                        <a:gd name="connsiteY7" fmla="*/ 407629 h 680783"/>
                        <a:gd name="connsiteX0" fmla="*/ 238218 w 975028"/>
                        <a:gd name="connsiteY0" fmla="*/ 502590 h 680783"/>
                        <a:gd name="connsiteX1" fmla="*/ 413338 w 975028"/>
                        <a:gd name="connsiteY1" fmla="*/ 329347 h 680783"/>
                        <a:gd name="connsiteX2" fmla="*/ 483867 w 975028"/>
                        <a:gd name="connsiteY2" fmla="*/ 618048 h 680783"/>
                        <a:gd name="connsiteX3" fmla="*/ 42128 w 975028"/>
                        <a:gd name="connsiteY3" fmla="*/ 507592 h 680783"/>
                        <a:gd name="connsiteX4" fmla="*/ 278450 w 975028"/>
                        <a:gd name="connsiteY4" fmla="*/ 3723 h 680783"/>
                        <a:gd name="connsiteX5" fmla="*/ 535994 w 975028"/>
                        <a:gd name="connsiteY5" fmla="*/ 211792 h 680783"/>
                        <a:gd name="connsiteX6" fmla="*/ 857444 w 975028"/>
                        <a:gd name="connsiteY6" fmla="*/ 144322 h 680783"/>
                        <a:gd name="connsiteX7" fmla="*/ 970603 w 975028"/>
                        <a:gd name="connsiteY7" fmla="*/ 407629 h 680783"/>
                        <a:gd name="connsiteX0" fmla="*/ 238218 w 975028"/>
                        <a:gd name="connsiteY0" fmla="*/ 502590 h 680783"/>
                        <a:gd name="connsiteX1" fmla="*/ 413338 w 975028"/>
                        <a:gd name="connsiteY1" fmla="*/ 329347 h 680783"/>
                        <a:gd name="connsiteX2" fmla="*/ 483867 w 975028"/>
                        <a:gd name="connsiteY2" fmla="*/ 618048 h 680783"/>
                        <a:gd name="connsiteX3" fmla="*/ 42128 w 975028"/>
                        <a:gd name="connsiteY3" fmla="*/ 507592 h 680783"/>
                        <a:gd name="connsiteX4" fmla="*/ 278450 w 975028"/>
                        <a:gd name="connsiteY4" fmla="*/ 3723 h 680783"/>
                        <a:gd name="connsiteX5" fmla="*/ 535994 w 975028"/>
                        <a:gd name="connsiteY5" fmla="*/ 211792 h 680783"/>
                        <a:gd name="connsiteX6" fmla="*/ 857444 w 975028"/>
                        <a:gd name="connsiteY6" fmla="*/ 144322 h 680783"/>
                        <a:gd name="connsiteX7" fmla="*/ 970603 w 975028"/>
                        <a:gd name="connsiteY7" fmla="*/ 407629 h 680783"/>
                        <a:gd name="connsiteX0" fmla="*/ 238218 w 975375"/>
                        <a:gd name="connsiteY0" fmla="*/ 502590 h 680783"/>
                        <a:gd name="connsiteX1" fmla="*/ 413338 w 975375"/>
                        <a:gd name="connsiteY1" fmla="*/ 329347 h 680783"/>
                        <a:gd name="connsiteX2" fmla="*/ 483867 w 975375"/>
                        <a:gd name="connsiteY2" fmla="*/ 618048 h 680783"/>
                        <a:gd name="connsiteX3" fmla="*/ 42128 w 975375"/>
                        <a:gd name="connsiteY3" fmla="*/ 507592 h 680783"/>
                        <a:gd name="connsiteX4" fmla="*/ 278450 w 975375"/>
                        <a:gd name="connsiteY4" fmla="*/ 3723 h 680783"/>
                        <a:gd name="connsiteX5" fmla="*/ 535994 w 975375"/>
                        <a:gd name="connsiteY5" fmla="*/ 211792 h 680783"/>
                        <a:gd name="connsiteX6" fmla="*/ 857444 w 975375"/>
                        <a:gd name="connsiteY6" fmla="*/ 144322 h 680783"/>
                        <a:gd name="connsiteX7" fmla="*/ 970603 w 975375"/>
                        <a:gd name="connsiteY7" fmla="*/ 407629 h 680783"/>
                        <a:gd name="connsiteX0" fmla="*/ 238218 w 975375"/>
                        <a:gd name="connsiteY0" fmla="*/ 502590 h 680783"/>
                        <a:gd name="connsiteX1" fmla="*/ 413338 w 975375"/>
                        <a:gd name="connsiteY1" fmla="*/ 329347 h 680783"/>
                        <a:gd name="connsiteX2" fmla="*/ 483867 w 975375"/>
                        <a:gd name="connsiteY2" fmla="*/ 618048 h 680783"/>
                        <a:gd name="connsiteX3" fmla="*/ 42128 w 975375"/>
                        <a:gd name="connsiteY3" fmla="*/ 507592 h 680783"/>
                        <a:gd name="connsiteX4" fmla="*/ 278450 w 975375"/>
                        <a:gd name="connsiteY4" fmla="*/ 3723 h 680783"/>
                        <a:gd name="connsiteX5" fmla="*/ 535994 w 975375"/>
                        <a:gd name="connsiteY5" fmla="*/ 211792 h 680783"/>
                        <a:gd name="connsiteX6" fmla="*/ 857444 w 975375"/>
                        <a:gd name="connsiteY6" fmla="*/ 144322 h 680783"/>
                        <a:gd name="connsiteX7" fmla="*/ 970603 w 975375"/>
                        <a:gd name="connsiteY7" fmla="*/ 407629 h 680783"/>
                        <a:gd name="connsiteX0" fmla="*/ 238218 w 973301"/>
                        <a:gd name="connsiteY0" fmla="*/ 502590 h 680783"/>
                        <a:gd name="connsiteX1" fmla="*/ 413338 w 973301"/>
                        <a:gd name="connsiteY1" fmla="*/ 329347 h 680783"/>
                        <a:gd name="connsiteX2" fmla="*/ 483867 w 973301"/>
                        <a:gd name="connsiteY2" fmla="*/ 618048 h 680783"/>
                        <a:gd name="connsiteX3" fmla="*/ 42128 w 973301"/>
                        <a:gd name="connsiteY3" fmla="*/ 507592 h 680783"/>
                        <a:gd name="connsiteX4" fmla="*/ 278450 w 973301"/>
                        <a:gd name="connsiteY4" fmla="*/ 3723 h 680783"/>
                        <a:gd name="connsiteX5" fmla="*/ 535994 w 973301"/>
                        <a:gd name="connsiteY5" fmla="*/ 211792 h 680783"/>
                        <a:gd name="connsiteX6" fmla="*/ 857444 w 973301"/>
                        <a:gd name="connsiteY6" fmla="*/ 144322 h 680783"/>
                        <a:gd name="connsiteX7" fmla="*/ 970603 w 973301"/>
                        <a:gd name="connsiteY7" fmla="*/ 407629 h 680783"/>
                        <a:gd name="connsiteX0" fmla="*/ 238218 w 973301"/>
                        <a:gd name="connsiteY0" fmla="*/ 502590 h 680783"/>
                        <a:gd name="connsiteX1" fmla="*/ 413338 w 973301"/>
                        <a:gd name="connsiteY1" fmla="*/ 329347 h 680783"/>
                        <a:gd name="connsiteX2" fmla="*/ 483867 w 973301"/>
                        <a:gd name="connsiteY2" fmla="*/ 618048 h 680783"/>
                        <a:gd name="connsiteX3" fmla="*/ 42128 w 973301"/>
                        <a:gd name="connsiteY3" fmla="*/ 507592 h 680783"/>
                        <a:gd name="connsiteX4" fmla="*/ 278450 w 973301"/>
                        <a:gd name="connsiteY4" fmla="*/ 3723 h 680783"/>
                        <a:gd name="connsiteX5" fmla="*/ 535994 w 973301"/>
                        <a:gd name="connsiteY5" fmla="*/ 211792 h 680783"/>
                        <a:gd name="connsiteX6" fmla="*/ 857444 w 973301"/>
                        <a:gd name="connsiteY6" fmla="*/ 144322 h 680783"/>
                        <a:gd name="connsiteX7" fmla="*/ 970603 w 973301"/>
                        <a:gd name="connsiteY7" fmla="*/ 407629 h 680783"/>
                        <a:gd name="connsiteX0" fmla="*/ 238218 w 973301"/>
                        <a:gd name="connsiteY0" fmla="*/ 502590 h 680783"/>
                        <a:gd name="connsiteX1" fmla="*/ 413338 w 973301"/>
                        <a:gd name="connsiteY1" fmla="*/ 329347 h 680783"/>
                        <a:gd name="connsiteX2" fmla="*/ 483867 w 973301"/>
                        <a:gd name="connsiteY2" fmla="*/ 618048 h 680783"/>
                        <a:gd name="connsiteX3" fmla="*/ 42128 w 973301"/>
                        <a:gd name="connsiteY3" fmla="*/ 507592 h 680783"/>
                        <a:gd name="connsiteX4" fmla="*/ 278450 w 973301"/>
                        <a:gd name="connsiteY4" fmla="*/ 3723 h 680783"/>
                        <a:gd name="connsiteX5" fmla="*/ 558028 w 973301"/>
                        <a:gd name="connsiteY5" fmla="*/ 211792 h 680783"/>
                        <a:gd name="connsiteX6" fmla="*/ 857444 w 973301"/>
                        <a:gd name="connsiteY6" fmla="*/ 144322 h 680783"/>
                        <a:gd name="connsiteX7" fmla="*/ 970603 w 973301"/>
                        <a:gd name="connsiteY7" fmla="*/ 407629 h 680783"/>
                        <a:gd name="connsiteX0" fmla="*/ 238218 w 973301"/>
                        <a:gd name="connsiteY0" fmla="*/ 503717 h 681910"/>
                        <a:gd name="connsiteX1" fmla="*/ 413338 w 973301"/>
                        <a:gd name="connsiteY1" fmla="*/ 330474 h 681910"/>
                        <a:gd name="connsiteX2" fmla="*/ 483867 w 973301"/>
                        <a:gd name="connsiteY2" fmla="*/ 619175 h 681910"/>
                        <a:gd name="connsiteX3" fmla="*/ 42128 w 973301"/>
                        <a:gd name="connsiteY3" fmla="*/ 508719 h 681910"/>
                        <a:gd name="connsiteX4" fmla="*/ 278450 w 973301"/>
                        <a:gd name="connsiteY4" fmla="*/ 4850 h 681910"/>
                        <a:gd name="connsiteX5" fmla="*/ 558028 w 973301"/>
                        <a:gd name="connsiteY5" fmla="*/ 212919 h 681910"/>
                        <a:gd name="connsiteX6" fmla="*/ 857444 w 973301"/>
                        <a:gd name="connsiteY6" fmla="*/ 145449 h 681910"/>
                        <a:gd name="connsiteX7" fmla="*/ 970603 w 973301"/>
                        <a:gd name="connsiteY7" fmla="*/ 408756 h 681910"/>
                        <a:gd name="connsiteX0" fmla="*/ 238218 w 973301"/>
                        <a:gd name="connsiteY0" fmla="*/ 503717 h 681910"/>
                        <a:gd name="connsiteX1" fmla="*/ 413338 w 973301"/>
                        <a:gd name="connsiteY1" fmla="*/ 330474 h 681910"/>
                        <a:gd name="connsiteX2" fmla="*/ 483867 w 973301"/>
                        <a:gd name="connsiteY2" fmla="*/ 619175 h 681910"/>
                        <a:gd name="connsiteX3" fmla="*/ 42128 w 973301"/>
                        <a:gd name="connsiteY3" fmla="*/ 508719 h 681910"/>
                        <a:gd name="connsiteX4" fmla="*/ 278450 w 973301"/>
                        <a:gd name="connsiteY4" fmla="*/ 4850 h 681910"/>
                        <a:gd name="connsiteX5" fmla="*/ 558028 w 973301"/>
                        <a:gd name="connsiteY5" fmla="*/ 212919 h 681910"/>
                        <a:gd name="connsiteX6" fmla="*/ 857444 w 973301"/>
                        <a:gd name="connsiteY6" fmla="*/ 145449 h 681910"/>
                        <a:gd name="connsiteX7" fmla="*/ 970603 w 973301"/>
                        <a:gd name="connsiteY7" fmla="*/ 408756 h 681910"/>
                        <a:gd name="connsiteX0" fmla="*/ 238218 w 973301"/>
                        <a:gd name="connsiteY0" fmla="*/ 506290 h 684483"/>
                        <a:gd name="connsiteX1" fmla="*/ 413338 w 973301"/>
                        <a:gd name="connsiteY1" fmla="*/ 333047 h 684483"/>
                        <a:gd name="connsiteX2" fmla="*/ 483867 w 973301"/>
                        <a:gd name="connsiteY2" fmla="*/ 621748 h 684483"/>
                        <a:gd name="connsiteX3" fmla="*/ 42128 w 973301"/>
                        <a:gd name="connsiteY3" fmla="*/ 511292 h 684483"/>
                        <a:gd name="connsiteX4" fmla="*/ 278450 w 973301"/>
                        <a:gd name="connsiteY4" fmla="*/ 7423 h 684483"/>
                        <a:gd name="connsiteX5" fmla="*/ 549765 w 973301"/>
                        <a:gd name="connsiteY5" fmla="*/ 190704 h 684483"/>
                        <a:gd name="connsiteX6" fmla="*/ 857444 w 973301"/>
                        <a:gd name="connsiteY6" fmla="*/ 148022 h 684483"/>
                        <a:gd name="connsiteX7" fmla="*/ 970603 w 973301"/>
                        <a:gd name="connsiteY7" fmla="*/ 411329 h 684483"/>
                        <a:gd name="connsiteX0" fmla="*/ 238218 w 973301"/>
                        <a:gd name="connsiteY0" fmla="*/ 503104 h 681297"/>
                        <a:gd name="connsiteX1" fmla="*/ 413338 w 973301"/>
                        <a:gd name="connsiteY1" fmla="*/ 329861 h 681297"/>
                        <a:gd name="connsiteX2" fmla="*/ 483867 w 973301"/>
                        <a:gd name="connsiteY2" fmla="*/ 618562 h 681297"/>
                        <a:gd name="connsiteX3" fmla="*/ 42128 w 973301"/>
                        <a:gd name="connsiteY3" fmla="*/ 508106 h 681297"/>
                        <a:gd name="connsiteX4" fmla="*/ 278450 w 973301"/>
                        <a:gd name="connsiteY4" fmla="*/ 4237 h 681297"/>
                        <a:gd name="connsiteX5" fmla="*/ 549765 w 973301"/>
                        <a:gd name="connsiteY5" fmla="*/ 187518 h 681297"/>
                        <a:gd name="connsiteX6" fmla="*/ 857444 w 973301"/>
                        <a:gd name="connsiteY6" fmla="*/ 144836 h 681297"/>
                        <a:gd name="connsiteX7" fmla="*/ 970603 w 973301"/>
                        <a:gd name="connsiteY7" fmla="*/ 408143 h 681297"/>
                        <a:gd name="connsiteX0" fmla="*/ 238218 w 973301"/>
                        <a:gd name="connsiteY0" fmla="*/ 503104 h 681297"/>
                        <a:gd name="connsiteX1" fmla="*/ 413338 w 973301"/>
                        <a:gd name="connsiteY1" fmla="*/ 329861 h 681297"/>
                        <a:gd name="connsiteX2" fmla="*/ 483867 w 973301"/>
                        <a:gd name="connsiteY2" fmla="*/ 618562 h 681297"/>
                        <a:gd name="connsiteX3" fmla="*/ 42128 w 973301"/>
                        <a:gd name="connsiteY3" fmla="*/ 508106 h 681297"/>
                        <a:gd name="connsiteX4" fmla="*/ 278450 w 973301"/>
                        <a:gd name="connsiteY4" fmla="*/ 4237 h 681297"/>
                        <a:gd name="connsiteX5" fmla="*/ 549765 w 973301"/>
                        <a:gd name="connsiteY5" fmla="*/ 187518 h 681297"/>
                        <a:gd name="connsiteX6" fmla="*/ 857444 w 973301"/>
                        <a:gd name="connsiteY6" fmla="*/ 144836 h 681297"/>
                        <a:gd name="connsiteX7" fmla="*/ 970603 w 973301"/>
                        <a:gd name="connsiteY7" fmla="*/ 408143 h 681297"/>
                        <a:gd name="connsiteX0" fmla="*/ 238218 w 973301"/>
                        <a:gd name="connsiteY0" fmla="*/ 503104 h 681297"/>
                        <a:gd name="connsiteX1" fmla="*/ 413338 w 973301"/>
                        <a:gd name="connsiteY1" fmla="*/ 329861 h 681297"/>
                        <a:gd name="connsiteX2" fmla="*/ 483867 w 973301"/>
                        <a:gd name="connsiteY2" fmla="*/ 618562 h 681297"/>
                        <a:gd name="connsiteX3" fmla="*/ 42128 w 973301"/>
                        <a:gd name="connsiteY3" fmla="*/ 508106 h 681297"/>
                        <a:gd name="connsiteX4" fmla="*/ 278450 w 973301"/>
                        <a:gd name="connsiteY4" fmla="*/ 4237 h 681297"/>
                        <a:gd name="connsiteX5" fmla="*/ 549765 w 973301"/>
                        <a:gd name="connsiteY5" fmla="*/ 187518 h 681297"/>
                        <a:gd name="connsiteX6" fmla="*/ 857444 w 973301"/>
                        <a:gd name="connsiteY6" fmla="*/ 144836 h 681297"/>
                        <a:gd name="connsiteX7" fmla="*/ 970603 w 973301"/>
                        <a:gd name="connsiteY7" fmla="*/ 408143 h 681297"/>
                        <a:gd name="connsiteX0" fmla="*/ 238218 w 973301"/>
                        <a:gd name="connsiteY0" fmla="*/ 501535 h 679728"/>
                        <a:gd name="connsiteX1" fmla="*/ 413338 w 973301"/>
                        <a:gd name="connsiteY1" fmla="*/ 328292 h 679728"/>
                        <a:gd name="connsiteX2" fmla="*/ 483867 w 973301"/>
                        <a:gd name="connsiteY2" fmla="*/ 616993 h 679728"/>
                        <a:gd name="connsiteX3" fmla="*/ 42128 w 973301"/>
                        <a:gd name="connsiteY3" fmla="*/ 506537 h 679728"/>
                        <a:gd name="connsiteX4" fmla="*/ 278450 w 973301"/>
                        <a:gd name="connsiteY4" fmla="*/ 2668 h 679728"/>
                        <a:gd name="connsiteX5" fmla="*/ 549765 w 973301"/>
                        <a:gd name="connsiteY5" fmla="*/ 185949 h 679728"/>
                        <a:gd name="connsiteX6" fmla="*/ 857444 w 973301"/>
                        <a:gd name="connsiteY6" fmla="*/ 143267 h 679728"/>
                        <a:gd name="connsiteX7" fmla="*/ 970603 w 973301"/>
                        <a:gd name="connsiteY7" fmla="*/ 406574 h 679728"/>
                        <a:gd name="connsiteX0" fmla="*/ 239713 w 974796"/>
                        <a:gd name="connsiteY0" fmla="*/ 509581 h 687774"/>
                        <a:gd name="connsiteX1" fmla="*/ 414833 w 974796"/>
                        <a:gd name="connsiteY1" fmla="*/ 336338 h 687774"/>
                        <a:gd name="connsiteX2" fmla="*/ 485362 w 974796"/>
                        <a:gd name="connsiteY2" fmla="*/ 625039 h 687774"/>
                        <a:gd name="connsiteX3" fmla="*/ 43623 w 974796"/>
                        <a:gd name="connsiteY3" fmla="*/ 514583 h 687774"/>
                        <a:gd name="connsiteX4" fmla="*/ 268928 w 974796"/>
                        <a:gd name="connsiteY4" fmla="*/ 2452 h 687774"/>
                        <a:gd name="connsiteX5" fmla="*/ 551260 w 974796"/>
                        <a:gd name="connsiteY5" fmla="*/ 193995 h 687774"/>
                        <a:gd name="connsiteX6" fmla="*/ 858939 w 974796"/>
                        <a:gd name="connsiteY6" fmla="*/ 151313 h 687774"/>
                        <a:gd name="connsiteX7" fmla="*/ 972098 w 974796"/>
                        <a:gd name="connsiteY7" fmla="*/ 414620 h 687774"/>
                        <a:gd name="connsiteX0" fmla="*/ 239713 w 974796"/>
                        <a:gd name="connsiteY0" fmla="*/ 508440 h 686633"/>
                        <a:gd name="connsiteX1" fmla="*/ 414833 w 974796"/>
                        <a:gd name="connsiteY1" fmla="*/ 335197 h 686633"/>
                        <a:gd name="connsiteX2" fmla="*/ 485362 w 974796"/>
                        <a:gd name="connsiteY2" fmla="*/ 623898 h 686633"/>
                        <a:gd name="connsiteX3" fmla="*/ 43623 w 974796"/>
                        <a:gd name="connsiteY3" fmla="*/ 513442 h 686633"/>
                        <a:gd name="connsiteX4" fmla="*/ 268928 w 974796"/>
                        <a:gd name="connsiteY4" fmla="*/ 1311 h 686633"/>
                        <a:gd name="connsiteX5" fmla="*/ 551260 w 974796"/>
                        <a:gd name="connsiteY5" fmla="*/ 192854 h 686633"/>
                        <a:gd name="connsiteX6" fmla="*/ 858939 w 974796"/>
                        <a:gd name="connsiteY6" fmla="*/ 150172 h 686633"/>
                        <a:gd name="connsiteX7" fmla="*/ 972098 w 974796"/>
                        <a:gd name="connsiteY7" fmla="*/ 413479 h 6866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974796" h="686633">
                          <a:moveTo>
                            <a:pt x="239713" y="508440"/>
                          </a:moveTo>
                          <a:cubicBezTo>
                            <a:pt x="220051" y="400199"/>
                            <a:pt x="313311" y="308483"/>
                            <a:pt x="414833" y="335197"/>
                          </a:cubicBezTo>
                          <a:cubicBezTo>
                            <a:pt x="568709" y="355231"/>
                            <a:pt x="571103" y="526747"/>
                            <a:pt x="485362" y="623898"/>
                          </a:cubicBezTo>
                          <a:cubicBezTo>
                            <a:pt x="359231" y="741315"/>
                            <a:pt x="103653" y="687971"/>
                            <a:pt x="43623" y="513442"/>
                          </a:cubicBezTo>
                          <a:cubicBezTo>
                            <a:pt x="-86006" y="165544"/>
                            <a:pt x="98347" y="15949"/>
                            <a:pt x="268928" y="1311"/>
                          </a:cubicBezTo>
                          <a:cubicBezTo>
                            <a:pt x="423631" y="-11041"/>
                            <a:pt x="534267" y="64743"/>
                            <a:pt x="551260" y="192854"/>
                          </a:cubicBezTo>
                          <a:cubicBezTo>
                            <a:pt x="632704" y="84983"/>
                            <a:pt x="783005" y="98296"/>
                            <a:pt x="858939" y="150172"/>
                          </a:cubicBezTo>
                          <a:cubicBezTo>
                            <a:pt x="963678" y="201219"/>
                            <a:pt x="983037" y="310103"/>
                            <a:pt x="972098" y="413479"/>
                          </a:cubicBezTo>
                        </a:path>
                      </a:pathLst>
                    </a:custGeom>
                    <a:noFill/>
                    <a:ln w="317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1"/>
                    </a:p>
                  </p:txBody>
                </p:sp>
                <p:sp>
                  <p:nvSpPr>
                    <p:cNvPr id="21" name="자유형: 도형 44">
                      <a:extLst>
                        <a:ext uri="{FF2B5EF4-FFF2-40B4-BE49-F238E27FC236}">
                          <a16:creationId xmlns:a16="http://schemas.microsoft.com/office/drawing/2014/main" id="{36E227EC-7F60-4E44-9339-781F82B6D8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46452" y="3560646"/>
                      <a:ext cx="483425" cy="785841"/>
                    </a:xfrm>
                    <a:custGeom>
                      <a:avLst/>
                      <a:gdLst>
                        <a:gd name="connsiteX0" fmla="*/ 0 w 647934"/>
                        <a:gd name="connsiteY0" fmla="*/ 277685 h 1051840"/>
                        <a:gd name="connsiteX1" fmla="*/ 330979 w 647934"/>
                        <a:gd name="connsiteY1" fmla="*/ 0 h 1051840"/>
                        <a:gd name="connsiteX2" fmla="*/ 560982 w 647934"/>
                        <a:gd name="connsiteY2" fmla="*/ 171099 h 1051840"/>
                        <a:gd name="connsiteX3" fmla="*/ 468420 w 647934"/>
                        <a:gd name="connsiteY3" fmla="*/ 493663 h 1051840"/>
                        <a:gd name="connsiteX4" fmla="*/ 647934 w 647934"/>
                        <a:gd name="connsiteY4" fmla="*/ 793789 h 1051840"/>
                        <a:gd name="connsiteX5" fmla="*/ 468420 w 647934"/>
                        <a:gd name="connsiteY5" fmla="*/ 1051840 h 1051840"/>
                        <a:gd name="connsiteX0" fmla="*/ 0 w 647934"/>
                        <a:gd name="connsiteY0" fmla="*/ 277685 h 1051840"/>
                        <a:gd name="connsiteX1" fmla="*/ 330979 w 647934"/>
                        <a:gd name="connsiteY1" fmla="*/ 0 h 1051840"/>
                        <a:gd name="connsiteX2" fmla="*/ 560982 w 647934"/>
                        <a:gd name="connsiteY2" fmla="*/ 171099 h 1051840"/>
                        <a:gd name="connsiteX3" fmla="*/ 468420 w 647934"/>
                        <a:gd name="connsiteY3" fmla="*/ 493663 h 1051840"/>
                        <a:gd name="connsiteX4" fmla="*/ 647934 w 647934"/>
                        <a:gd name="connsiteY4" fmla="*/ 793789 h 1051840"/>
                        <a:gd name="connsiteX5" fmla="*/ 468420 w 647934"/>
                        <a:gd name="connsiteY5" fmla="*/ 1051840 h 1051840"/>
                        <a:gd name="connsiteX0" fmla="*/ 0 w 647937"/>
                        <a:gd name="connsiteY0" fmla="*/ 277685 h 1051840"/>
                        <a:gd name="connsiteX1" fmla="*/ 330979 w 647937"/>
                        <a:gd name="connsiteY1" fmla="*/ 0 h 1051840"/>
                        <a:gd name="connsiteX2" fmla="*/ 560982 w 647937"/>
                        <a:gd name="connsiteY2" fmla="*/ 171099 h 1051840"/>
                        <a:gd name="connsiteX3" fmla="*/ 468420 w 647937"/>
                        <a:gd name="connsiteY3" fmla="*/ 493663 h 1051840"/>
                        <a:gd name="connsiteX4" fmla="*/ 647934 w 647937"/>
                        <a:gd name="connsiteY4" fmla="*/ 793789 h 1051840"/>
                        <a:gd name="connsiteX5" fmla="*/ 468420 w 647937"/>
                        <a:gd name="connsiteY5" fmla="*/ 1051840 h 1051840"/>
                        <a:gd name="connsiteX0" fmla="*/ 0 w 647937"/>
                        <a:gd name="connsiteY0" fmla="*/ 277685 h 1051840"/>
                        <a:gd name="connsiteX1" fmla="*/ 330979 w 647937"/>
                        <a:gd name="connsiteY1" fmla="*/ 0 h 1051840"/>
                        <a:gd name="connsiteX2" fmla="*/ 560982 w 647937"/>
                        <a:gd name="connsiteY2" fmla="*/ 171099 h 1051840"/>
                        <a:gd name="connsiteX3" fmla="*/ 468420 w 647937"/>
                        <a:gd name="connsiteY3" fmla="*/ 493663 h 1051840"/>
                        <a:gd name="connsiteX4" fmla="*/ 647934 w 647937"/>
                        <a:gd name="connsiteY4" fmla="*/ 793789 h 1051840"/>
                        <a:gd name="connsiteX5" fmla="*/ 468420 w 647937"/>
                        <a:gd name="connsiteY5" fmla="*/ 1051840 h 1051840"/>
                        <a:gd name="connsiteX0" fmla="*/ 0 w 647937"/>
                        <a:gd name="connsiteY0" fmla="*/ 277685 h 1035314"/>
                        <a:gd name="connsiteX1" fmla="*/ 330979 w 647937"/>
                        <a:gd name="connsiteY1" fmla="*/ 0 h 1035314"/>
                        <a:gd name="connsiteX2" fmla="*/ 560982 w 647937"/>
                        <a:gd name="connsiteY2" fmla="*/ 171099 h 1035314"/>
                        <a:gd name="connsiteX3" fmla="*/ 468420 w 647937"/>
                        <a:gd name="connsiteY3" fmla="*/ 493663 h 1035314"/>
                        <a:gd name="connsiteX4" fmla="*/ 647934 w 647937"/>
                        <a:gd name="connsiteY4" fmla="*/ 793789 h 1035314"/>
                        <a:gd name="connsiteX5" fmla="*/ 465665 w 647937"/>
                        <a:gd name="connsiteY5" fmla="*/ 1035314 h 1035314"/>
                        <a:gd name="connsiteX0" fmla="*/ 0 w 642428"/>
                        <a:gd name="connsiteY0" fmla="*/ 277685 h 1035314"/>
                        <a:gd name="connsiteX1" fmla="*/ 330979 w 642428"/>
                        <a:gd name="connsiteY1" fmla="*/ 0 h 1035314"/>
                        <a:gd name="connsiteX2" fmla="*/ 560982 w 642428"/>
                        <a:gd name="connsiteY2" fmla="*/ 171099 h 1035314"/>
                        <a:gd name="connsiteX3" fmla="*/ 468420 w 642428"/>
                        <a:gd name="connsiteY3" fmla="*/ 493663 h 1035314"/>
                        <a:gd name="connsiteX4" fmla="*/ 642425 w 642428"/>
                        <a:gd name="connsiteY4" fmla="*/ 769001 h 1035314"/>
                        <a:gd name="connsiteX5" fmla="*/ 465665 w 642428"/>
                        <a:gd name="connsiteY5" fmla="*/ 1035314 h 1035314"/>
                        <a:gd name="connsiteX0" fmla="*/ 0 w 642428"/>
                        <a:gd name="connsiteY0" fmla="*/ 277685 h 1035314"/>
                        <a:gd name="connsiteX1" fmla="*/ 330979 w 642428"/>
                        <a:gd name="connsiteY1" fmla="*/ 0 h 1035314"/>
                        <a:gd name="connsiteX2" fmla="*/ 560982 w 642428"/>
                        <a:gd name="connsiteY2" fmla="*/ 171099 h 1035314"/>
                        <a:gd name="connsiteX3" fmla="*/ 468420 w 642428"/>
                        <a:gd name="connsiteY3" fmla="*/ 493663 h 1035314"/>
                        <a:gd name="connsiteX4" fmla="*/ 642425 w 642428"/>
                        <a:gd name="connsiteY4" fmla="*/ 769001 h 1035314"/>
                        <a:gd name="connsiteX5" fmla="*/ 465665 w 642428"/>
                        <a:gd name="connsiteY5" fmla="*/ 1035314 h 1035314"/>
                        <a:gd name="connsiteX0" fmla="*/ 0 w 642501"/>
                        <a:gd name="connsiteY0" fmla="*/ 277685 h 1035314"/>
                        <a:gd name="connsiteX1" fmla="*/ 330979 w 642501"/>
                        <a:gd name="connsiteY1" fmla="*/ 0 h 1035314"/>
                        <a:gd name="connsiteX2" fmla="*/ 560982 w 642501"/>
                        <a:gd name="connsiteY2" fmla="*/ 171099 h 1035314"/>
                        <a:gd name="connsiteX3" fmla="*/ 468420 w 642501"/>
                        <a:gd name="connsiteY3" fmla="*/ 493663 h 1035314"/>
                        <a:gd name="connsiteX4" fmla="*/ 642425 w 642501"/>
                        <a:gd name="connsiteY4" fmla="*/ 769001 h 1035314"/>
                        <a:gd name="connsiteX5" fmla="*/ 465665 w 642501"/>
                        <a:gd name="connsiteY5" fmla="*/ 1035314 h 1035314"/>
                        <a:gd name="connsiteX0" fmla="*/ 0 w 642501"/>
                        <a:gd name="connsiteY0" fmla="*/ 277685 h 1035314"/>
                        <a:gd name="connsiteX1" fmla="*/ 330979 w 642501"/>
                        <a:gd name="connsiteY1" fmla="*/ 0 h 1035314"/>
                        <a:gd name="connsiteX2" fmla="*/ 560982 w 642501"/>
                        <a:gd name="connsiteY2" fmla="*/ 171099 h 1035314"/>
                        <a:gd name="connsiteX3" fmla="*/ 468420 w 642501"/>
                        <a:gd name="connsiteY3" fmla="*/ 493663 h 1035314"/>
                        <a:gd name="connsiteX4" fmla="*/ 642425 w 642501"/>
                        <a:gd name="connsiteY4" fmla="*/ 769001 h 1035314"/>
                        <a:gd name="connsiteX5" fmla="*/ 465665 w 642501"/>
                        <a:gd name="connsiteY5" fmla="*/ 1035314 h 1035314"/>
                        <a:gd name="connsiteX0" fmla="*/ 0 w 642501"/>
                        <a:gd name="connsiteY0" fmla="*/ 277685 h 1035314"/>
                        <a:gd name="connsiteX1" fmla="*/ 330979 w 642501"/>
                        <a:gd name="connsiteY1" fmla="*/ 0 h 1035314"/>
                        <a:gd name="connsiteX2" fmla="*/ 560982 w 642501"/>
                        <a:gd name="connsiteY2" fmla="*/ 171099 h 1035314"/>
                        <a:gd name="connsiteX3" fmla="*/ 468420 w 642501"/>
                        <a:gd name="connsiteY3" fmla="*/ 493663 h 1035314"/>
                        <a:gd name="connsiteX4" fmla="*/ 642425 w 642501"/>
                        <a:gd name="connsiteY4" fmla="*/ 769001 h 1035314"/>
                        <a:gd name="connsiteX5" fmla="*/ 465665 w 642501"/>
                        <a:gd name="connsiteY5" fmla="*/ 1035314 h 1035314"/>
                        <a:gd name="connsiteX0" fmla="*/ 0 w 642489"/>
                        <a:gd name="connsiteY0" fmla="*/ 277685 h 1035314"/>
                        <a:gd name="connsiteX1" fmla="*/ 330979 w 642489"/>
                        <a:gd name="connsiteY1" fmla="*/ 0 h 1035314"/>
                        <a:gd name="connsiteX2" fmla="*/ 560982 w 642489"/>
                        <a:gd name="connsiteY2" fmla="*/ 171099 h 1035314"/>
                        <a:gd name="connsiteX3" fmla="*/ 446386 w 642489"/>
                        <a:gd name="connsiteY3" fmla="*/ 490909 h 1035314"/>
                        <a:gd name="connsiteX4" fmla="*/ 642425 w 642489"/>
                        <a:gd name="connsiteY4" fmla="*/ 769001 h 1035314"/>
                        <a:gd name="connsiteX5" fmla="*/ 465665 w 642489"/>
                        <a:gd name="connsiteY5" fmla="*/ 1035314 h 1035314"/>
                        <a:gd name="connsiteX0" fmla="*/ 0 w 642733"/>
                        <a:gd name="connsiteY0" fmla="*/ 277685 h 1035314"/>
                        <a:gd name="connsiteX1" fmla="*/ 330979 w 642733"/>
                        <a:gd name="connsiteY1" fmla="*/ 0 h 1035314"/>
                        <a:gd name="connsiteX2" fmla="*/ 560982 w 642733"/>
                        <a:gd name="connsiteY2" fmla="*/ 171099 h 1035314"/>
                        <a:gd name="connsiteX3" fmla="*/ 446386 w 642733"/>
                        <a:gd name="connsiteY3" fmla="*/ 490909 h 1035314"/>
                        <a:gd name="connsiteX4" fmla="*/ 642425 w 642733"/>
                        <a:gd name="connsiteY4" fmla="*/ 769001 h 1035314"/>
                        <a:gd name="connsiteX5" fmla="*/ 465665 w 642733"/>
                        <a:gd name="connsiteY5" fmla="*/ 1035314 h 1035314"/>
                        <a:gd name="connsiteX0" fmla="*/ 0 w 642733"/>
                        <a:gd name="connsiteY0" fmla="*/ 277685 h 1035314"/>
                        <a:gd name="connsiteX1" fmla="*/ 330979 w 642733"/>
                        <a:gd name="connsiteY1" fmla="*/ 0 h 1035314"/>
                        <a:gd name="connsiteX2" fmla="*/ 560982 w 642733"/>
                        <a:gd name="connsiteY2" fmla="*/ 171099 h 1035314"/>
                        <a:gd name="connsiteX3" fmla="*/ 446386 w 642733"/>
                        <a:gd name="connsiteY3" fmla="*/ 490909 h 1035314"/>
                        <a:gd name="connsiteX4" fmla="*/ 642425 w 642733"/>
                        <a:gd name="connsiteY4" fmla="*/ 769001 h 1035314"/>
                        <a:gd name="connsiteX5" fmla="*/ 465665 w 642733"/>
                        <a:gd name="connsiteY5" fmla="*/ 1035314 h 1035314"/>
                        <a:gd name="connsiteX0" fmla="*/ 0 w 642564"/>
                        <a:gd name="connsiteY0" fmla="*/ 277685 h 1035314"/>
                        <a:gd name="connsiteX1" fmla="*/ 330979 w 642564"/>
                        <a:gd name="connsiteY1" fmla="*/ 0 h 1035314"/>
                        <a:gd name="connsiteX2" fmla="*/ 560982 w 642564"/>
                        <a:gd name="connsiteY2" fmla="*/ 171099 h 1035314"/>
                        <a:gd name="connsiteX3" fmla="*/ 446386 w 642564"/>
                        <a:gd name="connsiteY3" fmla="*/ 490909 h 1035314"/>
                        <a:gd name="connsiteX4" fmla="*/ 642425 w 642564"/>
                        <a:gd name="connsiteY4" fmla="*/ 769001 h 1035314"/>
                        <a:gd name="connsiteX5" fmla="*/ 465665 w 642564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80359 h 1037988"/>
                        <a:gd name="connsiteX1" fmla="*/ 330979 w 639815"/>
                        <a:gd name="connsiteY1" fmla="*/ 2674 h 1037988"/>
                        <a:gd name="connsiteX2" fmla="*/ 560982 w 639815"/>
                        <a:gd name="connsiteY2" fmla="*/ 173773 h 1037988"/>
                        <a:gd name="connsiteX3" fmla="*/ 446386 w 639815"/>
                        <a:gd name="connsiteY3" fmla="*/ 493583 h 1037988"/>
                        <a:gd name="connsiteX4" fmla="*/ 639670 w 639815"/>
                        <a:gd name="connsiteY4" fmla="*/ 763412 h 1037988"/>
                        <a:gd name="connsiteX5" fmla="*/ 465665 w 639815"/>
                        <a:gd name="connsiteY5" fmla="*/ 1037988 h 1037988"/>
                        <a:gd name="connsiteX0" fmla="*/ 0 w 639815"/>
                        <a:gd name="connsiteY0" fmla="*/ 284735 h 1042364"/>
                        <a:gd name="connsiteX1" fmla="*/ 330979 w 639815"/>
                        <a:gd name="connsiteY1" fmla="*/ 7050 h 1042364"/>
                        <a:gd name="connsiteX2" fmla="*/ 560982 w 639815"/>
                        <a:gd name="connsiteY2" fmla="*/ 178149 h 1042364"/>
                        <a:gd name="connsiteX3" fmla="*/ 446386 w 639815"/>
                        <a:gd name="connsiteY3" fmla="*/ 497959 h 1042364"/>
                        <a:gd name="connsiteX4" fmla="*/ 639670 w 639815"/>
                        <a:gd name="connsiteY4" fmla="*/ 767788 h 1042364"/>
                        <a:gd name="connsiteX5" fmla="*/ 465665 w 639815"/>
                        <a:gd name="connsiteY5" fmla="*/ 1042364 h 1042364"/>
                        <a:gd name="connsiteX0" fmla="*/ 0 w 639815"/>
                        <a:gd name="connsiteY0" fmla="*/ 284735 h 1042364"/>
                        <a:gd name="connsiteX1" fmla="*/ 330979 w 639815"/>
                        <a:gd name="connsiteY1" fmla="*/ 7050 h 1042364"/>
                        <a:gd name="connsiteX2" fmla="*/ 560982 w 639815"/>
                        <a:gd name="connsiteY2" fmla="*/ 178149 h 1042364"/>
                        <a:gd name="connsiteX3" fmla="*/ 446386 w 639815"/>
                        <a:gd name="connsiteY3" fmla="*/ 497959 h 1042364"/>
                        <a:gd name="connsiteX4" fmla="*/ 639670 w 639815"/>
                        <a:gd name="connsiteY4" fmla="*/ 767788 h 1042364"/>
                        <a:gd name="connsiteX5" fmla="*/ 465665 w 639815"/>
                        <a:gd name="connsiteY5" fmla="*/ 1042364 h 1042364"/>
                        <a:gd name="connsiteX0" fmla="*/ 0 w 639815"/>
                        <a:gd name="connsiteY0" fmla="*/ 278763 h 1036392"/>
                        <a:gd name="connsiteX1" fmla="*/ 330979 w 639815"/>
                        <a:gd name="connsiteY1" fmla="*/ 1078 h 1036392"/>
                        <a:gd name="connsiteX2" fmla="*/ 560982 w 639815"/>
                        <a:gd name="connsiteY2" fmla="*/ 172177 h 1036392"/>
                        <a:gd name="connsiteX3" fmla="*/ 446386 w 639815"/>
                        <a:gd name="connsiteY3" fmla="*/ 491987 h 1036392"/>
                        <a:gd name="connsiteX4" fmla="*/ 639670 w 639815"/>
                        <a:gd name="connsiteY4" fmla="*/ 761816 h 1036392"/>
                        <a:gd name="connsiteX5" fmla="*/ 465665 w 639815"/>
                        <a:gd name="connsiteY5" fmla="*/ 1036392 h 1036392"/>
                        <a:gd name="connsiteX0" fmla="*/ 0 w 639815"/>
                        <a:gd name="connsiteY0" fmla="*/ 280192 h 1037821"/>
                        <a:gd name="connsiteX1" fmla="*/ 330979 w 639815"/>
                        <a:gd name="connsiteY1" fmla="*/ 2507 h 1037821"/>
                        <a:gd name="connsiteX2" fmla="*/ 560982 w 639815"/>
                        <a:gd name="connsiteY2" fmla="*/ 173606 h 1037821"/>
                        <a:gd name="connsiteX3" fmla="*/ 446386 w 639815"/>
                        <a:gd name="connsiteY3" fmla="*/ 493416 h 1037821"/>
                        <a:gd name="connsiteX4" fmla="*/ 639670 w 639815"/>
                        <a:gd name="connsiteY4" fmla="*/ 763245 h 1037821"/>
                        <a:gd name="connsiteX5" fmla="*/ 465665 w 639815"/>
                        <a:gd name="connsiteY5" fmla="*/ 1037821 h 1037821"/>
                        <a:gd name="connsiteX0" fmla="*/ 32 w 639847"/>
                        <a:gd name="connsiteY0" fmla="*/ 279537 h 1037166"/>
                        <a:gd name="connsiteX1" fmla="*/ 331011 w 639847"/>
                        <a:gd name="connsiteY1" fmla="*/ 1852 h 1037166"/>
                        <a:gd name="connsiteX2" fmla="*/ 561014 w 639847"/>
                        <a:gd name="connsiteY2" fmla="*/ 172951 h 1037166"/>
                        <a:gd name="connsiteX3" fmla="*/ 446418 w 639847"/>
                        <a:gd name="connsiteY3" fmla="*/ 492761 h 1037166"/>
                        <a:gd name="connsiteX4" fmla="*/ 639702 w 639847"/>
                        <a:gd name="connsiteY4" fmla="*/ 762590 h 1037166"/>
                        <a:gd name="connsiteX5" fmla="*/ 465697 w 639847"/>
                        <a:gd name="connsiteY5" fmla="*/ 1037166 h 1037166"/>
                        <a:gd name="connsiteX0" fmla="*/ 32 w 639847"/>
                        <a:gd name="connsiteY0" fmla="*/ 279537 h 1037166"/>
                        <a:gd name="connsiteX1" fmla="*/ 331011 w 639847"/>
                        <a:gd name="connsiteY1" fmla="*/ 1852 h 1037166"/>
                        <a:gd name="connsiteX2" fmla="*/ 561014 w 639847"/>
                        <a:gd name="connsiteY2" fmla="*/ 172951 h 1037166"/>
                        <a:gd name="connsiteX3" fmla="*/ 446418 w 639847"/>
                        <a:gd name="connsiteY3" fmla="*/ 492761 h 1037166"/>
                        <a:gd name="connsiteX4" fmla="*/ 639702 w 639847"/>
                        <a:gd name="connsiteY4" fmla="*/ 762590 h 1037166"/>
                        <a:gd name="connsiteX5" fmla="*/ 465697 w 639847"/>
                        <a:gd name="connsiteY5" fmla="*/ 1037166 h 1037166"/>
                        <a:gd name="connsiteX0" fmla="*/ 32 w 639847"/>
                        <a:gd name="connsiteY0" fmla="*/ 279537 h 1037166"/>
                        <a:gd name="connsiteX1" fmla="*/ 331011 w 639847"/>
                        <a:gd name="connsiteY1" fmla="*/ 1852 h 1037166"/>
                        <a:gd name="connsiteX2" fmla="*/ 561014 w 639847"/>
                        <a:gd name="connsiteY2" fmla="*/ 172951 h 1037166"/>
                        <a:gd name="connsiteX3" fmla="*/ 446418 w 639847"/>
                        <a:gd name="connsiteY3" fmla="*/ 492761 h 1037166"/>
                        <a:gd name="connsiteX4" fmla="*/ 639702 w 639847"/>
                        <a:gd name="connsiteY4" fmla="*/ 762590 h 1037166"/>
                        <a:gd name="connsiteX5" fmla="*/ 465697 w 639847"/>
                        <a:gd name="connsiteY5" fmla="*/ 1037166 h 1037166"/>
                        <a:gd name="connsiteX0" fmla="*/ 26 w 639841"/>
                        <a:gd name="connsiteY0" fmla="*/ 279060 h 1036689"/>
                        <a:gd name="connsiteX1" fmla="*/ 331005 w 639841"/>
                        <a:gd name="connsiteY1" fmla="*/ 1375 h 1036689"/>
                        <a:gd name="connsiteX2" fmla="*/ 561008 w 639841"/>
                        <a:gd name="connsiteY2" fmla="*/ 172474 h 1036689"/>
                        <a:gd name="connsiteX3" fmla="*/ 446412 w 639841"/>
                        <a:gd name="connsiteY3" fmla="*/ 492284 h 1036689"/>
                        <a:gd name="connsiteX4" fmla="*/ 639696 w 639841"/>
                        <a:gd name="connsiteY4" fmla="*/ 762113 h 1036689"/>
                        <a:gd name="connsiteX5" fmla="*/ 465691 w 639841"/>
                        <a:gd name="connsiteY5" fmla="*/ 1036689 h 1036689"/>
                        <a:gd name="connsiteX0" fmla="*/ 26 w 639841"/>
                        <a:gd name="connsiteY0" fmla="*/ 279103 h 1036732"/>
                        <a:gd name="connsiteX1" fmla="*/ 331005 w 639841"/>
                        <a:gd name="connsiteY1" fmla="*/ 1418 h 1036732"/>
                        <a:gd name="connsiteX2" fmla="*/ 561008 w 639841"/>
                        <a:gd name="connsiteY2" fmla="*/ 172517 h 1036732"/>
                        <a:gd name="connsiteX3" fmla="*/ 446412 w 639841"/>
                        <a:gd name="connsiteY3" fmla="*/ 492327 h 1036732"/>
                        <a:gd name="connsiteX4" fmla="*/ 639696 w 639841"/>
                        <a:gd name="connsiteY4" fmla="*/ 762156 h 1036732"/>
                        <a:gd name="connsiteX5" fmla="*/ 465691 w 639841"/>
                        <a:gd name="connsiteY5" fmla="*/ 1036732 h 1036732"/>
                        <a:gd name="connsiteX0" fmla="*/ 26 w 639841"/>
                        <a:gd name="connsiteY0" fmla="*/ 279060 h 1036689"/>
                        <a:gd name="connsiteX1" fmla="*/ 331005 w 639841"/>
                        <a:gd name="connsiteY1" fmla="*/ 1375 h 1036689"/>
                        <a:gd name="connsiteX2" fmla="*/ 561008 w 639841"/>
                        <a:gd name="connsiteY2" fmla="*/ 172474 h 1036689"/>
                        <a:gd name="connsiteX3" fmla="*/ 446412 w 639841"/>
                        <a:gd name="connsiteY3" fmla="*/ 492284 h 1036689"/>
                        <a:gd name="connsiteX4" fmla="*/ 639696 w 639841"/>
                        <a:gd name="connsiteY4" fmla="*/ 762113 h 1036689"/>
                        <a:gd name="connsiteX5" fmla="*/ 465691 w 639841"/>
                        <a:gd name="connsiteY5" fmla="*/ 1036689 h 1036689"/>
                        <a:gd name="connsiteX0" fmla="*/ 34 w 639849"/>
                        <a:gd name="connsiteY0" fmla="*/ 280063 h 1037692"/>
                        <a:gd name="connsiteX1" fmla="*/ 331013 w 639849"/>
                        <a:gd name="connsiteY1" fmla="*/ 2378 h 1037692"/>
                        <a:gd name="connsiteX2" fmla="*/ 561016 w 639849"/>
                        <a:gd name="connsiteY2" fmla="*/ 173477 h 1037692"/>
                        <a:gd name="connsiteX3" fmla="*/ 446420 w 639849"/>
                        <a:gd name="connsiteY3" fmla="*/ 493287 h 1037692"/>
                        <a:gd name="connsiteX4" fmla="*/ 639704 w 639849"/>
                        <a:gd name="connsiteY4" fmla="*/ 763116 h 1037692"/>
                        <a:gd name="connsiteX5" fmla="*/ 465699 w 639849"/>
                        <a:gd name="connsiteY5" fmla="*/ 1037692 h 1037692"/>
                        <a:gd name="connsiteX0" fmla="*/ 34 w 639849"/>
                        <a:gd name="connsiteY0" fmla="*/ 280063 h 1037692"/>
                        <a:gd name="connsiteX1" fmla="*/ 331013 w 639849"/>
                        <a:gd name="connsiteY1" fmla="*/ 2378 h 1037692"/>
                        <a:gd name="connsiteX2" fmla="*/ 561016 w 639849"/>
                        <a:gd name="connsiteY2" fmla="*/ 173477 h 1037692"/>
                        <a:gd name="connsiteX3" fmla="*/ 446420 w 639849"/>
                        <a:gd name="connsiteY3" fmla="*/ 493287 h 1037692"/>
                        <a:gd name="connsiteX4" fmla="*/ 639704 w 639849"/>
                        <a:gd name="connsiteY4" fmla="*/ 763116 h 1037692"/>
                        <a:gd name="connsiteX5" fmla="*/ 465699 w 639849"/>
                        <a:gd name="connsiteY5" fmla="*/ 1037692 h 1037692"/>
                        <a:gd name="connsiteX0" fmla="*/ 34 w 639849"/>
                        <a:gd name="connsiteY0" fmla="*/ 280063 h 1037692"/>
                        <a:gd name="connsiteX1" fmla="*/ 331013 w 639849"/>
                        <a:gd name="connsiteY1" fmla="*/ 2378 h 1037692"/>
                        <a:gd name="connsiteX2" fmla="*/ 561016 w 639849"/>
                        <a:gd name="connsiteY2" fmla="*/ 173477 h 1037692"/>
                        <a:gd name="connsiteX3" fmla="*/ 446420 w 639849"/>
                        <a:gd name="connsiteY3" fmla="*/ 493287 h 1037692"/>
                        <a:gd name="connsiteX4" fmla="*/ 639704 w 639849"/>
                        <a:gd name="connsiteY4" fmla="*/ 763116 h 1037692"/>
                        <a:gd name="connsiteX5" fmla="*/ 465699 w 639849"/>
                        <a:gd name="connsiteY5" fmla="*/ 1037692 h 1037692"/>
                        <a:gd name="connsiteX0" fmla="*/ 34 w 639849"/>
                        <a:gd name="connsiteY0" fmla="*/ 280063 h 1037692"/>
                        <a:gd name="connsiteX1" fmla="*/ 331013 w 639849"/>
                        <a:gd name="connsiteY1" fmla="*/ 2378 h 1037692"/>
                        <a:gd name="connsiteX2" fmla="*/ 561016 w 639849"/>
                        <a:gd name="connsiteY2" fmla="*/ 173477 h 1037692"/>
                        <a:gd name="connsiteX3" fmla="*/ 446420 w 639849"/>
                        <a:gd name="connsiteY3" fmla="*/ 493287 h 1037692"/>
                        <a:gd name="connsiteX4" fmla="*/ 639704 w 639849"/>
                        <a:gd name="connsiteY4" fmla="*/ 763116 h 1037692"/>
                        <a:gd name="connsiteX5" fmla="*/ 465699 w 639849"/>
                        <a:gd name="connsiteY5" fmla="*/ 1037692 h 1037692"/>
                        <a:gd name="connsiteX0" fmla="*/ 40 w 620576"/>
                        <a:gd name="connsiteY0" fmla="*/ 296331 h 1037435"/>
                        <a:gd name="connsiteX1" fmla="*/ 311740 w 620576"/>
                        <a:gd name="connsiteY1" fmla="*/ 2121 h 1037435"/>
                        <a:gd name="connsiteX2" fmla="*/ 541743 w 620576"/>
                        <a:gd name="connsiteY2" fmla="*/ 173220 h 1037435"/>
                        <a:gd name="connsiteX3" fmla="*/ 427147 w 620576"/>
                        <a:gd name="connsiteY3" fmla="*/ 493030 h 1037435"/>
                        <a:gd name="connsiteX4" fmla="*/ 620431 w 620576"/>
                        <a:gd name="connsiteY4" fmla="*/ 762859 h 1037435"/>
                        <a:gd name="connsiteX5" fmla="*/ 446426 w 620576"/>
                        <a:gd name="connsiteY5" fmla="*/ 1037435 h 1037435"/>
                        <a:gd name="connsiteX0" fmla="*/ 5008 w 625544"/>
                        <a:gd name="connsiteY0" fmla="*/ 297012 h 1038116"/>
                        <a:gd name="connsiteX1" fmla="*/ 316708 w 625544"/>
                        <a:gd name="connsiteY1" fmla="*/ 2802 h 1038116"/>
                        <a:gd name="connsiteX2" fmla="*/ 546711 w 625544"/>
                        <a:gd name="connsiteY2" fmla="*/ 173901 h 1038116"/>
                        <a:gd name="connsiteX3" fmla="*/ 432115 w 625544"/>
                        <a:gd name="connsiteY3" fmla="*/ 493711 h 1038116"/>
                        <a:gd name="connsiteX4" fmla="*/ 625399 w 625544"/>
                        <a:gd name="connsiteY4" fmla="*/ 763540 h 1038116"/>
                        <a:gd name="connsiteX5" fmla="*/ 451394 w 625544"/>
                        <a:gd name="connsiteY5" fmla="*/ 1038116 h 1038116"/>
                        <a:gd name="connsiteX0" fmla="*/ 5008 w 625544"/>
                        <a:gd name="connsiteY0" fmla="*/ 299704 h 1040808"/>
                        <a:gd name="connsiteX1" fmla="*/ 316708 w 625544"/>
                        <a:gd name="connsiteY1" fmla="*/ 2739 h 1040808"/>
                        <a:gd name="connsiteX2" fmla="*/ 546711 w 625544"/>
                        <a:gd name="connsiteY2" fmla="*/ 176593 h 1040808"/>
                        <a:gd name="connsiteX3" fmla="*/ 432115 w 625544"/>
                        <a:gd name="connsiteY3" fmla="*/ 496403 h 1040808"/>
                        <a:gd name="connsiteX4" fmla="*/ 625399 w 625544"/>
                        <a:gd name="connsiteY4" fmla="*/ 766232 h 1040808"/>
                        <a:gd name="connsiteX5" fmla="*/ 451394 w 625544"/>
                        <a:gd name="connsiteY5" fmla="*/ 1040808 h 1040808"/>
                        <a:gd name="connsiteX0" fmla="*/ 4206 w 624742"/>
                        <a:gd name="connsiteY0" fmla="*/ 298093 h 1039197"/>
                        <a:gd name="connsiteX1" fmla="*/ 315906 w 624742"/>
                        <a:gd name="connsiteY1" fmla="*/ 1128 h 1039197"/>
                        <a:gd name="connsiteX2" fmla="*/ 545909 w 624742"/>
                        <a:gd name="connsiteY2" fmla="*/ 174982 h 1039197"/>
                        <a:gd name="connsiteX3" fmla="*/ 431313 w 624742"/>
                        <a:gd name="connsiteY3" fmla="*/ 494792 h 1039197"/>
                        <a:gd name="connsiteX4" fmla="*/ 624597 w 624742"/>
                        <a:gd name="connsiteY4" fmla="*/ 764621 h 1039197"/>
                        <a:gd name="connsiteX5" fmla="*/ 450592 w 624742"/>
                        <a:gd name="connsiteY5" fmla="*/ 1039197 h 1039197"/>
                        <a:gd name="connsiteX0" fmla="*/ 4206 w 624742"/>
                        <a:gd name="connsiteY0" fmla="*/ 298093 h 1039197"/>
                        <a:gd name="connsiteX1" fmla="*/ 315906 w 624742"/>
                        <a:gd name="connsiteY1" fmla="*/ 1128 h 1039197"/>
                        <a:gd name="connsiteX2" fmla="*/ 545909 w 624742"/>
                        <a:gd name="connsiteY2" fmla="*/ 174982 h 1039197"/>
                        <a:gd name="connsiteX3" fmla="*/ 431313 w 624742"/>
                        <a:gd name="connsiteY3" fmla="*/ 494792 h 1039197"/>
                        <a:gd name="connsiteX4" fmla="*/ 624597 w 624742"/>
                        <a:gd name="connsiteY4" fmla="*/ 764621 h 1039197"/>
                        <a:gd name="connsiteX5" fmla="*/ 450592 w 624742"/>
                        <a:gd name="connsiteY5" fmla="*/ 1039197 h 1039197"/>
                        <a:gd name="connsiteX0" fmla="*/ 4206 w 625023"/>
                        <a:gd name="connsiteY0" fmla="*/ 298093 h 1039197"/>
                        <a:gd name="connsiteX1" fmla="*/ 315906 w 625023"/>
                        <a:gd name="connsiteY1" fmla="*/ 1128 h 1039197"/>
                        <a:gd name="connsiteX2" fmla="*/ 545909 w 625023"/>
                        <a:gd name="connsiteY2" fmla="*/ 174982 h 1039197"/>
                        <a:gd name="connsiteX3" fmla="*/ 431313 w 625023"/>
                        <a:gd name="connsiteY3" fmla="*/ 494792 h 1039197"/>
                        <a:gd name="connsiteX4" fmla="*/ 624597 w 625023"/>
                        <a:gd name="connsiteY4" fmla="*/ 764621 h 1039197"/>
                        <a:gd name="connsiteX5" fmla="*/ 450592 w 625023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50592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50592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25804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17542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17542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17542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17542 w 641467"/>
                        <a:gd name="connsiteY5" fmla="*/ 1039197 h 1039197"/>
                        <a:gd name="connsiteX0" fmla="*/ 4206 w 641503"/>
                        <a:gd name="connsiteY0" fmla="*/ 298093 h 1039197"/>
                        <a:gd name="connsiteX1" fmla="*/ 315906 w 641503"/>
                        <a:gd name="connsiteY1" fmla="*/ 1128 h 1039197"/>
                        <a:gd name="connsiteX2" fmla="*/ 545909 w 641503"/>
                        <a:gd name="connsiteY2" fmla="*/ 174982 h 1039197"/>
                        <a:gd name="connsiteX3" fmla="*/ 431313 w 641503"/>
                        <a:gd name="connsiteY3" fmla="*/ 494792 h 1039197"/>
                        <a:gd name="connsiteX4" fmla="*/ 641122 w 641503"/>
                        <a:gd name="connsiteY4" fmla="*/ 764621 h 1039197"/>
                        <a:gd name="connsiteX5" fmla="*/ 417542 w 641503"/>
                        <a:gd name="connsiteY5" fmla="*/ 1039197 h 1039197"/>
                        <a:gd name="connsiteX0" fmla="*/ 4206 w 641503"/>
                        <a:gd name="connsiteY0" fmla="*/ 298093 h 1039197"/>
                        <a:gd name="connsiteX1" fmla="*/ 315906 w 641503"/>
                        <a:gd name="connsiteY1" fmla="*/ 1128 h 1039197"/>
                        <a:gd name="connsiteX2" fmla="*/ 545909 w 641503"/>
                        <a:gd name="connsiteY2" fmla="*/ 174982 h 1039197"/>
                        <a:gd name="connsiteX3" fmla="*/ 431313 w 641503"/>
                        <a:gd name="connsiteY3" fmla="*/ 494792 h 1039197"/>
                        <a:gd name="connsiteX4" fmla="*/ 641122 w 641503"/>
                        <a:gd name="connsiteY4" fmla="*/ 764621 h 1039197"/>
                        <a:gd name="connsiteX5" fmla="*/ 417542 w 641503"/>
                        <a:gd name="connsiteY5" fmla="*/ 1039197 h 1039197"/>
                        <a:gd name="connsiteX0" fmla="*/ 4206 w 641503"/>
                        <a:gd name="connsiteY0" fmla="*/ 298093 h 1039197"/>
                        <a:gd name="connsiteX1" fmla="*/ 315906 w 641503"/>
                        <a:gd name="connsiteY1" fmla="*/ 1128 h 1039197"/>
                        <a:gd name="connsiteX2" fmla="*/ 545909 w 641503"/>
                        <a:gd name="connsiteY2" fmla="*/ 174982 h 1039197"/>
                        <a:gd name="connsiteX3" fmla="*/ 431313 w 641503"/>
                        <a:gd name="connsiteY3" fmla="*/ 494792 h 1039197"/>
                        <a:gd name="connsiteX4" fmla="*/ 641122 w 641503"/>
                        <a:gd name="connsiteY4" fmla="*/ 764621 h 1039197"/>
                        <a:gd name="connsiteX5" fmla="*/ 399268 w 641503"/>
                        <a:gd name="connsiteY5" fmla="*/ 1039197 h 1039197"/>
                        <a:gd name="connsiteX0" fmla="*/ 4206 w 641503"/>
                        <a:gd name="connsiteY0" fmla="*/ 298093 h 1039197"/>
                        <a:gd name="connsiteX1" fmla="*/ 315906 w 641503"/>
                        <a:gd name="connsiteY1" fmla="*/ 1128 h 1039197"/>
                        <a:gd name="connsiteX2" fmla="*/ 545909 w 641503"/>
                        <a:gd name="connsiteY2" fmla="*/ 174982 h 1039197"/>
                        <a:gd name="connsiteX3" fmla="*/ 431313 w 641503"/>
                        <a:gd name="connsiteY3" fmla="*/ 494792 h 1039197"/>
                        <a:gd name="connsiteX4" fmla="*/ 641122 w 641503"/>
                        <a:gd name="connsiteY4" fmla="*/ 764621 h 1039197"/>
                        <a:gd name="connsiteX5" fmla="*/ 399268 w 641503"/>
                        <a:gd name="connsiteY5" fmla="*/ 1039197 h 1039197"/>
                        <a:gd name="connsiteX0" fmla="*/ 4206 w 641503"/>
                        <a:gd name="connsiteY0" fmla="*/ 298093 h 1042808"/>
                        <a:gd name="connsiteX1" fmla="*/ 315906 w 641503"/>
                        <a:gd name="connsiteY1" fmla="*/ 1128 h 1042808"/>
                        <a:gd name="connsiteX2" fmla="*/ 545909 w 641503"/>
                        <a:gd name="connsiteY2" fmla="*/ 174982 h 1042808"/>
                        <a:gd name="connsiteX3" fmla="*/ 431313 w 641503"/>
                        <a:gd name="connsiteY3" fmla="*/ 494792 h 1042808"/>
                        <a:gd name="connsiteX4" fmla="*/ 641122 w 641503"/>
                        <a:gd name="connsiteY4" fmla="*/ 764621 h 1042808"/>
                        <a:gd name="connsiteX5" fmla="*/ 384825 w 641503"/>
                        <a:gd name="connsiteY5" fmla="*/ 1042808 h 1042808"/>
                        <a:gd name="connsiteX0" fmla="*/ 4206 w 641503"/>
                        <a:gd name="connsiteY0" fmla="*/ 298093 h 1042808"/>
                        <a:gd name="connsiteX1" fmla="*/ 315906 w 641503"/>
                        <a:gd name="connsiteY1" fmla="*/ 1128 h 1042808"/>
                        <a:gd name="connsiteX2" fmla="*/ 545909 w 641503"/>
                        <a:gd name="connsiteY2" fmla="*/ 174982 h 1042808"/>
                        <a:gd name="connsiteX3" fmla="*/ 431313 w 641503"/>
                        <a:gd name="connsiteY3" fmla="*/ 494792 h 1042808"/>
                        <a:gd name="connsiteX4" fmla="*/ 641122 w 641503"/>
                        <a:gd name="connsiteY4" fmla="*/ 764621 h 1042808"/>
                        <a:gd name="connsiteX5" fmla="*/ 384825 w 641503"/>
                        <a:gd name="connsiteY5" fmla="*/ 1042808 h 10428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641503" h="1042808">
                          <a:moveTo>
                            <a:pt x="4206" y="298093"/>
                          </a:moveTo>
                          <a:cubicBezTo>
                            <a:pt x="-31441" y="73328"/>
                            <a:pt x="167021" y="-10969"/>
                            <a:pt x="315906" y="1128"/>
                          </a:cubicBezTo>
                          <a:cubicBezTo>
                            <a:pt x="428380" y="8585"/>
                            <a:pt x="527080" y="95916"/>
                            <a:pt x="545909" y="174982"/>
                          </a:cubicBezTo>
                          <a:cubicBezTo>
                            <a:pt x="579319" y="262305"/>
                            <a:pt x="557648" y="418486"/>
                            <a:pt x="431313" y="494792"/>
                          </a:cubicBezTo>
                          <a:cubicBezTo>
                            <a:pt x="576532" y="548013"/>
                            <a:pt x="647384" y="650808"/>
                            <a:pt x="641122" y="764621"/>
                          </a:cubicBezTo>
                          <a:cubicBezTo>
                            <a:pt x="633615" y="919493"/>
                            <a:pt x="535403" y="1017236"/>
                            <a:pt x="384825" y="1042808"/>
                          </a:cubicBezTo>
                        </a:path>
                      </a:pathLst>
                    </a:custGeom>
                    <a:noFill/>
                    <a:ln w="317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1"/>
                    </a:p>
                  </p:txBody>
                </p:sp>
                <p:sp>
                  <p:nvSpPr>
                    <p:cNvPr id="22" name="자유형: 도형 45">
                      <a:extLst>
                        <a:ext uri="{FF2B5EF4-FFF2-40B4-BE49-F238E27FC236}">
                          <a16:creationId xmlns:a16="http://schemas.microsoft.com/office/drawing/2014/main" id="{40F7FEAD-4102-476C-9B3F-4AAAF8625D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53240" y="3948272"/>
                      <a:ext cx="785355" cy="780891"/>
                    </a:xfrm>
                    <a:custGeom>
                      <a:avLst/>
                      <a:gdLst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25244 w 970498"/>
                        <a:gd name="connsiteY6" fmla="*/ 384272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25244 w 970498"/>
                        <a:gd name="connsiteY6" fmla="*/ 384272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25244 w 970498"/>
                        <a:gd name="connsiteY6" fmla="*/ 384272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41769 w 970498"/>
                        <a:gd name="connsiteY6" fmla="*/ 395289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41769 w 970498"/>
                        <a:gd name="connsiteY6" fmla="*/ 395289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41769 w 970498"/>
                        <a:gd name="connsiteY6" fmla="*/ 395289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41769 w 970498"/>
                        <a:gd name="connsiteY6" fmla="*/ 395289 h 925619"/>
                        <a:gd name="connsiteX7" fmla="*/ 379321 w 970498"/>
                        <a:gd name="connsiteY7" fmla="*/ 59964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41769 w 970498"/>
                        <a:gd name="connsiteY6" fmla="*/ 395289 h 925619"/>
                        <a:gd name="connsiteX7" fmla="*/ 379321 w 970498"/>
                        <a:gd name="connsiteY7" fmla="*/ 599641 h 925619"/>
                        <a:gd name="connsiteX0" fmla="*/ 344345 w 1031548"/>
                        <a:gd name="connsiteY0" fmla="*/ 213173 h 925619"/>
                        <a:gd name="connsiteX1" fmla="*/ 532274 w 1031548"/>
                        <a:gd name="connsiteY1" fmla="*/ 0 h 925619"/>
                        <a:gd name="connsiteX2" fmla="*/ 672519 w 1031548"/>
                        <a:gd name="connsiteY2" fmla="*/ 311345 h 925619"/>
                        <a:gd name="connsiteX3" fmla="*/ 1031548 w 1031548"/>
                        <a:gd name="connsiteY3" fmla="*/ 535737 h 925619"/>
                        <a:gd name="connsiteX4" fmla="*/ 599592 w 1031548"/>
                        <a:gd name="connsiteY4" fmla="*/ 925619 h 925619"/>
                        <a:gd name="connsiteX5" fmla="*/ 61050 w 1031548"/>
                        <a:gd name="connsiteY5" fmla="*/ 852692 h 925619"/>
                        <a:gd name="connsiteX6" fmla="*/ 102819 w 1031548"/>
                        <a:gd name="connsiteY6" fmla="*/ 395289 h 925619"/>
                        <a:gd name="connsiteX7" fmla="*/ 440371 w 1031548"/>
                        <a:gd name="connsiteY7" fmla="*/ 599641 h 925619"/>
                        <a:gd name="connsiteX0" fmla="*/ 344345 w 1031548"/>
                        <a:gd name="connsiteY0" fmla="*/ 213173 h 925619"/>
                        <a:gd name="connsiteX1" fmla="*/ 532274 w 1031548"/>
                        <a:gd name="connsiteY1" fmla="*/ 0 h 925619"/>
                        <a:gd name="connsiteX2" fmla="*/ 672519 w 1031548"/>
                        <a:gd name="connsiteY2" fmla="*/ 311345 h 925619"/>
                        <a:gd name="connsiteX3" fmla="*/ 1031548 w 1031548"/>
                        <a:gd name="connsiteY3" fmla="*/ 535737 h 925619"/>
                        <a:gd name="connsiteX4" fmla="*/ 599592 w 1031548"/>
                        <a:gd name="connsiteY4" fmla="*/ 925619 h 925619"/>
                        <a:gd name="connsiteX5" fmla="*/ 61050 w 1031548"/>
                        <a:gd name="connsiteY5" fmla="*/ 852692 h 925619"/>
                        <a:gd name="connsiteX6" fmla="*/ 102819 w 1031548"/>
                        <a:gd name="connsiteY6" fmla="*/ 395289 h 925619"/>
                        <a:gd name="connsiteX7" fmla="*/ 440371 w 1031548"/>
                        <a:gd name="connsiteY7" fmla="*/ 599641 h 925619"/>
                        <a:gd name="connsiteX0" fmla="*/ 347877 w 1035080"/>
                        <a:gd name="connsiteY0" fmla="*/ 213173 h 925619"/>
                        <a:gd name="connsiteX1" fmla="*/ 535806 w 1035080"/>
                        <a:gd name="connsiteY1" fmla="*/ 0 h 925619"/>
                        <a:gd name="connsiteX2" fmla="*/ 676051 w 1035080"/>
                        <a:gd name="connsiteY2" fmla="*/ 311345 h 925619"/>
                        <a:gd name="connsiteX3" fmla="*/ 1035080 w 1035080"/>
                        <a:gd name="connsiteY3" fmla="*/ 535737 h 925619"/>
                        <a:gd name="connsiteX4" fmla="*/ 603124 w 1035080"/>
                        <a:gd name="connsiteY4" fmla="*/ 925619 h 925619"/>
                        <a:gd name="connsiteX5" fmla="*/ 53565 w 1035080"/>
                        <a:gd name="connsiteY5" fmla="*/ 871971 h 925619"/>
                        <a:gd name="connsiteX6" fmla="*/ 106351 w 1035080"/>
                        <a:gd name="connsiteY6" fmla="*/ 395289 h 925619"/>
                        <a:gd name="connsiteX7" fmla="*/ 443903 w 1035080"/>
                        <a:gd name="connsiteY7" fmla="*/ 599641 h 925619"/>
                        <a:gd name="connsiteX0" fmla="*/ 375671 w 1062874"/>
                        <a:gd name="connsiteY0" fmla="*/ 213173 h 925619"/>
                        <a:gd name="connsiteX1" fmla="*/ 563600 w 1062874"/>
                        <a:gd name="connsiteY1" fmla="*/ 0 h 925619"/>
                        <a:gd name="connsiteX2" fmla="*/ 703845 w 1062874"/>
                        <a:gd name="connsiteY2" fmla="*/ 311345 h 925619"/>
                        <a:gd name="connsiteX3" fmla="*/ 1062874 w 1062874"/>
                        <a:gd name="connsiteY3" fmla="*/ 535737 h 925619"/>
                        <a:gd name="connsiteX4" fmla="*/ 630918 w 1062874"/>
                        <a:gd name="connsiteY4" fmla="*/ 925619 h 925619"/>
                        <a:gd name="connsiteX5" fmla="*/ 81359 w 1062874"/>
                        <a:gd name="connsiteY5" fmla="*/ 871971 h 925619"/>
                        <a:gd name="connsiteX6" fmla="*/ 134145 w 1062874"/>
                        <a:gd name="connsiteY6" fmla="*/ 395289 h 925619"/>
                        <a:gd name="connsiteX7" fmla="*/ 471697 w 1062874"/>
                        <a:gd name="connsiteY7" fmla="*/ 599641 h 925619"/>
                        <a:gd name="connsiteX0" fmla="*/ 375671 w 1062874"/>
                        <a:gd name="connsiteY0" fmla="*/ 213173 h 973239"/>
                        <a:gd name="connsiteX1" fmla="*/ 563600 w 1062874"/>
                        <a:gd name="connsiteY1" fmla="*/ 0 h 973239"/>
                        <a:gd name="connsiteX2" fmla="*/ 703845 w 1062874"/>
                        <a:gd name="connsiteY2" fmla="*/ 311345 h 973239"/>
                        <a:gd name="connsiteX3" fmla="*/ 1062874 w 1062874"/>
                        <a:gd name="connsiteY3" fmla="*/ 535737 h 973239"/>
                        <a:gd name="connsiteX4" fmla="*/ 630918 w 1062874"/>
                        <a:gd name="connsiteY4" fmla="*/ 925619 h 973239"/>
                        <a:gd name="connsiteX5" fmla="*/ 81359 w 1062874"/>
                        <a:gd name="connsiteY5" fmla="*/ 871971 h 973239"/>
                        <a:gd name="connsiteX6" fmla="*/ 134145 w 1062874"/>
                        <a:gd name="connsiteY6" fmla="*/ 395289 h 973239"/>
                        <a:gd name="connsiteX7" fmla="*/ 471697 w 1062874"/>
                        <a:gd name="connsiteY7" fmla="*/ 599641 h 973239"/>
                        <a:gd name="connsiteX0" fmla="*/ 375671 w 1062874"/>
                        <a:gd name="connsiteY0" fmla="*/ 213173 h 973239"/>
                        <a:gd name="connsiteX1" fmla="*/ 563600 w 1062874"/>
                        <a:gd name="connsiteY1" fmla="*/ 0 h 973239"/>
                        <a:gd name="connsiteX2" fmla="*/ 703845 w 1062874"/>
                        <a:gd name="connsiteY2" fmla="*/ 311345 h 973239"/>
                        <a:gd name="connsiteX3" fmla="*/ 1062874 w 1062874"/>
                        <a:gd name="connsiteY3" fmla="*/ 535737 h 973239"/>
                        <a:gd name="connsiteX4" fmla="*/ 606130 w 1062874"/>
                        <a:gd name="connsiteY4" fmla="*/ 925619 h 973239"/>
                        <a:gd name="connsiteX5" fmla="*/ 81359 w 1062874"/>
                        <a:gd name="connsiteY5" fmla="*/ 871971 h 973239"/>
                        <a:gd name="connsiteX6" fmla="*/ 134145 w 1062874"/>
                        <a:gd name="connsiteY6" fmla="*/ 395289 h 973239"/>
                        <a:gd name="connsiteX7" fmla="*/ 471697 w 1062874"/>
                        <a:gd name="connsiteY7" fmla="*/ 599641 h 973239"/>
                        <a:gd name="connsiteX0" fmla="*/ 375671 w 1062874"/>
                        <a:gd name="connsiteY0" fmla="*/ 213173 h 979036"/>
                        <a:gd name="connsiteX1" fmla="*/ 563600 w 1062874"/>
                        <a:gd name="connsiteY1" fmla="*/ 0 h 979036"/>
                        <a:gd name="connsiteX2" fmla="*/ 703845 w 1062874"/>
                        <a:gd name="connsiteY2" fmla="*/ 311345 h 979036"/>
                        <a:gd name="connsiteX3" fmla="*/ 1062874 w 1062874"/>
                        <a:gd name="connsiteY3" fmla="*/ 535737 h 979036"/>
                        <a:gd name="connsiteX4" fmla="*/ 597867 w 1062874"/>
                        <a:gd name="connsiteY4" fmla="*/ 942144 h 979036"/>
                        <a:gd name="connsiteX5" fmla="*/ 81359 w 1062874"/>
                        <a:gd name="connsiteY5" fmla="*/ 871971 h 979036"/>
                        <a:gd name="connsiteX6" fmla="*/ 134145 w 1062874"/>
                        <a:gd name="connsiteY6" fmla="*/ 395289 h 979036"/>
                        <a:gd name="connsiteX7" fmla="*/ 471697 w 1062874"/>
                        <a:gd name="connsiteY7" fmla="*/ 599641 h 979036"/>
                        <a:gd name="connsiteX0" fmla="*/ 375671 w 1062874"/>
                        <a:gd name="connsiteY0" fmla="*/ 213173 h 1049379"/>
                        <a:gd name="connsiteX1" fmla="*/ 563600 w 1062874"/>
                        <a:gd name="connsiteY1" fmla="*/ 0 h 1049379"/>
                        <a:gd name="connsiteX2" fmla="*/ 703845 w 1062874"/>
                        <a:gd name="connsiteY2" fmla="*/ 311345 h 1049379"/>
                        <a:gd name="connsiteX3" fmla="*/ 1062874 w 1062874"/>
                        <a:gd name="connsiteY3" fmla="*/ 535737 h 1049379"/>
                        <a:gd name="connsiteX4" fmla="*/ 597867 w 1062874"/>
                        <a:gd name="connsiteY4" fmla="*/ 942144 h 1049379"/>
                        <a:gd name="connsiteX5" fmla="*/ 81359 w 1062874"/>
                        <a:gd name="connsiteY5" fmla="*/ 871971 h 1049379"/>
                        <a:gd name="connsiteX6" fmla="*/ 134145 w 1062874"/>
                        <a:gd name="connsiteY6" fmla="*/ 395289 h 1049379"/>
                        <a:gd name="connsiteX7" fmla="*/ 471697 w 1062874"/>
                        <a:gd name="connsiteY7" fmla="*/ 599641 h 1049379"/>
                        <a:gd name="connsiteX0" fmla="*/ 375671 w 1062874"/>
                        <a:gd name="connsiteY0" fmla="*/ 213173 h 1049379"/>
                        <a:gd name="connsiteX1" fmla="*/ 563600 w 1062874"/>
                        <a:gd name="connsiteY1" fmla="*/ 0 h 1049379"/>
                        <a:gd name="connsiteX2" fmla="*/ 703845 w 1062874"/>
                        <a:gd name="connsiteY2" fmla="*/ 311345 h 1049379"/>
                        <a:gd name="connsiteX3" fmla="*/ 1062874 w 1062874"/>
                        <a:gd name="connsiteY3" fmla="*/ 535737 h 1049379"/>
                        <a:gd name="connsiteX4" fmla="*/ 597867 w 1062874"/>
                        <a:gd name="connsiteY4" fmla="*/ 942144 h 1049379"/>
                        <a:gd name="connsiteX5" fmla="*/ 81359 w 1062874"/>
                        <a:gd name="connsiteY5" fmla="*/ 871971 h 1049379"/>
                        <a:gd name="connsiteX6" fmla="*/ 134145 w 1062874"/>
                        <a:gd name="connsiteY6" fmla="*/ 395289 h 1049379"/>
                        <a:gd name="connsiteX7" fmla="*/ 471697 w 1062874"/>
                        <a:gd name="connsiteY7" fmla="*/ 599641 h 1049379"/>
                        <a:gd name="connsiteX0" fmla="*/ 375671 w 1062874"/>
                        <a:gd name="connsiteY0" fmla="*/ 213173 h 1049379"/>
                        <a:gd name="connsiteX1" fmla="*/ 563600 w 1062874"/>
                        <a:gd name="connsiteY1" fmla="*/ 0 h 1049379"/>
                        <a:gd name="connsiteX2" fmla="*/ 703845 w 1062874"/>
                        <a:gd name="connsiteY2" fmla="*/ 311345 h 1049379"/>
                        <a:gd name="connsiteX3" fmla="*/ 1062874 w 1062874"/>
                        <a:gd name="connsiteY3" fmla="*/ 535737 h 1049379"/>
                        <a:gd name="connsiteX4" fmla="*/ 597867 w 1062874"/>
                        <a:gd name="connsiteY4" fmla="*/ 942144 h 1049379"/>
                        <a:gd name="connsiteX5" fmla="*/ 81359 w 1062874"/>
                        <a:gd name="connsiteY5" fmla="*/ 871971 h 1049379"/>
                        <a:gd name="connsiteX6" fmla="*/ 134145 w 1062874"/>
                        <a:gd name="connsiteY6" fmla="*/ 395289 h 1049379"/>
                        <a:gd name="connsiteX7" fmla="*/ 471697 w 1062874"/>
                        <a:gd name="connsiteY7" fmla="*/ 599641 h 1049379"/>
                        <a:gd name="connsiteX0" fmla="*/ 375671 w 1062874"/>
                        <a:gd name="connsiteY0" fmla="*/ 213173 h 1033999"/>
                        <a:gd name="connsiteX1" fmla="*/ 563600 w 1062874"/>
                        <a:gd name="connsiteY1" fmla="*/ 0 h 1033999"/>
                        <a:gd name="connsiteX2" fmla="*/ 703845 w 1062874"/>
                        <a:gd name="connsiteY2" fmla="*/ 311345 h 1033999"/>
                        <a:gd name="connsiteX3" fmla="*/ 1062874 w 1062874"/>
                        <a:gd name="connsiteY3" fmla="*/ 535737 h 1033999"/>
                        <a:gd name="connsiteX4" fmla="*/ 597867 w 1062874"/>
                        <a:gd name="connsiteY4" fmla="*/ 942144 h 1033999"/>
                        <a:gd name="connsiteX5" fmla="*/ 81359 w 1062874"/>
                        <a:gd name="connsiteY5" fmla="*/ 871971 h 1033999"/>
                        <a:gd name="connsiteX6" fmla="*/ 134145 w 1062874"/>
                        <a:gd name="connsiteY6" fmla="*/ 395289 h 1033999"/>
                        <a:gd name="connsiteX7" fmla="*/ 471697 w 1062874"/>
                        <a:gd name="connsiteY7" fmla="*/ 599641 h 1033999"/>
                        <a:gd name="connsiteX0" fmla="*/ 363975 w 1051178"/>
                        <a:gd name="connsiteY0" fmla="*/ 213173 h 1033999"/>
                        <a:gd name="connsiteX1" fmla="*/ 551904 w 1051178"/>
                        <a:gd name="connsiteY1" fmla="*/ 0 h 1033999"/>
                        <a:gd name="connsiteX2" fmla="*/ 692149 w 1051178"/>
                        <a:gd name="connsiteY2" fmla="*/ 311345 h 1033999"/>
                        <a:gd name="connsiteX3" fmla="*/ 1051178 w 1051178"/>
                        <a:gd name="connsiteY3" fmla="*/ 535737 h 1033999"/>
                        <a:gd name="connsiteX4" fmla="*/ 586171 w 1051178"/>
                        <a:gd name="connsiteY4" fmla="*/ 942144 h 1033999"/>
                        <a:gd name="connsiteX5" fmla="*/ 69663 w 1051178"/>
                        <a:gd name="connsiteY5" fmla="*/ 871971 h 1033999"/>
                        <a:gd name="connsiteX6" fmla="*/ 122449 w 1051178"/>
                        <a:gd name="connsiteY6" fmla="*/ 395289 h 1033999"/>
                        <a:gd name="connsiteX7" fmla="*/ 460001 w 1051178"/>
                        <a:gd name="connsiteY7" fmla="*/ 599641 h 1033999"/>
                        <a:gd name="connsiteX0" fmla="*/ 363975 w 1051178"/>
                        <a:gd name="connsiteY0" fmla="*/ 213173 h 1030327"/>
                        <a:gd name="connsiteX1" fmla="*/ 551904 w 1051178"/>
                        <a:gd name="connsiteY1" fmla="*/ 0 h 1030327"/>
                        <a:gd name="connsiteX2" fmla="*/ 692149 w 1051178"/>
                        <a:gd name="connsiteY2" fmla="*/ 311345 h 1030327"/>
                        <a:gd name="connsiteX3" fmla="*/ 1051178 w 1051178"/>
                        <a:gd name="connsiteY3" fmla="*/ 535737 h 1030327"/>
                        <a:gd name="connsiteX4" fmla="*/ 613713 w 1051178"/>
                        <a:gd name="connsiteY4" fmla="*/ 936636 h 1030327"/>
                        <a:gd name="connsiteX5" fmla="*/ 69663 w 1051178"/>
                        <a:gd name="connsiteY5" fmla="*/ 871971 h 1030327"/>
                        <a:gd name="connsiteX6" fmla="*/ 122449 w 1051178"/>
                        <a:gd name="connsiteY6" fmla="*/ 395289 h 1030327"/>
                        <a:gd name="connsiteX7" fmla="*/ 460001 w 1051178"/>
                        <a:gd name="connsiteY7" fmla="*/ 599641 h 1030327"/>
                        <a:gd name="connsiteX0" fmla="*/ 363975 w 1051178"/>
                        <a:gd name="connsiteY0" fmla="*/ 213173 h 1030327"/>
                        <a:gd name="connsiteX1" fmla="*/ 551904 w 1051178"/>
                        <a:gd name="connsiteY1" fmla="*/ 0 h 1030327"/>
                        <a:gd name="connsiteX2" fmla="*/ 692149 w 1051178"/>
                        <a:gd name="connsiteY2" fmla="*/ 311345 h 1030327"/>
                        <a:gd name="connsiteX3" fmla="*/ 1051178 w 1051178"/>
                        <a:gd name="connsiteY3" fmla="*/ 535737 h 1030327"/>
                        <a:gd name="connsiteX4" fmla="*/ 613713 w 1051178"/>
                        <a:gd name="connsiteY4" fmla="*/ 936636 h 1030327"/>
                        <a:gd name="connsiteX5" fmla="*/ 69663 w 1051178"/>
                        <a:gd name="connsiteY5" fmla="*/ 871971 h 1030327"/>
                        <a:gd name="connsiteX6" fmla="*/ 122449 w 1051178"/>
                        <a:gd name="connsiteY6" fmla="*/ 395289 h 1030327"/>
                        <a:gd name="connsiteX7" fmla="*/ 460001 w 1051178"/>
                        <a:gd name="connsiteY7" fmla="*/ 599641 h 1030327"/>
                        <a:gd name="connsiteX0" fmla="*/ 363975 w 1034653"/>
                        <a:gd name="connsiteY0" fmla="*/ 213173 h 1030327"/>
                        <a:gd name="connsiteX1" fmla="*/ 551904 w 1034653"/>
                        <a:gd name="connsiteY1" fmla="*/ 0 h 1030327"/>
                        <a:gd name="connsiteX2" fmla="*/ 692149 w 1034653"/>
                        <a:gd name="connsiteY2" fmla="*/ 311345 h 1030327"/>
                        <a:gd name="connsiteX3" fmla="*/ 1034653 w 1034653"/>
                        <a:gd name="connsiteY3" fmla="*/ 538491 h 1030327"/>
                        <a:gd name="connsiteX4" fmla="*/ 613713 w 1034653"/>
                        <a:gd name="connsiteY4" fmla="*/ 936636 h 1030327"/>
                        <a:gd name="connsiteX5" fmla="*/ 69663 w 1034653"/>
                        <a:gd name="connsiteY5" fmla="*/ 871971 h 1030327"/>
                        <a:gd name="connsiteX6" fmla="*/ 122449 w 1034653"/>
                        <a:gd name="connsiteY6" fmla="*/ 395289 h 1030327"/>
                        <a:gd name="connsiteX7" fmla="*/ 460001 w 1034653"/>
                        <a:gd name="connsiteY7" fmla="*/ 599641 h 1030327"/>
                        <a:gd name="connsiteX0" fmla="*/ 363975 w 1037690"/>
                        <a:gd name="connsiteY0" fmla="*/ 213173 h 1030327"/>
                        <a:gd name="connsiteX1" fmla="*/ 551904 w 1037690"/>
                        <a:gd name="connsiteY1" fmla="*/ 0 h 1030327"/>
                        <a:gd name="connsiteX2" fmla="*/ 692149 w 1037690"/>
                        <a:gd name="connsiteY2" fmla="*/ 311345 h 1030327"/>
                        <a:gd name="connsiteX3" fmla="*/ 1034653 w 1037690"/>
                        <a:gd name="connsiteY3" fmla="*/ 538491 h 1030327"/>
                        <a:gd name="connsiteX4" fmla="*/ 613713 w 1037690"/>
                        <a:gd name="connsiteY4" fmla="*/ 936636 h 1030327"/>
                        <a:gd name="connsiteX5" fmla="*/ 69663 w 1037690"/>
                        <a:gd name="connsiteY5" fmla="*/ 871971 h 1030327"/>
                        <a:gd name="connsiteX6" fmla="*/ 122449 w 1037690"/>
                        <a:gd name="connsiteY6" fmla="*/ 395289 h 1030327"/>
                        <a:gd name="connsiteX7" fmla="*/ 460001 w 1037690"/>
                        <a:gd name="connsiteY7" fmla="*/ 599641 h 1030327"/>
                        <a:gd name="connsiteX0" fmla="*/ 363975 w 1037917"/>
                        <a:gd name="connsiteY0" fmla="*/ 213173 h 1030327"/>
                        <a:gd name="connsiteX1" fmla="*/ 551904 w 1037917"/>
                        <a:gd name="connsiteY1" fmla="*/ 0 h 1030327"/>
                        <a:gd name="connsiteX2" fmla="*/ 692149 w 1037917"/>
                        <a:gd name="connsiteY2" fmla="*/ 311345 h 1030327"/>
                        <a:gd name="connsiteX3" fmla="*/ 1034653 w 1037917"/>
                        <a:gd name="connsiteY3" fmla="*/ 538491 h 1030327"/>
                        <a:gd name="connsiteX4" fmla="*/ 613713 w 1037917"/>
                        <a:gd name="connsiteY4" fmla="*/ 936636 h 1030327"/>
                        <a:gd name="connsiteX5" fmla="*/ 69663 w 1037917"/>
                        <a:gd name="connsiteY5" fmla="*/ 871971 h 1030327"/>
                        <a:gd name="connsiteX6" fmla="*/ 122449 w 1037917"/>
                        <a:gd name="connsiteY6" fmla="*/ 395289 h 1030327"/>
                        <a:gd name="connsiteX7" fmla="*/ 460001 w 1037917"/>
                        <a:gd name="connsiteY7" fmla="*/ 599641 h 1030327"/>
                        <a:gd name="connsiteX0" fmla="*/ 363975 w 1046257"/>
                        <a:gd name="connsiteY0" fmla="*/ 213173 h 1030327"/>
                        <a:gd name="connsiteX1" fmla="*/ 551904 w 1046257"/>
                        <a:gd name="connsiteY1" fmla="*/ 0 h 1030327"/>
                        <a:gd name="connsiteX2" fmla="*/ 692149 w 1046257"/>
                        <a:gd name="connsiteY2" fmla="*/ 311345 h 1030327"/>
                        <a:gd name="connsiteX3" fmla="*/ 1034653 w 1046257"/>
                        <a:gd name="connsiteY3" fmla="*/ 538491 h 1030327"/>
                        <a:gd name="connsiteX4" fmla="*/ 613713 w 1046257"/>
                        <a:gd name="connsiteY4" fmla="*/ 936636 h 1030327"/>
                        <a:gd name="connsiteX5" fmla="*/ 69663 w 1046257"/>
                        <a:gd name="connsiteY5" fmla="*/ 871971 h 1030327"/>
                        <a:gd name="connsiteX6" fmla="*/ 122449 w 1046257"/>
                        <a:gd name="connsiteY6" fmla="*/ 395289 h 1030327"/>
                        <a:gd name="connsiteX7" fmla="*/ 460001 w 1046257"/>
                        <a:gd name="connsiteY7" fmla="*/ 599641 h 1030327"/>
                        <a:gd name="connsiteX0" fmla="*/ 363975 w 1046257"/>
                        <a:gd name="connsiteY0" fmla="*/ 213173 h 1030327"/>
                        <a:gd name="connsiteX1" fmla="*/ 551904 w 1046257"/>
                        <a:gd name="connsiteY1" fmla="*/ 0 h 1030327"/>
                        <a:gd name="connsiteX2" fmla="*/ 692149 w 1046257"/>
                        <a:gd name="connsiteY2" fmla="*/ 311345 h 1030327"/>
                        <a:gd name="connsiteX3" fmla="*/ 1034653 w 1046257"/>
                        <a:gd name="connsiteY3" fmla="*/ 538491 h 1030327"/>
                        <a:gd name="connsiteX4" fmla="*/ 613713 w 1046257"/>
                        <a:gd name="connsiteY4" fmla="*/ 936636 h 1030327"/>
                        <a:gd name="connsiteX5" fmla="*/ 69663 w 1046257"/>
                        <a:gd name="connsiteY5" fmla="*/ 871971 h 1030327"/>
                        <a:gd name="connsiteX6" fmla="*/ 122449 w 1046257"/>
                        <a:gd name="connsiteY6" fmla="*/ 395289 h 1030327"/>
                        <a:gd name="connsiteX7" fmla="*/ 460001 w 1046257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92149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92149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2870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2870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2870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2870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830 h 1030984"/>
                        <a:gd name="connsiteX1" fmla="*/ 551904 w 1041370"/>
                        <a:gd name="connsiteY1" fmla="*/ 657 h 1030984"/>
                        <a:gd name="connsiteX2" fmla="*/ 675624 w 1041370"/>
                        <a:gd name="connsiteY2" fmla="*/ 300985 h 1030984"/>
                        <a:gd name="connsiteX3" fmla="*/ 1034653 w 1041370"/>
                        <a:gd name="connsiteY3" fmla="*/ 539148 h 1030984"/>
                        <a:gd name="connsiteX4" fmla="*/ 613713 w 1041370"/>
                        <a:gd name="connsiteY4" fmla="*/ 937293 h 1030984"/>
                        <a:gd name="connsiteX5" fmla="*/ 69663 w 1041370"/>
                        <a:gd name="connsiteY5" fmla="*/ 872628 h 1030984"/>
                        <a:gd name="connsiteX6" fmla="*/ 122449 w 1041370"/>
                        <a:gd name="connsiteY6" fmla="*/ 395946 h 1030984"/>
                        <a:gd name="connsiteX7" fmla="*/ 460001 w 1041370"/>
                        <a:gd name="connsiteY7" fmla="*/ 600298 h 1030984"/>
                        <a:gd name="connsiteX0" fmla="*/ 363975 w 1041370"/>
                        <a:gd name="connsiteY0" fmla="*/ 213830 h 1030984"/>
                        <a:gd name="connsiteX1" fmla="*/ 551904 w 1041370"/>
                        <a:gd name="connsiteY1" fmla="*/ 657 h 1030984"/>
                        <a:gd name="connsiteX2" fmla="*/ 675624 w 1041370"/>
                        <a:gd name="connsiteY2" fmla="*/ 300985 h 1030984"/>
                        <a:gd name="connsiteX3" fmla="*/ 1034653 w 1041370"/>
                        <a:gd name="connsiteY3" fmla="*/ 539148 h 1030984"/>
                        <a:gd name="connsiteX4" fmla="*/ 613713 w 1041370"/>
                        <a:gd name="connsiteY4" fmla="*/ 937293 h 1030984"/>
                        <a:gd name="connsiteX5" fmla="*/ 69663 w 1041370"/>
                        <a:gd name="connsiteY5" fmla="*/ 872628 h 1030984"/>
                        <a:gd name="connsiteX6" fmla="*/ 122449 w 1041370"/>
                        <a:gd name="connsiteY6" fmla="*/ 395946 h 1030984"/>
                        <a:gd name="connsiteX7" fmla="*/ 460001 w 1041370"/>
                        <a:gd name="connsiteY7" fmla="*/ 600298 h 1030984"/>
                        <a:gd name="connsiteX0" fmla="*/ 363975 w 1041370"/>
                        <a:gd name="connsiteY0" fmla="*/ 213830 h 1030984"/>
                        <a:gd name="connsiteX1" fmla="*/ 551904 w 1041370"/>
                        <a:gd name="connsiteY1" fmla="*/ 657 h 1030984"/>
                        <a:gd name="connsiteX2" fmla="*/ 675624 w 1041370"/>
                        <a:gd name="connsiteY2" fmla="*/ 300985 h 1030984"/>
                        <a:gd name="connsiteX3" fmla="*/ 1034653 w 1041370"/>
                        <a:gd name="connsiteY3" fmla="*/ 539148 h 1030984"/>
                        <a:gd name="connsiteX4" fmla="*/ 613713 w 1041370"/>
                        <a:gd name="connsiteY4" fmla="*/ 937293 h 1030984"/>
                        <a:gd name="connsiteX5" fmla="*/ 69663 w 1041370"/>
                        <a:gd name="connsiteY5" fmla="*/ 872628 h 1030984"/>
                        <a:gd name="connsiteX6" fmla="*/ 122449 w 1041370"/>
                        <a:gd name="connsiteY6" fmla="*/ 395946 h 1030984"/>
                        <a:gd name="connsiteX7" fmla="*/ 460001 w 1041370"/>
                        <a:gd name="connsiteY7" fmla="*/ 600298 h 1030984"/>
                        <a:gd name="connsiteX0" fmla="*/ 363975 w 1041370"/>
                        <a:gd name="connsiteY0" fmla="*/ 213270 h 1030424"/>
                        <a:gd name="connsiteX1" fmla="*/ 551904 w 1041370"/>
                        <a:gd name="connsiteY1" fmla="*/ 97 h 1030424"/>
                        <a:gd name="connsiteX2" fmla="*/ 675624 w 1041370"/>
                        <a:gd name="connsiteY2" fmla="*/ 300425 h 1030424"/>
                        <a:gd name="connsiteX3" fmla="*/ 1034653 w 1041370"/>
                        <a:gd name="connsiteY3" fmla="*/ 538588 h 1030424"/>
                        <a:gd name="connsiteX4" fmla="*/ 613713 w 1041370"/>
                        <a:gd name="connsiteY4" fmla="*/ 936733 h 1030424"/>
                        <a:gd name="connsiteX5" fmla="*/ 69663 w 1041370"/>
                        <a:gd name="connsiteY5" fmla="*/ 872068 h 1030424"/>
                        <a:gd name="connsiteX6" fmla="*/ 122449 w 1041370"/>
                        <a:gd name="connsiteY6" fmla="*/ 395386 h 1030424"/>
                        <a:gd name="connsiteX7" fmla="*/ 460001 w 1041370"/>
                        <a:gd name="connsiteY7" fmla="*/ 599738 h 1030424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15934 w 1041370"/>
                        <a:gd name="connsiteY7" fmla="*/ 693285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15934 w 1041370"/>
                        <a:gd name="connsiteY7" fmla="*/ 693285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15934 w 1041370"/>
                        <a:gd name="connsiteY7" fmla="*/ 693285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07671 w 1041370"/>
                        <a:gd name="connsiteY7" fmla="*/ 709810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07671 w 1041370"/>
                        <a:gd name="connsiteY7" fmla="*/ 709810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07671 w 1041370"/>
                        <a:gd name="connsiteY7" fmla="*/ 709810 h 1030327"/>
                        <a:gd name="connsiteX0" fmla="*/ 408043 w 1041266"/>
                        <a:gd name="connsiteY0" fmla="*/ 237961 h 1016230"/>
                        <a:gd name="connsiteX1" fmla="*/ 551904 w 1041266"/>
                        <a:gd name="connsiteY1" fmla="*/ 0 h 1016230"/>
                        <a:gd name="connsiteX2" fmla="*/ 675624 w 1041266"/>
                        <a:gd name="connsiteY2" fmla="*/ 300328 h 1016230"/>
                        <a:gd name="connsiteX3" fmla="*/ 1034653 w 1041266"/>
                        <a:gd name="connsiteY3" fmla="*/ 538491 h 1016230"/>
                        <a:gd name="connsiteX4" fmla="*/ 610959 w 1041266"/>
                        <a:gd name="connsiteY4" fmla="*/ 914602 h 1016230"/>
                        <a:gd name="connsiteX5" fmla="*/ 69663 w 1041266"/>
                        <a:gd name="connsiteY5" fmla="*/ 871971 h 1016230"/>
                        <a:gd name="connsiteX6" fmla="*/ 122449 w 1041266"/>
                        <a:gd name="connsiteY6" fmla="*/ 395289 h 1016230"/>
                        <a:gd name="connsiteX7" fmla="*/ 407671 w 1041266"/>
                        <a:gd name="connsiteY7" fmla="*/ 709810 h 1016230"/>
                        <a:gd name="connsiteX0" fmla="*/ 408043 w 1042386"/>
                        <a:gd name="connsiteY0" fmla="*/ 237961 h 1016230"/>
                        <a:gd name="connsiteX1" fmla="*/ 551904 w 1042386"/>
                        <a:gd name="connsiteY1" fmla="*/ 0 h 1016230"/>
                        <a:gd name="connsiteX2" fmla="*/ 675624 w 1042386"/>
                        <a:gd name="connsiteY2" fmla="*/ 300328 h 1016230"/>
                        <a:gd name="connsiteX3" fmla="*/ 1034653 w 1042386"/>
                        <a:gd name="connsiteY3" fmla="*/ 538491 h 1016230"/>
                        <a:gd name="connsiteX4" fmla="*/ 610959 w 1042386"/>
                        <a:gd name="connsiteY4" fmla="*/ 914602 h 1016230"/>
                        <a:gd name="connsiteX5" fmla="*/ 69663 w 1042386"/>
                        <a:gd name="connsiteY5" fmla="*/ 871971 h 1016230"/>
                        <a:gd name="connsiteX6" fmla="*/ 122449 w 1042386"/>
                        <a:gd name="connsiteY6" fmla="*/ 395289 h 1016230"/>
                        <a:gd name="connsiteX7" fmla="*/ 407671 w 1042386"/>
                        <a:gd name="connsiteY7" fmla="*/ 709810 h 1016230"/>
                        <a:gd name="connsiteX0" fmla="*/ 408043 w 1042386"/>
                        <a:gd name="connsiteY0" fmla="*/ 237961 h 1031503"/>
                        <a:gd name="connsiteX1" fmla="*/ 551904 w 1042386"/>
                        <a:gd name="connsiteY1" fmla="*/ 0 h 1031503"/>
                        <a:gd name="connsiteX2" fmla="*/ 675624 w 1042386"/>
                        <a:gd name="connsiteY2" fmla="*/ 300328 h 1031503"/>
                        <a:gd name="connsiteX3" fmla="*/ 1034653 w 1042386"/>
                        <a:gd name="connsiteY3" fmla="*/ 538491 h 1031503"/>
                        <a:gd name="connsiteX4" fmla="*/ 610959 w 1042386"/>
                        <a:gd name="connsiteY4" fmla="*/ 914602 h 1031503"/>
                        <a:gd name="connsiteX5" fmla="*/ 69663 w 1042386"/>
                        <a:gd name="connsiteY5" fmla="*/ 871971 h 1031503"/>
                        <a:gd name="connsiteX6" fmla="*/ 122449 w 1042386"/>
                        <a:gd name="connsiteY6" fmla="*/ 395289 h 1031503"/>
                        <a:gd name="connsiteX7" fmla="*/ 407671 w 1042386"/>
                        <a:gd name="connsiteY7" fmla="*/ 709810 h 1031503"/>
                        <a:gd name="connsiteX0" fmla="*/ 408043 w 1040983"/>
                        <a:gd name="connsiteY0" fmla="*/ 237961 h 1031503"/>
                        <a:gd name="connsiteX1" fmla="*/ 551904 w 1040983"/>
                        <a:gd name="connsiteY1" fmla="*/ 0 h 1031503"/>
                        <a:gd name="connsiteX2" fmla="*/ 675624 w 1040983"/>
                        <a:gd name="connsiteY2" fmla="*/ 300328 h 1031503"/>
                        <a:gd name="connsiteX3" fmla="*/ 1034653 w 1040983"/>
                        <a:gd name="connsiteY3" fmla="*/ 538491 h 1031503"/>
                        <a:gd name="connsiteX4" fmla="*/ 610959 w 1040983"/>
                        <a:gd name="connsiteY4" fmla="*/ 914602 h 1031503"/>
                        <a:gd name="connsiteX5" fmla="*/ 69663 w 1040983"/>
                        <a:gd name="connsiteY5" fmla="*/ 871971 h 1031503"/>
                        <a:gd name="connsiteX6" fmla="*/ 122449 w 1040983"/>
                        <a:gd name="connsiteY6" fmla="*/ 395289 h 1031503"/>
                        <a:gd name="connsiteX7" fmla="*/ 407671 w 1040983"/>
                        <a:gd name="connsiteY7" fmla="*/ 709810 h 1031503"/>
                        <a:gd name="connsiteX0" fmla="*/ 408043 w 1040983"/>
                        <a:gd name="connsiteY0" fmla="*/ 237961 h 1036239"/>
                        <a:gd name="connsiteX1" fmla="*/ 551904 w 1040983"/>
                        <a:gd name="connsiteY1" fmla="*/ 0 h 1036239"/>
                        <a:gd name="connsiteX2" fmla="*/ 675624 w 1040983"/>
                        <a:gd name="connsiteY2" fmla="*/ 300328 h 1036239"/>
                        <a:gd name="connsiteX3" fmla="*/ 1034653 w 1040983"/>
                        <a:gd name="connsiteY3" fmla="*/ 538491 h 1036239"/>
                        <a:gd name="connsiteX4" fmla="*/ 610959 w 1040983"/>
                        <a:gd name="connsiteY4" fmla="*/ 914602 h 1036239"/>
                        <a:gd name="connsiteX5" fmla="*/ 69663 w 1040983"/>
                        <a:gd name="connsiteY5" fmla="*/ 871971 h 1036239"/>
                        <a:gd name="connsiteX6" fmla="*/ 122449 w 1040983"/>
                        <a:gd name="connsiteY6" fmla="*/ 395289 h 1036239"/>
                        <a:gd name="connsiteX7" fmla="*/ 407671 w 1040983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75624 w 1040106"/>
                        <a:gd name="connsiteY2" fmla="*/ 300328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2163"/>
                        <a:gd name="connsiteY0" fmla="*/ 237961 h 1036239"/>
                        <a:gd name="connsiteX1" fmla="*/ 551904 w 1042163"/>
                        <a:gd name="connsiteY1" fmla="*/ 0 h 1036239"/>
                        <a:gd name="connsiteX2" fmla="*/ 694904 w 1042163"/>
                        <a:gd name="connsiteY2" fmla="*/ 308591 h 1036239"/>
                        <a:gd name="connsiteX3" fmla="*/ 1034653 w 1042163"/>
                        <a:gd name="connsiteY3" fmla="*/ 538491 h 1036239"/>
                        <a:gd name="connsiteX4" fmla="*/ 610959 w 1042163"/>
                        <a:gd name="connsiteY4" fmla="*/ 914602 h 1036239"/>
                        <a:gd name="connsiteX5" fmla="*/ 69663 w 1042163"/>
                        <a:gd name="connsiteY5" fmla="*/ 871971 h 1036239"/>
                        <a:gd name="connsiteX6" fmla="*/ 122449 w 1042163"/>
                        <a:gd name="connsiteY6" fmla="*/ 395289 h 1036239"/>
                        <a:gd name="connsiteX7" fmla="*/ 407671 w 1042163"/>
                        <a:gd name="connsiteY7" fmla="*/ 709810 h 10362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42163" h="1036239">
                          <a:moveTo>
                            <a:pt x="408043" y="237961"/>
                          </a:moveTo>
                          <a:cubicBezTo>
                            <a:pt x="343992" y="128344"/>
                            <a:pt x="425913" y="2202"/>
                            <a:pt x="551904" y="0"/>
                          </a:cubicBezTo>
                          <a:cubicBezTo>
                            <a:pt x="692297" y="9220"/>
                            <a:pt x="799637" y="145134"/>
                            <a:pt x="694904" y="308591"/>
                          </a:cubicBezTo>
                          <a:cubicBezTo>
                            <a:pt x="913733" y="254856"/>
                            <a:pt x="1005866" y="388412"/>
                            <a:pt x="1034653" y="538491"/>
                          </a:cubicBezTo>
                          <a:cubicBezTo>
                            <a:pt x="1080710" y="748323"/>
                            <a:pt x="911934" y="1029765"/>
                            <a:pt x="610959" y="914602"/>
                          </a:cubicBezTo>
                          <a:cubicBezTo>
                            <a:pt x="529678" y="1130828"/>
                            <a:pt x="156451" y="1022057"/>
                            <a:pt x="69663" y="871971"/>
                          </a:cubicBezTo>
                          <a:cubicBezTo>
                            <a:pt x="-4549" y="766325"/>
                            <a:pt x="-59482" y="489919"/>
                            <a:pt x="122449" y="395289"/>
                          </a:cubicBezTo>
                          <a:cubicBezTo>
                            <a:pt x="315758" y="274283"/>
                            <a:pt x="605462" y="514080"/>
                            <a:pt x="407671" y="709810"/>
                          </a:cubicBezTo>
                        </a:path>
                      </a:pathLst>
                    </a:custGeom>
                    <a:noFill/>
                    <a:ln w="317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1"/>
                    </a:p>
                  </p:txBody>
                </p:sp>
                <p:sp>
                  <p:nvSpPr>
                    <p:cNvPr id="23" name="자유형: 도형 46">
                      <a:extLst>
                        <a:ext uri="{FF2B5EF4-FFF2-40B4-BE49-F238E27FC236}">
                          <a16:creationId xmlns:a16="http://schemas.microsoft.com/office/drawing/2014/main" id="{FA63C6F9-01DD-46CF-B8BE-D9E0DE8AB9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50565" y="3902140"/>
                      <a:ext cx="223711" cy="335071"/>
                    </a:xfrm>
                    <a:custGeom>
                      <a:avLst/>
                      <a:gdLst>
                        <a:gd name="connsiteX0" fmla="*/ 0 w 210368"/>
                        <a:gd name="connsiteY0" fmla="*/ 692812 h 692812"/>
                        <a:gd name="connsiteX1" fmla="*/ 145855 w 210368"/>
                        <a:gd name="connsiteY1" fmla="*/ 0 h 692812"/>
                        <a:gd name="connsiteX2" fmla="*/ 210368 w 210368"/>
                        <a:gd name="connsiteY2" fmla="*/ 350614 h 692812"/>
                        <a:gd name="connsiteX0" fmla="*/ 0 w 204758"/>
                        <a:gd name="connsiteY0" fmla="*/ 692812 h 692812"/>
                        <a:gd name="connsiteX1" fmla="*/ 145855 w 204758"/>
                        <a:gd name="connsiteY1" fmla="*/ 0 h 692812"/>
                        <a:gd name="connsiteX2" fmla="*/ 204758 w 204758"/>
                        <a:gd name="connsiteY2" fmla="*/ 350614 h 692812"/>
                        <a:gd name="connsiteX0" fmla="*/ 0 w 259110"/>
                        <a:gd name="connsiteY0" fmla="*/ 692812 h 692812"/>
                        <a:gd name="connsiteX1" fmla="*/ 145855 w 259110"/>
                        <a:gd name="connsiteY1" fmla="*/ 0 h 692812"/>
                        <a:gd name="connsiteX2" fmla="*/ 204758 w 259110"/>
                        <a:gd name="connsiteY2" fmla="*/ 350614 h 692812"/>
                        <a:gd name="connsiteX0" fmla="*/ 0 w 259110"/>
                        <a:gd name="connsiteY0" fmla="*/ 670372 h 670372"/>
                        <a:gd name="connsiteX1" fmla="*/ 145855 w 259110"/>
                        <a:gd name="connsiteY1" fmla="*/ 0 h 670372"/>
                        <a:gd name="connsiteX2" fmla="*/ 204758 w 259110"/>
                        <a:gd name="connsiteY2" fmla="*/ 328174 h 670372"/>
                        <a:gd name="connsiteX0" fmla="*/ 0 w 276458"/>
                        <a:gd name="connsiteY0" fmla="*/ 670372 h 670372"/>
                        <a:gd name="connsiteX1" fmla="*/ 145855 w 276458"/>
                        <a:gd name="connsiteY1" fmla="*/ 0 h 670372"/>
                        <a:gd name="connsiteX2" fmla="*/ 204758 w 276458"/>
                        <a:gd name="connsiteY2" fmla="*/ 328174 h 670372"/>
                        <a:gd name="connsiteX0" fmla="*/ 0 w 276458"/>
                        <a:gd name="connsiteY0" fmla="*/ 670381 h 670381"/>
                        <a:gd name="connsiteX1" fmla="*/ 145855 w 276458"/>
                        <a:gd name="connsiteY1" fmla="*/ 9 h 670381"/>
                        <a:gd name="connsiteX2" fmla="*/ 204758 w 276458"/>
                        <a:gd name="connsiteY2" fmla="*/ 328183 h 670381"/>
                        <a:gd name="connsiteX0" fmla="*/ 17567 w 294025"/>
                        <a:gd name="connsiteY0" fmla="*/ 670381 h 670381"/>
                        <a:gd name="connsiteX1" fmla="*/ 163422 w 294025"/>
                        <a:gd name="connsiteY1" fmla="*/ 9 h 670381"/>
                        <a:gd name="connsiteX2" fmla="*/ 222325 w 294025"/>
                        <a:gd name="connsiteY2" fmla="*/ 328183 h 670381"/>
                        <a:gd name="connsiteX0" fmla="*/ 17567 w 327330"/>
                        <a:gd name="connsiteY0" fmla="*/ 671068 h 671068"/>
                        <a:gd name="connsiteX1" fmla="*/ 163422 w 327330"/>
                        <a:gd name="connsiteY1" fmla="*/ 696 h 671068"/>
                        <a:gd name="connsiteX2" fmla="*/ 222325 w 327330"/>
                        <a:gd name="connsiteY2" fmla="*/ 328870 h 671068"/>
                        <a:gd name="connsiteX0" fmla="*/ 17567 w 321664"/>
                        <a:gd name="connsiteY0" fmla="*/ 671068 h 671068"/>
                        <a:gd name="connsiteX1" fmla="*/ 163422 w 321664"/>
                        <a:gd name="connsiteY1" fmla="*/ 696 h 671068"/>
                        <a:gd name="connsiteX2" fmla="*/ 222325 w 321664"/>
                        <a:gd name="connsiteY2" fmla="*/ 328870 h 671068"/>
                        <a:gd name="connsiteX0" fmla="*/ 18431 w 322528"/>
                        <a:gd name="connsiteY0" fmla="*/ 671068 h 671068"/>
                        <a:gd name="connsiteX1" fmla="*/ 164286 w 322528"/>
                        <a:gd name="connsiteY1" fmla="*/ 696 h 671068"/>
                        <a:gd name="connsiteX2" fmla="*/ 223189 w 322528"/>
                        <a:gd name="connsiteY2" fmla="*/ 328870 h 671068"/>
                        <a:gd name="connsiteX0" fmla="*/ 18431 w 311947"/>
                        <a:gd name="connsiteY0" fmla="*/ 671151 h 671151"/>
                        <a:gd name="connsiteX1" fmla="*/ 164286 w 311947"/>
                        <a:gd name="connsiteY1" fmla="*/ 779 h 671151"/>
                        <a:gd name="connsiteX2" fmla="*/ 203910 w 311947"/>
                        <a:gd name="connsiteY2" fmla="*/ 312427 h 671151"/>
                        <a:gd name="connsiteX0" fmla="*/ 18431 w 319515"/>
                        <a:gd name="connsiteY0" fmla="*/ 670768 h 670768"/>
                        <a:gd name="connsiteX1" fmla="*/ 164286 w 319515"/>
                        <a:gd name="connsiteY1" fmla="*/ 396 h 670768"/>
                        <a:gd name="connsiteX2" fmla="*/ 203910 w 319515"/>
                        <a:gd name="connsiteY2" fmla="*/ 312044 h 670768"/>
                        <a:gd name="connsiteX0" fmla="*/ 16717 w 317801"/>
                        <a:gd name="connsiteY0" fmla="*/ 670768 h 670768"/>
                        <a:gd name="connsiteX1" fmla="*/ 162572 w 317801"/>
                        <a:gd name="connsiteY1" fmla="*/ 396 h 670768"/>
                        <a:gd name="connsiteX2" fmla="*/ 202196 w 317801"/>
                        <a:gd name="connsiteY2" fmla="*/ 312044 h 670768"/>
                        <a:gd name="connsiteX0" fmla="*/ 16717 w 320719"/>
                        <a:gd name="connsiteY0" fmla="*/ 670412 h 670412"/>
                        <a:gd name="connsiteX1" fmla="*/ 162572 w 320719"/>
                        <a:gd name="connsiteY1" fmla="*/ 40 h 670412"/>
                        <a:gd name="connsiteX2" fmla="*/ 202196 w 320719"/>
                        <a:gd name="connsiteY2" fmla="*/ 311688 h 670412"/>
                        <a:gd name="connsiteX0" fmla="*/ 16717 w 314294"/>
                        <a:gd name="connsiteY0" fmla="*/ 670412 h 670412"/>
                        <a:gd name="connsiteX1" fmla="*/ 162572 w 314294"/>
                        <a:gd name="connsiteY1" fmla="*/ 40 h 670412"/>
                        <a:gd name="connsiteX2" fmla="*/ 202196 w 314294"/>
                        <a:gd name="connsiteY2" fmla="*/ 311688 h 670412"/>
                        <a:gd name="connsiteX0" fmla="*/ 20002 w 313692"/>
                        <a:gd name="connsiteY0" fmla="*/ 684181 h 684181"/>
                        <a:gd name="connsiteX1" fmla="*/ 157594 w 313692"/>
                        <a:gd name="connsiteY1" fmla="*/ 38 h 684181"/>
                        <a:gd name="connsiteX2" fmla="*/ 205481 w 313692"/>
                        <a:gd name="connsiteY2" fmla="*/ 325457 h 684181"/>
                        <a:gd name="connsiteX0" fmla="*/ 20002 w 335146"/>
                        <a:gd name="connsiteY0" fmla="*/ 684143 h 684143"/>
                        <a:gd name="connsiteX1" fmla="*/ 157594 w 335146"/>
                        <a:gd name="connsiteY1" fmla="*/ 0 h 684143"/>
                        <a:gd name="connsiteX2" fmla="*/ 205481 w 335146"/>
                        <a:gd name="connsiteY2" fmla="*/ 325419 h 684143"/>
                        <a:gd name="connsiteX0" fmla="*/ 20002 w 322593"/>
                        <a:gd name="connsiteY0" fmla="*/ 684143 h 684143"/>
                        <a:gd name="connsiteX1" fmla="*/ 157594 w 322593"/>
                        <a:gd name="connsiteY1" fmla="*/ 0 h 684143"/>
                        <a:gd name="connsiteX2" fmla="*/ 177939 w 322593"/>
                        <a:gd name="connsiteY2" fmla="*/ 275843 h 684143"/>
                        <a:gd name="connsiteX0" fmla="*/ 20002 w 322593"/>
                        <a:gd name="connsiteY0" fmla="*/ 684143 h 684143"/>
                        <a:gd name="connsiteX1" fmla="*/ 157594 w 322593"/>
                        <a:gd name="connsiteY1" fmla="*/ 0 h 684143"/>
                        <a:gd name="connsiteX2" fmla="*/ 177939 w 322593"/>
                        <a:gd name="connsiteY2" fmla="*/ 275843 h 684143"/>
                        <a:gd name="connsiteX0" fmla="*/ 20002 w 305016"/>
                        <a:gd name="connsiteY0" fmla="*/ 684145 h 684145"/>
                        <a:gd name="connsiteX1" fmla="*/ 157594 w 305016"/>
                        <a:gd name="connsiteY1" fmla="*/ 2 h 684145"/>
                        <a:gd name="connsiteX2" fmla="*/ 177939 w 305016"/>
                        <a:gd name="connsiteY2" fmla="*/ 275845 h 684145"/>
                        <a:gd name="connsiteX0" fmla="*/ 20002 w 305016"/>
                        <a:gd name="connsiteY0" fmla="*/ 684145 h 684145"/>
                        <a:gd name="connsiteX1" fmla="*/ 157594 w 305016"/>
                        <a:gd name="connsiteY1" fmla="*/ 2 h 684145"/>
                        <a:gd name="connsiteX2" fmla="*/ 177939 w 305016"/>
                        <a:gd name="connsiteY2" fmla="*/ 275845 h 684145"/>
                        <a:gd name="connsiteX0" fmla="*/ 11876 w 318923"/>
                        <a:gd name="connsiteY0" fmla="*/ 463808 h 463808"/>
                        <a:gd name="connsiteX1" fmla="*/ 171501 w 318923"/>
                        <a:gd name="connsiteY1" fmla="*/ 2 h 463808"/>
                        <a:gd name="connsiteX2" fmla="*/ 191846 w 318923"/>
                        <a:gd name="connsiteY2" fmla="*/ 275845 h 463808"/>
                        <a:gd name="connsiteX0" fmla="*/ 11876 w 318923"/>
                        <a:gd name="connsiteY0" fmla="*/ 444528 h 444528"/>
                        <a:gd name="connsiteX1" fmla="*/ 171501 w 318923"/>
                        <a:gd name="connsiteY1" fmla="*/ 2 h 444528"/>
                        <a:gd name="connsiteX2" fmla="*/ 191846 w 318923"/>
                        <a:gd name="connsiteY2" fmla="*/ 275845 h 444528"/>
                        <a:gd name="connsiteX0" fmla="*/ 1452 w 308499"/>
                        <a:gd name="connsiteY0" fmla="*/ 444528 h 444528"/>
                        <a:gd name="connsiteX1" fmla="*/ 161077 w 308499"/>
                        <a:gd name="connsiteY1" fmla="*/ 2 h 444528"/>
                        <a:gd name="connsiteX2" fmla="*/ 181422 w 308499"/>
                        <a:gd name="connsiteY2" fmla="*/ 275845 h 444528"/>
                        <a:gd name="connsiteX0" fmla="*/ 1452 w 296864"/>
                        <a:gd name="connsiteY0" fmla="*/ 444638 h 444638"/>
                        <a:gd name="connsiteX1" fmla="*/ 161077 w 296864"/>
                        <a:gd name="connsiteY1" fmla="*/ 112 h 444638"/>
                        <a:gd name="connsiteX2" fmla="*/ 181422 w 296864"/>
                        <a:gd name="connsiteY2" fmla="*/ 275955 h 4446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96864" h="444638">
                          <a:moveTo>
                            <a:pt x="1452" y="444638"/>
                          </a:moveTo>
                          <a:cubicBezTo>
                            <a:pt x="-2260" y="204656"/>
                            <a:pt x="-11482" y="8739"/>
                            <a:pt x="161077" y="112"/>
                          </a:cubicBezTo>
                          <a:cubicBezTo>
                            <a:pt x="350238" y="-6281"/>
                            <a:pt x="327228" y="262274"/>
                            <a:pt x="181422" y="275955"/>
                          </a:cubicBezTo>
                        </a:path>
                      </a:pathLst>
                    </a:custGeom>
                    <a:noFill/>
                    <a:ln w="317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1"/>
                    </a:p>
                  </p:txBody>
                </p:sp>
                <p:cxnSp>
                  <p:nvCxnSpPr>
                    <p:cNvPr id="24" name="직선 연결선 47">
                      <a:extLst>
                        <a:ext uri="{FF2B5EF4-FFF2-40B4-BE49-F238E27FC236}">
                          <a16:creationId xmlns:a16="http://schemas.microsoft.com/office/drawing/2014/main" id="{FE113593-7AB4-4ED6-848E-87D36FD65D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152008" y="3476077"/>
                      <a:ext cx="1188" cy="974737"/>
                    </a:xfrm>
                    <a:prstGeom prst="line">
                      <a:avLst/>
                    </a:prstGeom>
                    <a:ln w="317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" name="자유형: 도형 95">
                    <a:extLst>
                      <a:ext uri="{FF2B5EF4-FFF2-40B4-BE49-F238E27FC236}">
                        <a16:creationId xmlns:a16="http://schemas.microsoft.com/office/drawing/2014/main" id="{216D0676-D90C-40A5-B453-C60822AA117A}"/>
                      </a:ext>
                    </a:extLst>
                  </p:cNvPr>
                  <p:cNvSpPr/>
                  <p:nvPr/>
                </p:nvSpPr>
                <p:spPr>
                  <a:xfrm flipH="1">
                    <a:off x="3323392" y="61421"/>
                    <a:ext cx="2193989" cy="3316965"/>
                  </a:xfrm>
                  <a:custGeom>
                    <a:avLst/>
                    <a:gdLst>
                      <a:gd name="connsiteX0" fmla="*/ 467139 w 2385391"/>
                      <a:gd name="connsiteY0" fmla="*/ 0 h 3518453"/>
                      <a:gd name="connsiteX1" fmla="*/ 1023731 w 2385391"/>
                      <a:gd name="connsiteY1" fmla="*/ 357809 h 3518453"/>
                      <a:gd name="connsiteX2" fmla="*/ 1630018 w 2385391"/>
                      <a:gd name="connsiteY2" fmla="*/ 268357 h 3518453"/>
                      <a:gd name="connsiteX3" fmla="*/ 1789044 w 2385391"/>
                      <a:gd name="connsiteY3" fmla="*/ 715618 h 3518453"/>
                      <a:gd name="connsiteX4" fmla="*/ 2216426 w 2385391"/>
                      <a:gd name="connsiteY4" fmla="*/ 1063487 h 3518453"/>
                      <a:gd name="connsiteX5" fmla="*/ 2037522 w 2385391"/>
                      <a:gd name="connsiteY5" fmla="*/ 1639957 h 3518453"/>
                      <a:gd name="connsiteX6" fmla="*/ 2385391 w 2385391"/>
                      <a:gd name="connsiteY6" fmla="*/ 2057400 h 3518453"/>
                      <a:gd name="connsiteX7" fmla="*/ 1938131 w 2385391"/>
                      <a:gd name="connsiteY7" fmla="*/ 2643809 h 3518453"/>
                      <a:gd name="connsiteX8" fmla="*/ 1719470 w 2385391"/>
                      <a:gd name="connsiteY8" fmla="*/ 3299792 h 3518453"/>
                      <a:gd name="connsiteX9" fmla="*/ 1033670 w 2385391"/>
                      <a:gd name="connsiteY9" fmla="*/ 3349487 h 3518453"/>
                      <a:gd name="connsiteX10" fmla="*/ 357809 w 2385391"/>
                      <a:gd name="connsiteY10" fmla="*/ 3518453 h 3518453"/>
                      <a:gd name="connsiteX11" fmla="*/ 0 w 2385391"/>
                      <a:gd name="connsiteY11" fmla="*/ 2733261 h 3518453"/>
                      <a:gd name="connsiteX12" fmla="*/ 9939 w 2385391"/>
                      <a:gd name="connsiteY12" fmla="*/ 536713 h 3518453"/>
                      <a:gd name="connsiteX13" fmla="*/ 467139 w 2385391"/>
                      <a:gd name="connsiteY13" fmla="*/ 0 h 3518453"/>
                      <a:gd name="connsiteX0" fmla="*/ 467139 w 2385391"/>
                      <a:gd name="connsiteY0" fmla="*/ 0 h 3518453"/>
                      <a:gd name="connsiteX1" fmla="*/ 1023731 w 2385391"/>
                      <a:gd name="connsiteY1" fmla="*/ 357809 h 3518453"/>
                      <a:gd name="connsiteX2" fmla="*/ 1630018 w 2385391"/>
                      <a:gd name="connsiteY2" fmla="*/ 268357 h 3518453"/>
                      <a:gd name="connsiteX3" fmla="*/ 1789044 w 2385391"/>
                      <a:gd name="connsiteY3" fmla="*/ 715618 h 3518453"/>
                      <a:gd name="connsiteX4" fmla="*/ 2216426 w 2385391"/>
                      <a:gd name="connsiteY4" fmla="*/ 1063487 h 3518453"/>
                      <a:gd name="connsiteX5" fmla="*/ 2037522 w 2385391"/>
                      <a:gd name="connsiteY5" fmla="*/ 1639957 h 3518453"/>
                      <a:gd name="connsiteX6" fmla="*/ 2385391 w 2385391"/>
                      <a:gd name="connsiteY6" fmla="*/ 2057400 h 3518453"/>
                      <a:gd name="connsiteX7" fmla="*/ 1938131 w 2385391"/>
                      <a:gd name="connsiteY7" fmla="*/ 2643809 h 3518453"/>
                      <a:gd name="connsiteX8" fmla="*/ 1719470 w 2385391"/>
                      <a:gd name="connsiteY8" fmla="*/ 3299792 h 3518453"/>
                      <a:gd name="connsiteX9" fmla="*/ 1033670 w 2385391"/>
                      <a:gd name="connsiteY9" fmla="*/ 3349487 h 3518453"/>
                      <a:gd name="connsiteX10" fmla="*/ 357809 w 2385391"/>
                      <a:gd name="connsiteY10" fmla="*/ 3518453 h 3518453"/>
                      <a:gd name="connsiteX11" fmla="*/ 0 w 2385391"/>
                      <a:gd name="connsiteY11" fmla="*/ 2733261 h 3518453"/>
                      <a:gd name="connsiteX12" fmla="*/ 9939 w 2385391"/>
                      <a:gd name="connsiteY12" fmla="*/ 536713 h 3518453"/>
                      <a:gd name="connsiteX13" fmla="*/ 467139 w 2385391"/>
                      <a:gd name="connsiteY13" fmla="*/ 0 h 3518453"/>
                      <a:gd name="connsiteX0" fmla="*/ 467139 w 2385391"/>
                      <a:gd name="connsiteY0" fmla="*/ 2004 h 3520457"/>
                      <a:gd name="connsiteX1" fmla="*/ 1023731 w 2385391"/>
                      <a:gd name="connsiteY1" fmla="*/ 359813 h 3520457"/>
                      <a:gd name="connsiteX2" fmla="*/ 1630018 w 2385391"/>
                      <a:gd name="connsiteY2" fmla="*/ 270361 h 3520457"/>
                      <a:gd name="connsiteX3" fmla="*/ 1789044 w 2385391"/>
                      <a:gd name="connsiteY3" fmla="*/ 717622 h 3520457"/>
                      <a:gd name="connsiteX4" fmla="*/ 2216426 w 2385391"/>
                      <a:gd name="connsiteY4" fmla="*/ 1065491 h 3520457"/>
                      <a:gd name="connsiteX5" fmla="*/ 2037522 w 2385391"/>
                      <a:gd name="connsiteY5" fmla="*/ 1641961 h 3520457"/>
                      <a:gd name="connsiteX6" fmla="*/ 2385391 w 2385391"/>
                      <a:gd name="connsiteY6" fmla="*/ 2059404 h 3520457"/>
                      <a:gd name="connsiteX7" fmla="*/ 1938131 w 2385391"/>
                      <a:gd name="connsiteY7" fmla="*/ 2645813 h 3520457"/>
                      <a:gd name="connsiteX8" fmla="*/ 1719470 w 2385391"/>
                      <a:gd name="connsiteY8" fmla="*/ 3301796 h 3520457"/>
                      <a:gd name="connsiteX9" fmla="*/ 1033670 w 2385391"/>
                      <a:gd name="connsiteY9" fmla="*/ 3351491 h 3520457"/>
                      <a:gd name="connsiteX10" fmla="*/ 357809 w 2385391"/>
                      <a:gd name="connsiteY10" fmla="*/ 3520457 h 3520457"/>
                      <a:gd name="connsiteX11" fmla="*/ 0 w 2385391"/>
                      <a:gd name="connsiteY11" fmla="*/ 2735265 h 3520457"/>
                      <a:gd name="connsiteX12" fmla="*/ 9939 w 2385391"/>
                      <a:gd name="connsiteY12" fmla="*/ 538717 h 3520457"/>
                      <a:gd name="connsiteX13" fmla="*/ 467139 w 2385391"/>
                      <a:gd name="connsiteY13" fmla="*/ 2004 h 3520457"/>
                      <a:gd name="connsiteX0" fmla="*/ 467139 w 2385391"/>
                      <a:gd name="connsiteY0" fmla="*/ 2004 h 3520457"/>
                      <a:gd name="connsiteX1" fmla="*/ 1023731 w 2385391"/>
                      <a:gd name="connsiteY1" fmla="*/ 359813 h 3520457"/>
                      <a:gd name="connsiteX2" fmla="*/ 1630018 w 2385391"/>
                      <a:gd name="connsiteY2" fmla="*/ 270361 h 3520457"/>
                      <a:gd name="connsiteX3" fmla="*/ 1789044 w 2385391"/>
                      <a:gd name="connsiteY3" fmla="*/ 717622 h 3520457"/>
                      <a:gd name="connsiteX4" fmla="*/ 2216426 w 2385391"/>
                      <a:gd name="connsiteY4" fmla="*/ 1065491 h 3520457"/>
                      <a:gd name="connsiteX5" fmla="*/ 2037522 w 2385391"/>
                      <a:gd name="connsiteY5" fmla="*/ 1641961 h 3520457"/>
                      <a:gd name="connsiteX6" fmla="*/ 2385391 w 2385391"/>
                      <a:gd name="connsiteY6" fmla="*/ 2059404 h 3520457"/>
                      <a:gd name="connsiteX7" fmla="*/ 1938131 w 2385391"/>
                      <a:gd name="connsiteY7" fmla="*/ 2645813 h 3520457"/>
                      <a:gd name="connsiteX8" fmla="*/ 1719470 w 2385391"/>
                      <a:gd name="connsiteY8" fmla="*/ 3301796 h 3520457"/>
                      <a:gd name="connsiteX9" fmla="*/ 1033670 w 2385391"/>
                      <a:gd name="connsiteY9" fmla="*/ 3351491 h 3520457"/>
                      <a:gd name="connsiteX10" fmla="*/ 357809 w 2385391"/>
                      <a:gd name="connsiteY10" fmla="*/ 3520457 h 3520457"/>
                      <a:gd name="connsiteX11" fmla="*/ 0 w 2385391"/>
                      <a:gd name="connsiteY11" fmla="*/ 2735265 h 3520457"/>
                      <a:gd name="connsiteX12" fmla="*/ 9939 w 2385391"/>
                      <a:gd name="connsiteY12" fmla="*/ 538717 h 3520457"/>
                      <a:gd name="connsiteX13" fmla="*/ 467139 w 2385391"/>
                      <a:gd name="connsiteY13" fmla="*/ 2004 h 3520457"/>
                      <a:gd name="connsiteX0" fmla="*/ 467139 w 2385391"/>
                      <a:gd name="connsiteY0" fmla="*/ 1983 h 3520436"/>
                      <a:gd name="connsiteX1" fmla="*/ 991074 w 2385391"/>
                      <a:gd name="connsiteY1" fmla="*/ 363058 h 3520436"/>
                      <a:gd name="connsiteX2" fmla="*/ 1630018 w 2385391"/>
                      <a:gd name="connsiteY2" fmla="*/ 270340 h 3520436"/>
                      <a:gd name="connsiteX3" fmla="*/ 1789044 w 2385391"/>
                      <a:gd name="connsiteY3" fmla="*/ 717601 h 3520436"/>
                      <a:gd name="connsiteX4" fmla="*/ 2216426 w 2385391"/>
                      <a:gd name="connsiteY4" fmla="*/ 1065470 h 3520436"/>
                      <a:gd name="connsiteX5" fmla="*/ 2037522 w 2385391"/>
                      <a:gd name="connsiteY5" fmla="*/ 1641940 h 3520436"/>
                      <a:gd name="connsiteX6" fmla="*/ 2385391 w 2385391"/>
                      <a:gd name="connsiteY6" fmla="*/ 2059383 h 3520436"/>
                      <a:gd name="connsiteX7" fmla="*/ 1938131 w 2385391"/>
                      <a:gd name="connsiteY7" fmla="*/ 2645792 h 3520436"/>
                      <a:gd name="connsiteX8" fmla="*/ 1719470 w 2385391"/>
                      <a:gd name="connsiteY8" fmla="*/ 3301775 h 3520436"/>
                      <a:gd name="connsiteX9" fmla="*/ 1033670 w 2385391"/>
                      <a:gd name="connsiteY9" fmla="*/ 3351470 h 3520436"/>
                      <a:gd name="connsiteX10" fmla="*/ 357809 w 2385391"/>
                      <a:gd name="connsiteY10" fmla="*/ 3520436 h 3520436"/>
                      <a:gd name="connsiteX11" fmla="*/ 0 w 2385391"/>
                      <a:gd name="connsiteY11" fmla="*/ 2735244 h 3520436"/>
                      <a:gd name="connsiteX12" fmla="*/ 9939 w 2385391"/>
                      <a:gd name="connsiteY12" fmla="*/ 538696 h 3520436"/>
                      <a:gd name="connsiteX13" fmla="*/ 467139 w 2385391"/>
                      <a:gd name="connsiteY13" fmla="*/ 1983 h 3520436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30018 w 2385391"/>
                      <a:gd name="connsiteY2" fmla="*/ 271778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30018 w 2385391"/>
                      <a:gd name="connsiteY2" fmla="*/ 271778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30018 w 2385391"/>
                      <a:gd name="connsiteY2" fmla="*/ 271778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20221 w 2385391"/>
                      <a:gd name="connsiteY2" fmla="*/ 291372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20221 w 2385391"/>
                      <a:gd name="connsiteY2" fmla="*/ 291372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620221 w 2385391"/>
                      <a:gd name="connsiteY2" fmla="*/ 291372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89044 w 2385391"/>
                      <a:gd name="connsiteY3" fmla="*/ 71903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28836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28836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28836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216426 w 2385391"/>
                      <a:gd name="connsiteY4" fmla="*/ 1066908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37522 w 2385391"/>
                      <a:gd name="connsiteY5" fmla="*/ 1643378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21194 w 2385391"/>
                      <a:gd name="connsiteY5" fmla="*/ 1656441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2021194 w 2385391"/>
                      <a:gd name="connsiteY5" fmla="*/ 1656441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1995068 w 2385391"/>
                      <a:gd name="connsiteY5" fmla="*/ 1640113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1982005 w 2385391"/>
                      <a:gd name="connsiteY5" fmla="*/ 1627050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1982005 w 2385391"/>
                      <a:gd name="connsiteY5" fmla="*/ 1627050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85391"/>
                      <a:gd name="connsiteY0" fmla="*/ 3421 h 3521874"/>
                      <a:gd name="connsiteX1" fmla="*/ 991074 w 2385391"/>
                      <a:gd name="connsiteY1" fmla="*/ 364496 h 3521874"/>
                      <a:gd name="connsiteX2" fmla="*/ 1597361 w 2385391"/>
                      <a:gd name="connsiteY2" fmla="*/ 304435 h 3521874"/>
                      <a:gd name="connsiteX3" fmla="*/ 1762919 w 2385391"/>
                      <a:gd name="connsiteY3" fmla="*/ 741899 h 3521874"/>
                      <a:gd name="connsiteX4" fmla="*/ 2190300 w 2385391"/>
                      <a:gd name="connsiteY4" fmla="*/ 1096300 h 3521874"/>
                      <a:gd name="connsiteX5" fmla="*/ 1982005 w 2385391"/>
                      <a:gd name="connsiteY5" fmla="*/ 1627050 h 3521874"/>
                      <a:gd name="connsiteX6" fmla="*/ 2385391 w 2385391"/>
                      <a:gd name="connsiteY6" fmla="*/ 2060821 h 3521874"/>
                      <a:gd name="connsiteX7" fmla="*/ 1938131 w 2385391"/>
                      <a:gd name="connsiteY7" fmla="*/ 2647230 h 3521874"/>
                      <a:gd name="connsiteX8" fmla="*/ 1719470 w 2385391"/>
                      <a:gd name="connsiteY8" fmla="*/ 3303213 h 3521874"/>
                      <a:gd name="connsiteX9" fmla="*/ 1033670 w 2385391"/>
                      <a:gd name="connsiteY9" fmla="*/ 3352908 h 3521874"/>
                      <a:gd name="connsiteX10" fmla="*/ 357809 w 2385391"/>
                      <a:gd name="connsiteY10" fmla="*/ 3521874 h 3521874"/>
                      <a:gd name="connsiteX11" fmla="*/ 0 w 2385391"/>
                      <a:gd name="connsiteY11" fmla="*/ 2736682 h 3521874"/>
                      <a:gd name="connsiteX12" fmla="*/ 9939 w 2385391"/>
                      <a:gd name="connsiteY12" fmla="*/ 540134 h 3521874"/>
                      <a:gd name="connsiteX13" fmla="*/ 467139 w 2385391"/>
                      <a:gd name="connsiteY13" fmla="*/ 3421 h 3521874"/>
                      <a:gd name="connsiteX0" fmla="*/ 467139 w 2352734"/>
                      <a:gd name="connsiteY0" fmla="*/ 3421 h 3521874"/>
                      <a:gd name="connsiteX1" fmla="*/ 991074 w 2352734"/>
                      <a:gd name="connsiteY1" fmla="*/ 364496 h 3521874"/>
                      <a:gd name="connsiteX2" fmla="*/ 1597361 w 2352734"/>
                      <a:gd name="connsiteY2" fmla="*/ 304435 h 3521874"/>
                      <a:gd name="connsiteX3" fmla="*/ 1762919 w 2352734"/>
                      <a:gd name="connsiteY3" fmla="*/ 741899 h 3521874"/>
                      <a:gd name="connsiteX4" fmla="*/ 2190300 w 2352734"/>
                      <a:gd name="connsiteY4" fmla="*/ 1096300 h 3521874"/>
                      <a:gd name="connsiteX5" fmla="*/ 1982005 w 2352734"/>
                      <a:gd name="connsiteY5" fmla="*/ 1627050 h 3521874"/>
                      <a:gd name="connsiteX6" fmla="*/ 2352734 w 2352734"/>
                      <a:gd name="connsiteY6" fmla="*/ 2080415 h 3521874"/>
                      <a:gd name="connsiteX7" fmla="*/ 1938131 w 2352734"/>
                      <a:gd name="connsiteY7" fmla="*/ 2647230 h 3521874"/>
                      <a:gd name="connsiteX8" fmla="*/ 1719470 w 2352734"/>
                      <a:gd name="connsiteY8" fmla="*/ 3303213 h 3521874"/>
                      <a:gd name="connsiteX9" fmla="*/ 1033670 w 2352734"/>
                      <a:gd name="connsiteY9" fmla="*/ 3352908 h 3521874"/>
                      <a:gd name="connsiteX10" fmla="*/ 357809 w 2352734"/>
                      <a:gd name="connsiteY10" fmla="*/ 3521874 h 3521874"/>
                      <a:gd name="connsiteX11" fmla="*/ 0 w 2352734"/>
                      <a:gd name="connsiteY11" fmla="*/ 2736682 h 3521874"/>
                      <a:gd name="connsiteX12" fmla="*/ 9939 w 2352734"/>
                      <a:gd name="connsiteY12" fmla="*/ 540134 h 3521874"/>
                      <a:gd name="connsiteX13" fmla="*/ 467139 w 2352734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27050 h 3521874"/>
                      <a:gd name="connsiteX6" fmla="*/ 2352734 w 2352860"/>
                      <a:gd name="connsiteY6" fmla="*/ 2080415 h 3521874"/>
                      <a:gd name="connsiteX7" fmla="*/ 1938131 w 2352860"/>
                      <a:gd name="connsiteY7" fmla="*/ 2647230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938131 w 2352860"/>
                      <a:gd name="connsiteY7" fmla="*/ 2647230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938131 w 2352860"/>
                      <a:gd name="connsiteY7" fmla="*/ 2647230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938131 w 2352860"/>
                      <a:gd name="connsiteY7" fmla="*/ 2647230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915271 w 2352860"/>
                      <a:gd name="connsiteY7" fmla="*/ 2614573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915271 w 2352860"/>
                      <a:gd name="connsiteY7" fmla="*/ 2614573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882614 w 2352860"/>
                      <a:gd name="connsiteY7" fmla="*/ 2621104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882614 w 2352860"/>
                      <a:gd name="connsiteY7" fmla="*/ 2608041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860"/>
                      <a:gd name="connsiteY0" fmla="*/ 3421 h 3521874"/>
                      <a:gd name="connsiteX1" fmla="*/ 991074 w 2352860"/>
                      <a:gd name="connsiteY1" fmla="*/ 364496 h 3521874"/>
                      <a:gd name="connsiteX2" fmla="*/ 1597361 w 2352860"/>
                      <a:gd name="connsiteY2" fmla="*/ 304435 h 3521874"/>
                      <a:gd name="connsiteX3" fmla="*/ 1762919 w 2352860"/>
                      <a:gd name="connsiteY3" fmla="*/ 741899 h 3521874"/>
                      <a:gd name="connsiteX4" fmla="*/ 2190300 w 2352860"/>
                      <a:gd name="connsiteY4" fmla="*/ 1096300 h 3521874"/>
                      <a:gd name="connsiteX5" fmla="*/ 1982005 w 2352860"/>
                      <a:gd name="connsiteY5" fmla="*/ 1640112 h 3521874"/>
                      <a:gd name="connsiteX6" fmla="*/ 2352734 w 2352860"/>
                      <a:gd name="connsiteY6" fmla="*/ 2080415 h 3521874"/>
                      <a:gd name="connsiteX7" fmla="*/ 1882614 w 2352860"/>
                      <a:gd name="connsiteY7" fmla="*/ 2608041 h 3521874"/>
                      <a:gd name="connsiteX8" fmla="*/ 1719470 w 2352860"/>
                      <a:gd name="connsiteY8" fmla="*/ 3303213 h 3521874"/>
                      <a:gd name="connsiteX9" fmla="*/ 1033670 w 2352860"/>
                      <a:gd name="connsiteY9" fmla="*/ 3352908 h 3521874"/>
                      <a:gd name="connsiteX10" fmla="*/ 357809 w 2352860"/>
                      <a:gd name="connsiteY10" fmla="*/ 3521874 h 3521874"/>
                      <a:gd name="connsiteX11" fmla="*/ 0 w 2352860"/>
                      <a:gd name="connsiteY11" fmla="*/ 2736682 h 3521874"/>
                      <a:gd name="connsiteX12" fmla="*/ 9939 w 2352860"/>
                      <a:gd name="connsiteY12" fmla="*/ 540134 h 3521874"/>
                      <a:gd name="connsiteX13" fmla="*/ 467139 w 2352860"/>
                      <a:gd name="connsiteY13" fmla="*/ 3421 h 3521874"/>
                      <a:gd name="connsiteX0" fmla="*/ 467139 w 2352734"/>
                      <a:gd name="connsiteY0" fmla="*/ 3421 h 3521874"/>
                      <a:gd name="connsiteX1" fmla="*/ 991074 w 2352734"/>
                      <a:gd name="connsiteY1" fmla="*/ 364496 h 3521874"/>
                      <a:gd name="connsiteX2" fmla="*/ 1597361 w 2352734"/>
                      <a:gd name="connsiteY2" fmla="*/ 304435 h 3521874"/>
                      <a:gd name="connsiteX3" fmla="*/ 1762919 w 2352734"/>
                      <a:gd name="connsiteY3" fmla="*/ 741899 h 3521874"/>
                      <a:gd name="connsiteX4" fmla="*/ 2190300 w 2352734"/>
                      <a:gd name="connsiteY4" fmla="*/ 1096300 h 3521874"/>
                      <a:gd name="connsiteX5" fmla="*/ 1982005 w 2352734"/>
                      <a:gd name="connsiteY5" fmla="*/ 1640112 h 3521874"/>
                      <a:gd name="connsiteX6" fmla="*/ 2352734 w 2352734"/>
                      <a:gd name="connsiteY6" fmla="*/ 2080415 h 3521874"/>
                      <a:gd name="connsiteX7" fmla="*/ 1882614 w 2352734"/>
                      <a:gd name="connsiteY7" fmla="*/ 2608041 h 3521874"/>
                      <a:gd name="connsiteX8" fmla="*/ 1719470 w 2352734"/>
                      <a:gd name="connsiteY8" fmla="*/ 3303213 h 3521874"/>
                      <a:gd name="connsiteX9" fmla="*/ 1033670 w 2352734"/>
                      <a:gd name="connsiteY9" fmla="*/ 3352908 h 3521874"/>
                      <a:gd name="connsiteX10" fmla="*/ 357809 w 2352734"/>
                      <a:gd name="connsiteY10" fmla="*/ 3521874 h 3521874"/>
                      <a:gd name="connsiteX11" fmla="*/ 0 w 2352734"/>
                      <a:gd name="connsiteY11" fmla="*/ 2736682 h 3521874"/>
                      <a:gd name="connsiteX12" fmla="*/ 9939 w 2352734"/>
                      <a:gd name="connsiteY12" fmla="*/ 540134 h 3521874"/>
                      <a:gd name="connsiteX13" fmla="*/ 467139 w 2352734"/>
                      <a:gd name="connsiteY13" fmla="*/ 3421 h 3521874"/>
                      <a:gd name="connsiteX0" fmla="*/ 467139 w 2352760"/>
                      <a:gd name="connsiteY0" fmla="*/ 3421 h 3521874"/>
                      <a:gd name="connsiteX1" fmla="*/ 991074 w 2352760"/>
                      <a:gd name="connsiteY1" fmla="*/ 364496 h 3521874"/>
                      <a:gd name="connsiteX2" fmla="*/ 1597361 w 2352760"/>
                      <a:gd name="connsiteY2" fmla="*/ 304435 h 3521874"/>
                      <a:gd name="connsiteX3" fmla="*/ 1762919 w 2352760"/>
                      <a:gd name="connsiteY3" fmla="*/ 741899 h 3521874"/>
                      <a:gd name="connsiteX4" fmla="*/ 2190300 w 2352760"/>
                      <a:gd name="connsiteY4" fmla="*/ 1096300 h 3521874"/>
                      <a:gd name="connsiteX5" fmla="*/ 1982005 w 2352760"/>
                      <a:gd name="connsiteY5" fmla="*/ 1640112 h 3521874"/>
                      <a:gd name="connsiteX6" fmla="*/ 2352734 w 2352760"/>
                      <a:gd name="connsiteY6" fmla="*/ 2080415 h 3521874"/>
                      <a:gd name="connsiteX7" fmla="*/ 1882614 w 2352760"/>
                      <a:gd name="connsiteY7" fmla="*/ 2608041 h 3521874"/>
                      <a:gd name="connsiteX8" fmla="*/ 1719470 w 2352760"/>
                      <a:gd name="connsiteY8" fmla="*/ 3303213 h 3521874"/>
                      <a:gd name="connsiteX9" fmla="*/ 1033670 w 2352760"/>
                      <a:gd name="connsiteY9" fmla="*/ 3352908 h 3521874"/>
                      <a:gd name="connsiteX10" fmla="*/ 357809 w 2352760"/>
                      <a:gd name="connsiteY10" fmla="*/ 3521874 h 3521874"/>
                      <a:gd name="connsiteX11" fmla="*/ 0 w 2352760"/>
                      <a:gd name="connsiteY11" fmla="*/ 2736682 h 3521874"/>
                      <a:gd name="connsiteX12" fmla="*/ 9939 w 2352760"/>
                      <a:gd name="connsiteY12" fmla="*/ 540134 h 3521874"/>
                      <a:gd name="connsiteX13" fmla="*/ 467139 w 2352760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82614 w 2349495"/>
                      <a:gd name="connsiteY7" fmla="*/ 2608041 h 3521874"/>
                      <a:gd name="connsiteX8" fmla="*/ 1719470 w 2349495"/>
                      <a:gd name="connsiteY8" fmla="*/ 3303213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719470 w 2349495"/>
                      <a:gd name="connsiteY8" fmla="*/ 3303213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719470 w 2349495"/>
                      <a:gd name="connsiteY8" fmla="*/ 3303213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90079 w 2349495"/>
                      <a:gd name="connsiteY8" fmla="*/ 3264025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90079 w 2349495"/>
                      <a:gd name="connsiteY8" fmla="*/ 3264025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86813 w 2349495"/>
                      <a:gd name="connsiteY8" fmla="*/ 3254228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86813 w 2349495"/>
                      <a:gd name="connsiteY8" fmla="*/ 3254228 h 3521874"/>
                      <a:gd name="connsiteX9" fmla="*/ 1033670 w 2349495"/>
                      <a:gd name="connsiteY9" fmla="*/ 3352908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86813 w 2349495"/>
                      <a:gd name="connsiteY8" fmla="*/ 3254228 h 3521874"/>
                      <a:gd name="connsiteX9" fmla="*/ 1108782 w 2349495"/>
                      <a:gd name="connsiteY9" fmla="*/ 3333313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86813 w 2349495"/>
                      <a:gd name="connsiteY8" fmla="*/ 3254228 h 3521874"/>
                      <a:gd name="connsiteX9" fmla="*/ 1108782 w 2349495"/>
                      <a:gd name="connsiteY9" fmla="*/ 3333313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521874"/>
                      <a:gd name="connsiteX1" fmla="*/ 991074 w 2349495"/>
                      <a:gd name="connsiteY1" fmla="*/ 364496 h 3521874"/>
                      <a:gd name="connsiteX2" fmla="*/ 1597361 w 2349495"/>
                      <a:gd name="connsiteY2" fmla="*/ 304435 h 3521874"/>
                      <a:gd name="connsiteX3" fmla="*/ 1762919 w 2349495"/>
                      <a:gd name="connsiteY3" fmla="*/ 741899 h 3521874"/>
                      <a:gd name="connsiteX4" fmla="*/ 2190300 w 2349495"/>
                      <a:gd name="connsiteY4" fmla="*/ 1096300 h 3521874"/>
                      <a:gd name="connsiteX5" fmla="*/ 1982005 w 2349495"/>
                      <a:gd name="connsiteY5" fmla="*/ 1640112 h 3521874"/>
                      <a:gd name="connsiteX6" fmla="*/ 2349468 w 2349495"/>
                      <a:gd name="connsiteY6" fmla="*/ 2100010 h 3521874"/>
                      <a:gd name="connsiteX7" fmla="*/ 1869551 w 2349495"/>
                      <a:gd name="connsiteY7" fmla="*/ 2608041 h 3521874"/>
                      <a:gd name="connsiteX8" fmla="*/ 1686813 w 2349495"/>
                      <a:gd name="connsiteY8" fmla="*/ 3254228 h 3521874"/>
                      <a:gd name="connsiteX9" fmla="*/ 1108782 w 2349495"/>
                      <a:gd name="connsiteY9" fmla="*/ 3333313 h 3521874"/>
                      <a:gd name="connsiteX10" fmla="*/ 357809 w 2349495"/>
                      <a:gd name="connsiteY10" fmla="*/ 3521874 h 3521874"/>
                      <a:gd name="connsiteX11" fmla="*/ 0 w 2349495"/>
                      <a:gd name="connsiteY11" fmla="*/ 2736682 h 3521874"/>
                      <a:gd name="connsiteX12" fmla="*/ 9939 w 2349495"/>
                      <a:gd name="connsiteY12" fmla="*/ 540134 h 3521874"/>
                      <a:gd name="connsiteX13" fmla="*/ 467139 w 2349495"/>
                      <a:gd name="connsiteY13" fmla="*/ 3421 h 3521874"/>
                      <a:gd name="connsiteX0" fmla="*/ 467139 w 2349495"/>
                      <a:gd name="connsiteY0" fmla="*/ 3421 h 3484067"/>
                      <a:gd name="connsiteX1" fmla="*/ 991074 w 2349495"/>
                      <a:gd name="connsiteY1" fmla="*/ 364496 h 3484067"/>
                      <a:gd name="connsiteX2" fmla="*/ 1597361 w 2349495"/>
                      <a:gd name="connsiteY2" fmla="*/ 304435 h 3484067"/>
                      <a:gd name="connsiteX3" fmla="*/ 1762919 w 2349495"/>
                      <a:gd name="connsiteY3" fmla="*/ 741899 h 3484067"/>
                      <a:gd name="connsiteX4" fmla="*/ 2190300 w 2349495"/>
                      <a:gd name="connsiteY4" fmla="*/ 1096300 h 3484067"/>
                      <a:gd name="connsiteX5" fmla="*/ 1982005 w 2349495"/>
                      <a:gd name="connsiteY5" fmla="*/ 1640112 h 3484067"/>
                      <a:gd name="connsiteX6" fmla="*/ 2349468 w 2349495"/>
                      <a:gd name="connsiteY6" fmla="*/ 2100010 h 3484067"/>
                      <a:gd name="connsiteX7" fmla="*/ 1869551 w 2349495"/>
                      <a:gd name="connsiteY7" fmla="*/ 2608041 h 3484067"/>
                      <a:gd name="connsiteX8" fmla="*/ 1686813 w 2349495"/>
                      <a:gd name="connsiteY8" fmla="*/ 3254228 h 3484067"/>
                      <a:gd name="connsiteX9" fmla="*/ 1108782 w 2349495"/>
                      <a:gd name="connsiteY9" fmla="*/ 3333313 h 3484067"/>
                      <a:gd name="connsiteX10" fmla="*/ 364340 w 2349495"/>
                      <a:gd name="connsiteY10" fmla="*/ 3469622 h 3484067"/>
                      <a:gd name="connsiteX11" fmla="*/ 0 w 2349495"/>
                      <a:gd name="connsiteY11" fmla="*/ 2736682 h 3484067"/>
                      <a:gd name="connsiteX12" fmla="*/ 9939 w 2349495"/>
                      <a:gd name="connsiteY12" fmla="*/ 540134 h 3484067"/>
                      <a:gd name="connsiteX13" fmla="*/ 467139 w 2349495"/>
                      <a:gd name="connsiteY13" fmla="*/ 3421 h 3484067"/>
                      <a:gd name="connsiteX0" fmla="*/ 467139 w 2349495"/>
                      <a:gd name="connsiteY0" fmla="*/ 3421 h 3480224"/>
                      <a:gd name="connsiteX1" fmla="*/ 991074 w 2349495"/>
                      <a:gd name="connsiteY1" fmla="*/ 364496 h 3480224"/>
                      <a:gd name="connsiteX2" fmla="*/ 1597361 w 2349495"/>
                      <a:gd name="connsiteY2" fmla="*/ 304435 h 3480224"/>
                      <a:gd name="connsiteX3" fmla="*/ 1762919 w 2349495"/>
                      <a:gd name="connsiteY3" fmla="*/ 741899 h 3480224"/>
                      <a:gd name="connsiteX4" fmla="*/ 2190300 w 2349495"/>
                      <a:gd name="connsiteY4" fmla="*/ 1096300 h 3480224"/>
                      <a:gd name="connsiteX5" fmla="*/ 1982005 w 2349495"/>
                      <a:gd name="connsiteY5" fmla="*/ 1640112 h 3480224"/>
                      <a:gd name="connsiteX6" fmla="*/ 2349468 w 2349495"/>
                      <a:gd name="connsiteY6" fmla="*/ 2100010 h 3480224"/>
                      <a:gd name="connsiteX7" fmla="*/ 1869551 w 2349495"/>
                      <a:gd name="connsiteY7" fmla="*/ 2608041 h 3480224"/>
                      <a:gd name="connsiteX8" fmla="*/ 1686813 w 2349495"/>
                      <a:gd name="connsiteY8" fmla="*/ 3254228 h 3480224"/>
                      <a:gd name="connsiteX9" fmla="*/ 1108782 w 2349495"/>
                      <a:gd name="connsiteY9" fmla="*/ 3333313 h 3480224"/>
                      <a:gd name="connsiteX10" fmla="*/ 370871 w 2349495"/>
                      <a:gd name="connsiteY10" fmla="*/ 3459825 h 3480224"/>
                      <a:gd name="connsiteX11" fmla="*/ 0 w 2349495"/>
                      <a:gd name="connsiteY11" fmla="*/ 2736682 h 3480224"/>
                      <a:gd name="connsiteX12" fmla="*/ 9939 w 2349495"/>
                      <a:gd name="connsiteY12" fmla="*/ 540134 h 3480224"/>
                      <a:gd name="connsiteX13" fmla="*/ 467139 w 2349495"/>
                      <a:gd name="connsiteY13" fmla="*/ 3421 h 3480224"/>
                      <a:gd name="connsiteX0" fmla="*/ 467139 w 2349495"/>
                      <a:gd name="connsiteY0" fmla="*/ 3421 h 3552207"/>
                      <a:gd name="connsiteX1" fmla="*/ 991074 w 2349495"/>
                      <a:gd name="connsiteY1" fmla="*/ 364496 h 3552207"/>
                      <a:gd name="connsiteX2" fmla="*/ 1597361 w 2349495"/>
                      <a:gd name="connsiteY2" fmla="*/ 304435 h 3552207"/>
                      <a:gd name="connsiteX3" fmla="*/ 1762919 w 2349495"/>
                      <a:gd name="connsiteY3" fmla="*/ 741899 h 3552207"/>
                      <a:gd name="connsiteX4" fmla="*/ 2190300 w 2349495"/>
                      <a:gd name="connsiteY4" fmla="*/ 1096300 h 3552207"/>
                      <a:gd name="connsiteX5" fmla="*/ 1982005 w 2349495"/>
                      <a:gd name="connsiteY5" fmla="*/ 1640112 h 3552207"/>
                      <a:gd name="connsiteX6" fmla="*/ 2349468 w 2349495"/>
                      <a:gd name="connsiteY6" fmla="*/ 2100010 h 3552207"/>
                      <a:gd name="connsiteX7" fmla="*/ 1869551 w 2349495"/>
                      <a:gd name="connsiteY7" fmla="*/ 2608041 h 3552207"/>
                      <a:gd name="connsiteX8" fmla="*/ 1686813 w 2349495"/>
                      <a:gd name="connsiteY8" fmla="*/ 3254228 h 3552207"/>
                      <a:gd name="connsiteX9" fmla="*/ 1108782 w 2349495"/>
                      <a:gd name="connsiteY9" fmla="*/ 3333313 h 3552207"/>
                      <a:gd name="connsiteX10" fmla="*/ 370871 w 2349495"/>
                      <a:gd name="connsiteY10" fmla="*/ 3459825 h 3552207"/>
                      <a:gd name="connsiteX11" fmla="*/ 0 w 2349495"/>
                      <a:gd name="connsiteY11" fmla="*/ 2736682 h 3552207"/>
                      <a:gd name="connsiteX12" fmla="*/ 9939 w 2349495"/>
                      <a:gd name="connsiteY12" fmla="*/ 540134 h 3552207"/>
                      <a:gd name="connsiteX13" fmla="*/ 467139 w 2349495"/>
                      <a:gd name="connsiteY13" fmla="*/ 3421 h 3552207"/>
                      <a:gd name="connsiteX0" fmla="*/ 467139 w 2349495"/>
                      <a:gd name="connsiteY0" fmla="*/ 3421 h 3552207"/>
                      <a:gd name="connsiteX1" fmla="*/ 991074 w 2349495"/>
                      <a:gd name="connsiteY1" fmla="*/ 364496 h 3552207"/>
                      <a:gd name="connsiteX2" fmla="*/ 1597361 w 2349495"/>
                      <a:gd name="connsiteY2" fmla="*/ 304435 h 3552207"/>
                      <a:gd name="connsiteX3" fmla="*/ 1762919 w 2349495"/>
                      <a:gd name="connsiteY3" fmla="*/ 741899 h 3552207"/>
                      <a:gd name="connsiteX4" fmla="*/ 2190300 w 2349495"/>
                      <a:gd name="connsiteY4" fmla="*/ 1096300 h 3552207"/>
                      <a:gd name="connsiteX5" fmla="*/ 1982005 w 2349495"/>
                      <a:gd name="connsiteY5" fmla="*/ 1640112 h 3552207"/>
                      <a:gd name="connsiteX6" fmla="*/ 2349468 w 2349495"/>
                      <a:gd name="connsiteY6" fmla="*/ 2100010 h 3552207"/>
                      <a:gd name="connsiteX7" fmla="*/ 1869551 w 2349495"/>
                      <a:gd name="connsiteY7" fmla="*/ 2608041 h 3552207"/>
                      <a:gd name="connsiteX8" fmla="*/ 1686813 w 2349495"/>
                      <a:gd name="connsiteY8" fmla="*/ 3254228 h 3552207"/>
                      <a:gd name="connsiteX9" fmla="*/ 1108782 w 2349495"/>
                      <a:gd name="connsiteY9" fmla="*/ 3333313 h 3552207"/>
                      <a:gd name="connsiteX10" fmla="*/ 370871 w 2349495"/>
                      <a:gd name="connsiteY10" fmla="*/ 3459825 h 3552207"/>
                      <a:gd name="connsiteX11" fmla="*/ 0 w 2349495"/>
                      <a:gd name="connsiteY11" fmla="*/ 2736682 h 3552207"/>
                      <a:gd name="connsiteX12" fmla="*/ 9939 w 2349495"/>
                      <a:gd name="connsiteY12" fmla="*/ 540134 h 3552207"/>
                      <a:gd name="connsiteX13" fmla="*/ 467139 w 2349495"/>
                      <a:gd name="connsiteY13" fmla="*/ 3421 h 3552207"/>
                      <a:gd name="connsiteX0" fmla="*/ 467233 w 2349589"/>
                      <a:gd name="connsiteY0" fmla="*/ 3421 h 3552207"/>
                      <a:gd name="connsiteX1" fmla="*/ 991168 w 2349589"/>
                      <a:gd name="connsiteY1" fmla="*/ 364496 h 3552207"/>
                      <a:gd name="connsiteX2" fmla="*/ 1597455 w 2349589"/>
                      <a:gd name="connsiteY2" fmla="*/ 304435 h 3552207"/>
                      <a:gd name="connsiteX3" fmla="*/ 1763013 w 2349589"/>
                      <a:gd name="connsiteY3" fmla="*/ 741899 h 3552207"/>
                      <a:gd name="connsiteX4" fmla="*/ 2190394 w 2349589"/>
                      <a:gd name="connsiteY4" fmla="*/ 1096300 h 3552207"/>
                      <a:gd name="connsiteX5" fmla="*/ 1982099 w 2349589"/>
                      <a:gd name="connsiteY5" fmla="*/ 1640112 h 3552207"/>
                      <a:gd name="connsiteX6" fmla="*/ 2349562 w 2349589"/>
                      <a:gd name="connsiteY6" fmla="*/ 2100010 h 3552207"/>
                      <a:gd name="connsiteX7" fmla="*/ 1869645 w 2349589"/>
                      <a:gd name="connsiteY7" fmla="*/ 2608041 h 3552207"/>
                      <a:gd name="connsiteX8" fmla="*/ 1686907 w 2349589"/>
                      <a:gd name="connsiteY8" fmla="*/ 3254228 h 3552207"/>
                      <a:gd name="connsiteX9" fmla="*/ 1108876 w 2349589"/>
                      <a:gd name="connsiteY9" fmla="*/ 3333313 h 3552207"/>
                      <a:gd name="connsiteX10" fmla="*/ 370965 w 2349589"/>
                      <a:gd name="connsiteY10" fmla="*/ 3459825 h 3552207"/>
                      <a:gd name="connsiteX11" fmla="*/ 94 w 2349589"/>
                      <a:gd name="connsiteY11" fmla="*/ 2736682 h 3552207"/>
                      <a:gd name="connsiteX12" fmla="*/ 10033 w 2349589"/>
                      <a:gd name="connsiteY12" fmla="*/ 540134 h 3552207"/>
                      <a:gd name="connsiteX13" fmla="*/ 467233 w 2349589"/>
                      <a:gd name="connsiteY13" fmla="*/ 3421 h 35522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349589" h="3552207">
                        <a:moveTo>
                          <a:pt x="467233" y="3421"/>
                        </a:moveTo>
                        <a:cubicBezTo>
                          <a:pt x="734407" y="-24266"/>
                          <a:pt x="981985" y="117864"/>
                          <a:pt x="991168" y="364496"/>
                        </a:cubicBezTo>
                        <a:cubicBezTo>
                          <a:pt x="1194352" y="121319"/>
                          <a:pt x="1498773" y="227572"/>
                          <a:pt x="1597455" y="304435"/>
                        </a:cubicBezTo>
                        <a:cubicBezTo>
                          <a:pt x="1689652" y="352285"/>
                          <a:pt x="1788382" y="579749"/>
                          <a:pt x="1763013" y="741899"/>
                        </a:cubicBezTo>
                        <a:cubicBezTo>
                          <a:pt x="1943573" y="782744"/>
                          <a:pt x="2133931" y="882371"/>
                          <a:pt x="2190394" y="1096300"/>
                        </a:cubicBezTo>
                        <a:cubicBezTo>
                          <a:pt x="2247236" y="1330910"/>
                          <a:pt x="2127731" y="1529599"/>
                          <a:pt x="1982099" y="1640112"/>
                        </a:cubicBezTo>
                        <a:cubicBezTo>
                          <a:pt x="2152484" y="1693262"/>
                          <a:pt x="2352260" y="1890106"/>
                          <a:pt x="2349562" y="2100010"/>
                        </a:cubicBezTo>
                        <a:cubicBezTo>
                          <a:pt x="2319129" y="2527345"/>
                          <a:pt x="2047035" y="2618311"/>
                          <a:pt x="1869645" y="2608041"/>
                        </a:cubicBezTo>
                        <a:cubicBezTo>
                          <a:pt x="1950246" y="2898548"/>
                          <a:pt x="1812046" y="3097616"/>
                          <a:pt x="1686907" y="3254228"/>
                        </a:cubicBezTo>
                        <a:cubicBezTo>
                          <a:pt x="1508381" y="3391624"/>
                          <a:pt x="1336387" y="3401657"/>
                          <a:pt x="1108876" y="3333313"/>
                        </a:cubicBezTo>
                        <a:cubicBezTo>
                          <a:pt x="969586" y="3611704"/>
                          <a:pt x="680072" y="3589648"/>
                          <a:pt x="370965" y="3459825"/>
                        </a:cubicBezTo>
                        <a:cubicBezTo>
                          <a:pt x="103649" y="3346140"/>
                          <a:pt x="-3644" y="3069170"/>
                          <a:pt x="94" y="2736682"/>
                        </a:cubicBezTo>
                        <a:lnTo>
                          <a:pt x="10033" y="540134"/>
                        </a:lnTo>
                        <a:cubicBezTo>
                          <a:pt x="2413" y="246930"/>
                          <a:pt x="200533" y="45165"/>
                          <a:pt x="467233" y="3421"/>
                        </a:cubicBezTo>
                        <a:close/>
                      </a:path>
                    </a:pathLst>
                  </a:cu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701"/>
                  </a:p>
                </p:txBody>
              </p:sp>
              <p:grpSp>
                <p:nvGrpSpPr>
                  <p:cNvPr id="14" name="그룹 96">
                    <a:extLst>
                      <a:ext uri="{FF2B5EF4-FFF2-40B4-BE49-F238E27FC236}">
                        <a16:creationId xmlns:a16="http://schemas.microsoft.com/office/drawing/2014/main" id="{F2C0384E-8ED5-449D-8185-176D4A603379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3326867" y="66818"/>
                    <a:ext cx="2194998" cy="3306170"/>
                    <a:chOff x="6150565" y="3254095"/>
                    <a:chExt cx="979312" cy="1475068"/>
                  </a:xfrm>
                </p:grpSpPr>
                <p:sp>
                  <p:nvSpPr>
                    <p:cNvPr id="15" name="자유형: 도형 97">
                      <a:extLst>
                        <a:ext uri="{FF2B5EF4-FFF2-40B4-BE49-F238E27FC236}">
                          <a16:creationId xmlns:a16="http://schemas.microsoft.com/office/drawing/2014/main" id="{54E4220A-39F0-4015-ACC0-681C0EB606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54072" y="3254095"/>
                      <a:ext cx="734589" cy="517434"/>
                    </a:xfrm>
                    <a:custGeom>
                      <a:avLst/>
                      <a:gdLst>
                        <a:gd name="connsiteX0" fmla="*/ 182319 w 931229"/>
                        <a:gd name="connsiteY0" fmla="*/ 476834 h 617079"/>
                        <a:gd name="connsiteX1" fmla="*/ 423541 w 931229"/>
                        <a:gd name="connsiteY1" fmla="*/ 339394 h 617079"/>
                        <a:gd name="connsiteX2" fmla="*/ 516103 w 931229"/>
                        <a:gd name="connsiteY2" fmla="*/ 617079 h 617079"/>
                        <a:gd name="connsiteX3" fmla="*/ 0 w 931229"/>
                        <a:gd name="connsiteY3" fmla="*/ 448785 h 617079"/>
                        <a:gd name="connsiteX4" fmla="*/ 274881 w 931229"/>
                        <a:gd name="connsiteY4" fmla="*/ 0 h 617079"/>
                        <a:gd name="connsiteX5" fmla="*/ 504883 w 931229"/>
                        <a:gd name="connsiteY5" fmla="*/ 235612 h 617079"/>
                        <a:gd name="connsiteX6" fmla="*/ 765740 w 931229"/>
                        <a:gd name="connsiteY6" fmla="*/ 159879 h 617079"/>
                        <a:gd name="connsiteX7" fmla="*/ 931229 w 931229"/>
                        <a:gd name="connsiteY7" fmla="*/ 403906 h 617079"/>
                        <a:gd name="connsiteX0" fmla="*/ 182319 w 931922"/>
                        <a:gd name="connsiteY0" fmla="*/ 476834 h 617079"/>
                        <a:gd name="connsiteX1" fmla="*/ 423541 w 931922"/>
                        <a:gd name="connsiteY1" fmla="*/ 339394 h 617079"/>
                        <a:gd name="connsiteX2" fmla="*/ 516103 w 931922"/>
                        <a:gd name="connsiteY2" fmla="*/ 617079 h 617079"/>
                        <a:gd name="connsiteX3" fmla="*/ 0 w 931922"/>
                        <a:gd name="connsiteY3" fmla="*/ 448785 h 617079"/>
                        <a:gd name="connsiteX4" fmla="*/ 274881 w 931922"/>
                        <a:gd name="connsiteY4" fmla="*/ 0 h 617079"/>
                        <a:gd name="connsiteX5" fmla="*/ 504883 w 931922"/>
                        <a:gd name="connsiteY5" fmla="*/ 235612 h 617079"/>
                        <a:gd name="connsiteX6" fmla="*/ 765740 w 931922"/>
                        <a:gd name="connsiteY6" fmla="*/ 159879 h 617079"/>
                        <a:gd name="connsiteX7" fmla="*/ 931229 w 931922"/>
                        <a:gd name="connsiteY7" fmla="*/ 403906 h 617079"/>
                        <a:gd name="connsiteX0" fmla="*/ 182319 w 931922"/>
                        <a:gd name="connsiteY0" fmla="*/ 476834 h 617079"/>
                        <a:gd name="connsiteX1" fmla="*/ 423541 w 931922"/>
                        <a:gd name="connsiteY1" fmla="*/ 339394 h 617079"/>
                        <a:gd name="connsiteX2" fmla="*/ 516103 w 931922"/>
                        <a:gd name="connsiteY2" fmla="*/ 617079 h 617079"/>
                        <a:gd name="connsiteX3" fmla="*/ 0 w 931922"/>
                        <a:gd name="connsiteY3" fmla="*/ 448785 h 617079"/>
                        <a:gd name="connsiteX4" fmla="*/ 274881 w 931922"/>
                        <a:gd name="connsiteY4" fmla="*/ 0 h 617079"/>
                        <a:gd name="connsiteX5" fmla="*/ 504883 w 931922"/>
                        <a:gd name="connsiteY5" fmla="*/ 235612 h 617079"/>
                        <a:gd name="connsiteX6" fmla="*/ 765740 w 931922"/>
                        <a:gd name="connsiteY6" fmla="*/ 159879 h 617079"/>
                        <a:gd name="connsiteX7" fmla="*/ 931229 w 931922"/>
                        <a:gd name="connsiteY7" fmla="*/ 403906 h 617079"/>
                        <a:gd name="connsiteX0" fmla="*/ 182319 w 931968"/>
                        <a:gd name="connsiteY0" fmla="*/ 476834 h 617079"/>
                        <a:gd name="connsiteX1" fmla="*/ 423541 w 931968"/>
                        <a:gd name="connsiteY1" fmla="*/ 339394 h 617079"/>
                        <a:gd name="connsiteX2" fmla="*/ 516103 w 931968"/>
                        <a:gd name="connsiteY2" fmla="*/ 617079 h 617079"/>
                        <a:gd name="connsiteX3" fmla="*/ 0 w 931968"/>
                        <a:gd name="connsiteY3" fmla="*/ 448785 h 617079"/>
                        <a:gd name="connsiteX4" fmla="*/ 274881 w 931968"/>
                        <a:gd name="connsiteY4" fmla="*/ 0 h 617079"/>
                        <a:gd name="connsiteX5" fmla="*/ 504883 w 931968"/>
                        <a:gd name="connsiteY5" fmla="*/ 235612 h 617079"/>
                        <a:gd name="connsiteX6" fmla="*/ 765740 w 931968"/>
                        <a:gd name="connsiteY6" fmla="*/ 159879 h 617079"/>
                        <a:gd name="connsiteX7" fmla="*/ 931229 w 931968"/>
                        <a:gd name="connsiteY7" fmla="*/ 403906 h 617079"/>
                        <a:gd name="connsiteX0" fmla="*/ 182319 w 932698"/>
                        <a:gd name="connsiteY0" fmla="*/ 476834 h 617079"/>
                        <a:gd name="connsiteX1" fmla="*/ 423541 w 932698"/>
                        <a:gd name="connsiteY1" fmla="*/ 339394 h 617079"/>
                        <a:gd name="connsiteX2" fmla="*/ 516103 w 932698"/>
                        <a:gd name="connsiteY2" fmla="*/ 617079 h 617079"/>
                        <a:gd name="connsiteX3" fmla="*/ 0 w 932698"/>
                        <a:gd name="connsiteY3" fmla="*/ 448785 h 617079"/>
                        <a:gd name="connsiteX4" fmla="*/ 274881 w 932698"/>
                        <a:gd name="connsiteY4" fmla="*/ 0 h 617079"/>
                        <a:gd name="connsiteX5" fmla="*/ 504883 w 932698"/>
                        <a:gd name="connsiteY5" fmla="*/ 235612 h 617079"/>
                        <a:gd name="connsiteX6" fmla="*/ 765740 w 932698"/>
                        <a:gd name="connsiteY6" fmla="*/ 159879 h 617079"/>
                        <a:gd name="connsiteX7" fmla="*/ 931229 w 932698"/>
                        <a:gd name="connsiteY7" fmla="*/ 403906 h 617079"/>
                        <a:gd name="connsiteX0" fmla="*/ 182319 w 932698"/>
                        <a:gd name="connsiteY0" fmla="*/ 476834 h 617079"/>
                        <a:gd name="connsiteX1" fmla="*/ 423541 w 932698"/>
                        <a:gd name="connsiteY1" fmla="*/ 339394 h 617079"/>
                        <a:gd name="connsiteX2" fmla="*/ 516103 w 932698"/>
                        <a:gd name="connsiteY2" fmla="*/ 617079 h 617079"/>
                        <a:gd name="connsiteX3" fmla="*/ 0 w 932698"/>
                        <a:gd name="connsiteY3" fmla="*/ 448785 h 617079"/>
                        <a:gd name="connsiteX4" fmla="*/ 274881 w 932698"/>
                        <a:gd name="connsiteY4" fmla="*/ 0 h 617079"/>
                        <a:gd name="connsiteX5" fmla="*/ 504883 w 932698"/>
                        <a:gd name="connsiteY5" fmla="*/ 235612 h 617079"/>
                        <a:gd name="connsiteX6" fmla="*/ 765740 w 932698"/>
                        <a:gd name="connsiteY6" fmla="*/ 159879 h 617079"/>
                        <a:gd name="connsiteX7" fmla="*/ 931229 w 932698"/>
                        <a:gd name="connsiteY7" fmla="*/ 403906 h 617079"/>
                        <a:gd name="connsiteX0" fmla="*/ 182319 w 932698"/>
                        <a:gd name="connsiteY0" fmla="*/ 476834 h 617079"/>
                        <a:gd name="connsiteX1" fmla="*/ 423541 w 932698"/>
                        <a:gd name="connsiteY1" fmla="*/ 339394 h 617079"/>
                        <a:gd name="connsiteX2" fmla="*/ 516103 w 932698"/>
                        <a:gd name="connsiteY2" fmla="*/ 617079 h 617079"/>
                        <a:gd name="connsiteX3" fmla="*/ 0 w 932698"/>
                        <a:gd name="connsiteY3" fmla="*/ 448785 h 617079"/>
                        <a:gd name="connsiteX4" fmla="*/ 274881 w 932698"/>
                        <a:gd name="connsiteY4" fmla="*/ 0 h 617079"/>
                        <a:gd name="connsiteX5" fmla="*/ 477341 w 932698"/>
                        <a:gd name="connsiteY5" fmla="*/ 243874 h 617079"/>
                        <a:gd name="connsiteX6" fmla="*/ 765740 w 932698"/>
                        <a:gd name="connsiteY6" fmla="*/ 159879 h 617079"/>
                        <a:gd name="connsiteX7" fmla="*/ 931229 w 932698"/>
                        <a:gd name="connsiteY7" fmla="*/ 403906 h 617079"/>
                        <a:gd name="connsiteX0" fmla="*/ 182319 w 932698"/>
                        <a:gd name="connsiteY0" fmla="*/ 476834 h 617079"/>
                        <a:gd name="connsiteX1" fmla="*/ 423541 w 932698"/>
                        <a:gd name="connsiteY1" fmla="*/ 339394 h 617079"/>
                        <a:gd name="connsiteX2" fmla="*/ 516103 w 932698"/>
                        <a:gd name="connsiteY2" fmla="*/ 617079 h 617079"/>
                        <a:gd name="connsiteX3" fmla="*/ 0 w 932698"/>
                        <a:gd name="connsiteY3" fmla="*/ 448785 h 617079"/>
                        <a:gd name="connsiteX4" fmla="*/ 274881 w 932698"/>
                        <a:gd name="connsiteY4" fmla="*/ 0 h 617079"/>
                        <a:gd name="connsiteX5" fmla="*/ 477341 w 932698"/>
                        <a:gd name="connsiteY5" fmla="*/ 243874 h 617079"/>
                        <a:gd name="connsiteX6" fmla="*/ 765740 w 932698"/>
                        <a:gd name="connsiteY6" fmla="*/ 159879 h 617079"/>
                        <a:gd name="connsiteX7" fmla="*/ 931229 w 932698"/>
                        <a:gd name="connsiteY7" fmla="*/ 403906 h 617079"/>
                        <a:gd name="connsiteX0" fmla="*/ 182319 w 932698"/>
                        <a:gd name="connsiteY0" fmla="*/ 476834 h 617079"/>
                        <a:gd name="connsiteX1" fmla="*/ 423541 w 932698"/>
                        <a:gd name="connsiteY1" fmla="*/ 339394 h 617079"/>
                        <a:gd name="connsiteX2" fmla="*/ 516103 w 932698"/>
                        <a:gd name="connsiteY2" fmla="*/ 617079 h 617079"/>
                        <a:gd name="connsiteX3" fmla="*/ 0 w 932698"/>
                        <a:gd name="connsiteY3" fmla="*/ 448785 h 617079"/>
                        <a:gd name="connsiteX4" fmla="*/ 274881 w 932698"/>
                        <a:gd name="connsiteY4" fmla="*/ 0 h 617079"/>
                        <a:gd name="connsiteX5" fmla="*/ 477341 w 932698"/>
                        <a:gd name="connsiteY5" fmla="*/ 243874 h 617079"/>
                        <a:gd name="connsiteX6" fmla="*/ 765740 w 932698"/>
                        <a:gd name="connsiteY6" fmla="*/ 159879 h 617079"/>
                        <a:gd name="connsiteX7" fmla="*/ 931229 w 932698"/>
                        <a:gd name="connsiteY7" fmla="*/ 403906 h 617079"/>
                        <a:gd name="connsiteX0" fmla="*/ 182319 w 933062"/>
                        <a:gd name="connsiteY0" fmla="*/ 476834 h 617079"/>
                        <a:gd name="connsiteX1" fmla="*/ 423541 w 933062"/>
                        <a:gd name="connsiteY1" fmla="*/ 339394 h 617079"/>
                        <a:gd name="connsiteX2" fmla="*/ 516103 w 933062"/>
                        <a:gd name="connsiteY2" fmla="*/ 617079 h 617079"/>
                        <a:gd name="connsiteX3" fmla="*/ 0 w 933062"/>
                        <a:gd name="connsiteY3" fmla="*/ 448785 h 617079"/>
                        <a:gd name="connsiteX4" fmla="*/ 274881 w 933062"/>
                        <a:gd name="connsiteY4" fmla="*/ 0 h 617079"/>
                        <a:gd name="connsiteX5" fmla="*/ 477341 w 933062"/>
                        <a:gd name="connsiteY5" fmla="*/ 243874 h 617079"/>
                        <a:gd name="connsiteX6" fmla="*/ 765740 w 933062"/>
                        <a:gd name="connsiteY6" fmla="*/ 159879 h 617079"/>
                        <a:gd name="connsiteX7" fmla="*/ 931229 w 933062"/>
                        <a:gd name="connsiteY7" fmla="*/ 403906 h 617079"/>
                        <a:gd name="connsiteX0" fmla="*/ 182319 w 933062"/>
                        <a:gd name="connsiteY0" fmla="*/ 476834 h 617079"/>
                        <a:gd name="connsiteX1" fmla="*/ 423541 w 933062"/>
                        <a:gd name="connsiteY1" fmla="*/ 339394 h 617079"/>
                        <a:gd name="connsiteX2" fmla="*/ 516103 w 933062"/>
                        <a:gd name="connsiteY2" fmla="*/ 617079 h 617079"/>
                        <a:gd name="connsiteX3" fmla="*/ 0 w 933062"/>
                        <a:gd name="connsiteY3" fmla="*/ 448785 h 617079"/>
                        <a:gd name="connsiteX4" fmla="*/ 274881 w 933062"/>
                        <a:gd name="connsiteY4" fmla="*/ 0 h 617079"/>
                        <a:gd name="connsiteX5" fmla="*/ 477341 w 933062"/>
                        <a:gd name="connsiteY5" fmla="*/ 243874 h 617079"/>
                        <a:gd name="connsiteX6" fmla="*/ 765740 w 933062"/>
                        <a:gd name="connsiteY6" fmla="*/ 159879 h 617079"/>
                        <a:gd name="connsiteX7" fmla="*/ 931229 w 933062"/>
                        <a:gd name="connsiteY7" fmla="*/ 403906 h 617079"/>
                        <a:gd name="connsiteX0" fmla="*/ 182319 w 934161"/>
                        <a:gd name="connsiteY0" fmla="*/ 476834 h 617079"/>
                        <a:gd name="connsiteX1" fmla="*/ 423541 w 934161"/>
                        <a:gd name="connsiteY1" fmla="*/ 339394 h 617079"/>
                        <a:gd name="connsiteX2" fmla="*/ 516103 w 934161"/>
                        <a:gd name="connsiteY2" fmla="*/ 617079 h 617079"/>
                        <a:gd name="connsiteX3" fmla="*/ 0 w 934161"/>
                        <a:gd name="connsiteY3" fmla="*/ 448785 h 617079"/>
                        <a:gd name="connsiteX4" fmla="*/ 274881 w 934161"/>
                        <a:gd name="connsiteY4" fmla="*/ 0 h 617079"/>
                        <a:gd name="connsiteX5" fmla="*/ 477341 w 934161"/>
                        <a:gd name="connsiteY5" fmla="*/ 243874 h 617079"/>
                        <a:gd name="connsiteX6" fmla="*/ 787773 w 934161"/>
                        <a:gd name="connsiteY6" fmla="*/ 162633 h 617079"/>
                        <a:gd name="connsiteX7" fmla="*/ 931229 w 934161"/>
                        <a:gd name="connsiteY7" fmla="*/ 403906 h 617079"/>
                        <a:gd name="connsiteX0" fmla="*/ 182319 w 933800"/>
                        <a:gd name="connsiteY0" fmla="*/ 476834 h 617079"/>
                        <a:gd name="connsiteX1" fmla="*/ 423541 w 933800"/>
                        <a:gd name="connsiteY1" fmla="*/ 339394 h 617079"/>
                        <a:gd name="connsiteX2" fmla="*/ 516103 w 933800"/>
                        <a:gd name="connsiteY2" fmla="*/ 617079 h 617079"/>
                        <a:gd name="connsiteX3" fmla="*/ 0 w 933800"/>
                        <a:gd name="connsiteY3" fmla="*/ 448785 h 617079"/>
                        <a:gd name="connsiteX4" fmla="*/ 274881 w 933800"/>
                        <a:gd name="connsiteY4" fmla="*/ 0 h 617079"/>
                        <a:gd name="connsiteX5" fmla="*/ 477341 w 933800"/>
                        <a:gd name="connsiteY5" fmla="*/ 243874 h 617079"/>
                        <a:gd name="connsiteX6" fmla="*/ 782265 w 933800"/>
                        <a:gd name="connsiteY6" fmla="*/ 143353 h 617079"/>
                        <a:gd name="connsiteX7" fmla="*/ 931229 w 933800"/>
                        <a:gd name="connsiteY7" fmla="*/ 403906 h 617079"/>
                        <a:gd name="connsiteX0" fmla="*/ 182319 w 933800"/>
                        <a:gd name="connsiteY0" fmla="*/ 476834 h 617079"/>
                        <a:gd name="connsiteX1" fmla="*/ 423541 w 933800"/>
                        <a:gd name="connsiteY1" fmla="*/ 339394 h 617079"/>
                        <a:gd name="connsiteX2" fmla="*/ 516103 w 933800"/>
                        <a:gd name="connsiteY2" fmla="*/ 617079 h 617079"/>
                        <a:gd name="connsiteX3" fmla="*/ 0 w 933800"/>
                        <a:gd name="connsiteY3" fmla="*/ 448785 h 617079"/>
                        <a:gd name="connsiteX4" fmla="*/ 274881 w 933800"/>
                        <a:gd name="connsiteY4" fmla="*/ 0 h 617079"/>
                        <a:gd name="connsiteX5" fmla="*/ 477341 w 933800"/>
                        <a:gd name="connsiteY5" fmla="*/ 243874 h 617079"/>
                        <a:gd name="connsiteX6" fmla="*/ 782265 w 933800"/>
                        <a:gd name="connsiteY6" fmla="*/ 143353 h 617079"/>
                        <a:gd name="connsiteX7" fmla="*/ 931229 w 933800"/>
                        <a:gd name="connsiteY7" fmla="*/ 403906 h 617079"/>
                        <a:gd name="connsiteX0" fmla="*/ 182319 w 935016"/>
                        <a:gd name="connsiteY0" fmla="*/ 476834 h 617079"/>
                        <a:gd name="connsiteX1" fmla="*/ 423541 w 935016"/>
                        <a:gd name="connsiteY1" fmla="*/ 339394 h 617079"/>
                        <a:gd name="connsiteX2" fmla="*/ 516103 w 935016"/>
                        <a:gd name="connsiteY2" fmla="*/ 617079 h 617079"/>
                        <a:gd name="connsiteX3" fmla="*/ 0 w 935016"/>
                        <a:gd name="connsiteY3" fmla="*/ 448785 h 617079"/>
                        <a:gd name="connsiteX4" fmla="*/ 274881 w 935016"/>
                        <a:gd name="connsiteY4" fmla="*/ 0 h 617079"/>
                        <a:gd name="connsiteX5" fmla="*/ 477341 w 935016"/>
                        <a:gd name="connsiteY5" fmla="*/ 243874 h 617079"/>
                        <a:gd name="connsiteX6" fmla="*/ 782265 w 935016"/>
                        <a:gd name="connsiteY6" fmla="*/ 143353 h 617079"/>
                        <a:gd name="connsiteX7" fmla="*/ 931229 w 935016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74881 w 932773"/>
                        <a:gd name="connsiteY4" fmla="*/ 0 h 617079"/>
                        <a:gd name="connsiteX5" fmla="*/ 477341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74881 w 932773"/>
                        <a:gd name="connsiteY4" fmla="*/ 0 h 617079"/>
                        <a:gd name="connsiteX5" fmla="*/ 491112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74881 w 932773"/>
                        <a:gd name="connsiteY4" fmla="*/ 0 h 617079"/>
                        <a:gd name="connsiteX5" fmla="*/ 491112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39076 w 932773"/>
                        <a:gd name="connsiteY4" fmla="*/ 0 h 617079"/>
                        <a:gd name="connsiteX5" fmla="*/ 491112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39076 w 932773"/>
                        <a:gd name="connsiteY4" fmla="*/ 0 h 617079"/>
                        <a:gd name="connsiteX5" fmla="*/ 491112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6834 h 617079"/>
                        <a:gd name="connsiteX1" fmla="*/ 423541 w 932773"/>
                        <a:gd name="connsiteY1" fmla="*/ 339394 h 617079"/>
                        <a:gd name="connsiteX2" fmla="*/ 516103 w 932773"/>
                        <a:gd name="connsiteY2" fmla="*/ 617079 h 617079"/>
                        <a:gd name="connsiteX3" fmla="*/ 0 w 932773"/>
                        <a:gd name="connsiteY3" fmla="*/ 448785 h 617079"/>
                        <a:gd name="connsiteX4" fmla="*/ 239076 w 932773"/>
                        <a:gd name="connsiteY4" fmla="*/ 0 h 617079"/>
                        <a:gd name="connsiteX5" fmla="*/ 491112 w 932773"/>
                        <a:gd name="connsiteY5" fmla="*/ 243874 h 617079"/>
                        <a:gd name="connsiteX6" fmla="*/ 782265 w 932773"/>
                        <a:gd name="connsiteY6" fmla="*/ 143353 h 617079"/>
                        <a:gd name="connsiteX7" fmla="*/ 931229 w 932773"/>
                        <a:gd name="connsiteY7" fmla="*/ 403906 h 617079"/>
                        <a:gd name="connsiteX0" fmla="*/ 182319 w 932773"/>
                        <a:gd name="connsiteY0" fmla="*/ 478537 h 618782"/>
                        <a:gd name="connsiteX1" fmla="*/ 423541 w 932773"/>
                        <a:gd name="connsiteY1" fmla="*/ 341097 h 618782"/>
                        <a:gd name="connsiteX2" fmla="*/ 516103 w 932773"/>
                        <a:gd name="connsiteY2" fmla="*/ 618782 h 618782"/>
                        <a:gd name="connsiteX3" fmla="*/ 0 w 932773"/>
                        <a:gd name="connsiteY3" fmla="*/ 450488 h 618782"/>
                        <a:gd name="connsiteX4" fmla="*/ 239076 w 932773"/>
                        <a:gd name="connsiteY4" fmla="*/ 1703 h 618782"/>
                        <a:gd name="connsiteX5" fmla="*/ 491112 w 932773"/>
                        <a:gd name="connsiteY5" fmla="*/ 245577 h 618782"/>
                        <a:gd name="connsiteX6" fmla="*/ 782265 w 932773"/>
                        <a:gd name="connsiteY6" fmla="*/ 145056 h 618782"/>
                        <a:gd name="connsiteX7" fmla="*/ 931229 w 932773"/>
                        <a:gd name="connsiteY7" fmla="*/ 405609 h 618782"/>
                        <a:gd name="connsiteX0" fmla="*/ 182319 w 932773"/>
                        <a:gd name="connsiteY0" fmla="*/ 478537 h 618782"/>
                        <a:gd name="connsiteX1" fmla="*/ 423541 w 932773"/>
                        <a:gd name="connsiteY1" fmla="*/ 341097 h 618782"/>
                        <a:gd name="connsiteX2" fmla="*/ 516103 w 932773"/>
                        <a:gd name="connsiteY2" fmla="*/ 618782 h 618782"/>
                        <a:gd name="connsiteX3" fmla="*/ 0 w 932773"/>
                        <a:gd name="connsiteY3" fmla="*/ 450488 h 618782"/>
                        <a:gd name="connsiteX4" fmla="*/ 239076 w 932773"/>
                        <a:gd name="connsiteY4" fmla="*/ 1703 h 618782"/>
                        <a:gd name="connsiteX5" fmla="*/ 491112 w 932773"/>
                        <a:gd name="connsiteY5" fmla="*/ 245577 h 618782"/>
                        <a:gd name="connsiteX6" fmla="*/ 782265 w 932773"/>
                        <a:gd name="connsiteY6" fmla="*/ 145056 h 618782"/>
                        <a:gd name="connsiteX7" fmla="*/ 931229 w 932773"/>
                        <a:gd name="connsiteY7" fmla="*/ 405609 h 618782"/>
                        <a:gd name="connsiteX0" fmla="*/ 160286 w 910740"/>
                        <a:gd name="connsiteY0" fmla="*/ 478537 h 618782"/>
                        <a:gd name="connsiteX1" fmla="*/ 401508 w 910740"/>
                        <a:gd name="connsiteY1" fmla="*/ 341097 h 618782"/>
                        <a:gd name="connsiteX2" fmla="*/ 494070 w 910740"/>
                        <a:gd name="connsiteY2" fmla="*/ 618782 h 618782"/>
                        <a:gd name="connsiteX3" fmla="*/ 0 w 910740"/>
                        <a:gd name="connsiteY3" fmla="*/ 450488 h 618782"/>
                        <a:gd name="connsiteX4" fmla="*/ 217043 w 910740"/>
                        <a:gd name="connsiteY4" fmla="*/ 1703 h 618782"/>
                        <a:gd name="connsiteX5" fmla="*/ 469079 w 910740"/>
                        <a:gd name="connsiteY5" fmla="*/ 245577 h 618782"/>
                        <a:gd name="connsiteX6" fmla="*/ 760232 w 910740"/>
                        <a:gd name="connsiteY6" fmla="*/ 145056 h 618782"/>
                        <a:gd name="connsiteX7" fmla="*/ 909196 w 910740"/>
                        <a:gd name="connsiteY7" fmla="*/ 405609 h 618782"/>
                        <a:gd name="connsiteX0" fmla="*/ 205095 w 955549"/>
                        <a:gd name="connsiteY0" fmla="*/ 478537 h 618782"/>
                        <a:gd name="connsiteX1" fmla="*/ 446317 w 955549"/>
                        <a:gd name="connsiteY1" fmla="*/ 341097 h 618782"/>
                        <a:gd name="connsiteX2" fmla="*/ 538879 w 955549"/>
                        <a:gd name="connsiteY2" fmla="*/ 618782 h 618782"/>
                        <a:gd name="connsiteX3" fmla="*/ 44809 w 955549"/>
                        <a:gd name="connsiteY3" fmla="*/ 450488 h 618782"/>
                        <a:gd name="connsiteX4" fmla="*/ 261852 w 955549"/>
                        <a:gd name="connsiteY4" fmla="*/ 1703 h 618782"/>
                        <a:gd name="connsiteX5" fmla="*/ 513888 w 955549"/>
                        <a:gd name="connsiteY5" fmla="*/ 245577 h 618782"/>
                        <a:gd name="connsiteX6" fmla="*/ 805041 w 955549"/>
                        <a:gd name="connsiteY6" fmla="*/ 145056 h 618782"/>
                        <a:gd name="connsiteX7" fmla="*/ 954005 w 955549"/>
                        <a:gd name="connsiteY7" fmla="*/ 405609 h 618782"/>
                        <a:gd name="connsiteX0" fmla="*/ 205095 w 955549"/>
                        <a:gd name="connsiteY0" fmla="*/ 478537 h 618782"/>
                        <a:gd name="connsiteX1" fmla="*/ 446317 w 955549"/>
                        <a:gd name="connsiteY1" fmla="*/ 341097 h 618782"/>
                        <a:gd name="connsiteX2" fmla="*/ 538879 w 955549"/>
                        <a:gd name="connsiteY2" fmla="*/ 618782 h 618782"/>
                        <a:gd name="connsiteX3" fmla="*/ 44809 w 955549"/>
                        <a:gd name="connsiteY3" fmla="*/ 450488 h 618782"/>
                        <a:gd name="connsiteX4" fmla="*/ 261852 w 955549"/>
                        <a:gd name="connsiteY4" fmla="*/ 1703 h 618782"/>
                        <a:gd name="connsiteX5" fmla="*/ 513888 w 955549"/>
                        <a:gd name="connsiteY5" fmla="*/ 245577 h 618782"/>
                        <a:gd name="connsiteX6" fmla="*/ 805041 w 955549"/>
                        <a:gd name="connsiteY6" fmla="*/ 145056 h 618782"/>
                        <a:gd name="connsiteX7" fmla="*/ 954005 w 955549"/>
                        <a:gd name="connsiteY7" fmla="*/ 405609 h 618782"/>
                        <a:gd name="connsiteX0" fmla="*/ 205095 w 955549"/>
                        <a:gd name="connsiteY0" fmla="*/ 478537 h 607765"/>
                        <a:gd name="connsiteX1" fmla="*/ 446317 w 955549"/>
                        <a:gd name="connsiteY1" fmla="*/ 341097 h 607765"/>
                        <a:gd name="connsiteX2" fmla="*/ 527862 w 955549"/>
                        <a:gd name="connsiteY2" fmla="*/ 607765 h 607765"/>
                        <a:gd name="connsiteX3" fmla="*/ 44809 w 955549"/>
                        <a:gd name="connsiteY3" fmla="*/ 450488 h 607765"/>
                        <a:gd name="connsiteX4" fmla="*/ 261852 w 955549"/>
                        <a:gd name="connsiteY4" fmla="*/ 1703 h 607765"/>
                        <a:gd name="connsiteX5" fmla="*/ 513888 w 955549"/>
                        <a:gd name="connsiteY5" fmla="*/ 245577 h 607765"/>
                        <a:gd name="connsiteX6" fmla="*/ 805041 w 955549"/>
                        <a:gd name="connsiteY6" fmla="*/ 145056 h 607765"/>
                        <a:gd name="connsiteX7" fmla="*/ 954005 w 955549"/>
                        <a:gd name="connsiteY7" fmla="*/ 405609 h 607765"/>
                        <a:gd name="connsiteX0" fmla="*/ 205095 w 955549"/>
                        <a:gd name="connsiteY0" fmla="*/ 478537 h 664635"/>
                        <a:gd name="connsiteX1" fmla="*/ 446317 w 955549"/>
                        <a:gd name="connsiteY1" fmla="*/ 34109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478537 h 664635"/>
                        <a:gd name="connsiteX1" fmla="*/ 446317 w 955549"/>
                        <a:gd name="connsiteY1" fmla="*/ 34109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478537 h 664635"/>
                        <a:gd name="connsiteX1" fmla="*/ 402249 w 955549"/>
                        <a:gd name="connsiteY1" fmla="*/ 352114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478537 h 664635"/>
                        <a:gd name="connsiteX1" fmla="*/ 402249 w 955549"/>
                        <a:gd name="connsiteY1" fmla="*/ 352114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478537 h 664635"/>
                        <a:gd name="connsiteX1" fmla="*/ 402249 w 955549"/>
                        <a:gd name="connsiteY1" fmla="*/ 352114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511587 h 664635"/>
                        <a:gd name="connsiteX1" fmla="*/ 402249 w 955549"/>
                        <a:gd name="connsiteY1" fmla="*/ 352114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511587 h 664635"/>
                        <a:gd name="connsiteX1" fmla="*/ 402249 w 955549"/>
                        <a:gd name="connsiteY1" fmla="*/ 352114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511587 h 664635"/>
                        <a:gd name="connsiteX1" fmla="*/ 396740 w 955549"/>
                        <a:gd name="connsiteY1" fmla="*/ 32732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05095 w 955549"/>
                        <a:gd name="connsiteY0" fmla="*/ 511587 h 664635"/>
                        <a:gd name="connsiteX1" fmla="*/ 396740 w 955549"/>
                        <a:gd name="connsiteY1" fmla="*/ 32732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21620 w 955549"/>
                        <a:gd name="connsiteY0" fmla="*/ 500570 h 664635"/>
                        <a:gd name="connsiteX1" fmla="*/ 396740 w 955549"/>
                        <a:gd name="connsiteY1" fmla="*/ 32732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21620 w 955549"/>
                        <a:gd name="connsiteY0" fmla="*/ 500570 h 664635"/>
                        <a:gd name="connsiteX1" fmla="*/ 396740 w 955549"/>
                        <a:gd name="connsiteY1" fmla="*/ 32732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21620 w 955549"/>
                        <a:gd name="connsiteY0" fmla="*/ 500570 h 664635"/>
                        <a:gd name="connsiteX1" fmla="*/ 396740 w 955549"/>
                        <a:gd name="connsiteY1" fmla="*/ 327327 h 664635"/>
                        <a:gd name="connsiteX2" fmla="*/ 527862 w 955549"/>
                        <a:gd name="connsiteY2" fmla="*/ 607765 h 664635"/>
                        <a:gd name="connsiteX3" fmla="*/ 44809 w 955549"/>
                        <a:gd name="connsiteY3" fmla="*/ 450488 h 664635"/>
                        <a:gd name="connsiteX4" fmla="*/ 261852 w 955549"/>
                        <a:gd name="connsiteY4" fmla="*/ 1703 h 664635"/>
                        <a:gd name="connsiteX5" fmla="*/ 513888 w 955549"/>
                        <a:gd name="connsiteY5" fmla="*/ 245577 h 664635"/>
                        <a:gd name="connsiteX6" fmla="*/ 805041 w 955549"/>
                        <a:gd name="connsiteY6" fmla="*/ 145056 h 664635"/>
                        <a:gd name="connsiteX7" fmla="*/ 954005 w 955549"/>
                        <a:gd name="connsiteY7" fmla="*/ 405609 h 664635"/>
                        <a:gd name="connsiteX0" fmla="*/ 221620 w 955549"/>
                        <a:gd name="connsiteY0" fmla="*/ 500570 h 666793"/>
                        <a:gd name="connsiteX1" fmla="*/ 396740 w 955549"/>
                        <a:gd name="connsiteY1" fmla="*/ 327327 h 666793"/>
                        <a:gd name="connsiteX2" fmla="*/ 478286 w 955549"/>
                        <a:gd name="connsiteY2" fmla="*/ 610520 h 666793"/>
                        <a:gd name="connsiteX3" fmla="*/ 44809 w 955549"/>
                        <a:gd name="connsiteY3" fmla="*/ 450488 h 666793"/>
                        <a:gd name="connsiteX4" fmla="*/ 261852 w 955549"/>
                        <a:gd name="connsiteY4" fmla="*/ 1703 h 666793"/>
                        <a:gd name="connsiteX5" fmla="*/ 513888 w 955549"/>
                        <a:gd name="connsiteY5" fmla="*/ 245577 h 666793"/>
                        <a:gd name="connsiteX6" fmla="*/ 805041 w 955549"/>
                        <a:gd name="connsiteY6" fmla="*/ 145056 h 666793"/>
                        <a:gd name="connsiteX7" fmla="*/ 954005 w 955549"/>
                        <a:gd name="connsiteY7" fmla="*/ 405609 h 666793"/>
                        <a:gd name="connsiteX0" fmla="*/ 221620 w 955549"/>
                        <a:gd name="connsiteY0" fmla="*/ 500570 h 666793"/>
                        <a:gd name="connsiteX1" fmla="*/ 396740 w 955549"/>
                        <a:gd name="connsiteY1" fmla="*/ 327327 h 666793"/>
                        <a:gd name="connsiteX2" fmla="*/ 478286 w 955549"/>
                        <a:gd name="connsiteY2" fmla="*/ 610520 h 666793"/>
                        <a:gd name="connsiteX3" fmla="*/ 44809 w 955549"/>
                        <a:gd name="connsiteY3" fmla="*/ 450488 h 666793"/>
                        <a:gd name="connsiteX4" fmla="*/ 261852 w 955549"/>
                        <a:gd name="connsiteY4" fmla="*/ 1703 h 666793"/>
                        <a:gd name="connsiteX5" fmla="*/ 513888 w 955549"/>
                        <a:gd name="connsiteY5" fmla="*/ 245577 h 666793"/>
                        <a:gd name="connsiteX6" fmla="*/ 805041 w 955549"/>
                        <a:gd name="connsiteY6" fmla="*/ 145056 h 666793"/>
                        <a:gd name="connsiteX7" fmla="*/ 954005 w 955549"/>
                        <a:gd name="connsiteY7" fmla="*/ 405609 h 666793"/>
                        <a:gd name="connsiteX0" fmla="*/ 228696 w 962625"/>
                        <a:gd name="connsiteY0" fmla="*/ 500570 h 673975"/>
                        <a:gd name="connsiteX1" fmla="*/ 403816 w 962625"/>
                        <a:gd name="connsiteY1" fmla="*/ 327327 h 673975"/>
                        <a:gd name="connsiteX2" fmla="*/ 485362 w 962625"/>
                        <a:gd name="connsiteY2" fmla="*/ 610520 h 673975"/>
                        <a:gd name="connsiteX3" fmla="*/ 43623 w 962625"/>
                        <a:gd name="connsiteY3" fmla="*/ 480784 h 673975"/>
                        <a:gd name="connsiteX4" fmla="*/ 268928 w 962625"/>
                        <a:gd name="connsiteY4" fmla="*/ 1703 h 673975"/>
                        <a:gd name="connsiteX5" fmla="*/ 520964 w 962625"/>
                        <a:gd name="connsiteY5" fmla="*/ 245577 h 673975"/>
                        <a:gd name="connsiteX6" fmla="*/ 812117 w 962625"/>
                        <a:gd name="connsiteY6" fmla="*/ 145056 h 673975"/>
                        <a:gd name="connsiteX7" fmla="*/ 961081 w 962625"/>
                        <a:gd name="connsiteY7" fmla="*/ 405609 h 673975"/>
                        <a:gd name="connsiteX0" fmla="*/ 238218 w 972147"/>
                        <a:gd name="connsiteY0" fmla="*/ 500570 h 681004"/>
                        <a:gd name="connsiteX1" fmla="*/ 413338 w 972147"/>
                        <a:gd name="connsiteY1" fmla="*/ 327327 h 681004"/>
                        <a:gd name="connsiteX2" fmla="*/ 494884 w 972147"/>
                        <a:gd name="connsiteY2" fmla="*/ 610520 h 681004"/>
                        <a:gd name="connsiteX3" fmla="*/ 42128 w 972147"/>
                        <a:gd name="connsiteY3" fmla="*/ 505572 h 681004"/>
                        <a:gd name="connsiteX4" fmla="*/ 278450 w 972147"/>
                        <a:gd name="connsiteY4" fmla="*/ 1703 h 681004"/>
                        <a:gd name="connsiteX5" fmla="*/ 530486 w 972147"/>
                        <a:gd name="connsiteY5" fmla="*/ 245577 h 681004"/>
                        <a:gd name="connsiteX6" fmla="*/ 821639 w 972147"/>
                        <a:gd name="connsiteY6" fmla="*/ 145056 h 681004"/>
                        <a:gd name="connsiteX7" fmla="*/ 970603 w 972147"/>
                        <a:gd name="connsiteY7" fmla="*/ 405609 h 681004"/>
                        <a:gd name="connsiteX0" fmla="*/ 238218 w 972147"/>
                        <a:gd name="connsiteY0" fmla="*/ 500570 h 684851"/>
                        <a:gd name="connsiteX1" fmla="*/ 413338 w 972147"/>
                        <a:gd name="connsiteY1" fmla="*/ 327327 h 684851"/>
                        <a:gd name="connsiteX2" fmla="*/ 483867 w 972147"/>
                        <a:gd name="connsiteY2" fmla="*/ 616028 h 684851"/>
                        <a:gd name="connsiteX3" fmla="*/ 42128 w 972147"/>
                        <a:gd name="connsiteY3" fmla="*/ 505572 h 684851"/>
                        <a:gd name="connsiteX4" fmla="*/ 278450 w 972147"/>
                        <a:gd name="connsiteY4" fmla="*/ 1703 h 684851"/>
                        <a:gd name="connsiteX5" fmla="*/ 530486 w 972147"/>
                        <a:gd name="connsiteY5" fmla="*/ 245577 h 684851"/>
                        <a:gd name="connsiteX6" fmla="*/ 821639 w 972147"/>
                        <a:gd name="connsiteY6" fmla="*/ 145056 h 684851"/>
                        <a:gd name="connsiteX7" fmla="*/ 970603 w 972147"/>
                        <a:gd name="connsiteY7" fmla="*/ 405609 h 684851"/>
                        <a:gd name="connsiteX0" fmla="*/ 238218 w 972147"/>
                        <a:gd name="connsiteY0" fmla="*/ 500570 h 678763"/>
                        <a:gd name="connsiteX1" fmla="*/ 413338 w 972147"/>
                        <a:gd name="connsiteY1" fmla="*/ 327327 h 678763"/>
                        <a:gd name="connsiteX2" fmla="*/ 483867 w 972147"/>
                        <a:gd name="connsiteY2" fmla="*/ 616028 h 678763"/>
                        <a:gd name="connsiteX3" fmla="*/ 42128 w 972147"/>
                        <a:gd name="connsiteY3" fmla="*/ 505572 h 678763"/>
                        <a:gd name="connsiteX4" fmla="*/ 278450 w 972147"/>
                        <a:gd name="connsiteY4" fmla="*/ 1703 h 678763"/>
                        <a:gd name="connsiteX5" fmla="*/ 530486 w 972147"/>
                        <a:gd name="connsiteY5" fmla="*/ 245577 h 678763"/>
                        <a:gd name="connsiteX6" fmla="*/ 821639 w 972147"/>
                        <a:gd name="connsiteY6" fmla="*/ 145056 h 678763"/>
                        <a:gd name="connsiteX7" fmla="*/ 970603 w 972147"/>
                        <a:gd name="connsiteY7" fmla="*/ 405609 h 678763"/>
                        <a:gd name="connsiteX0" fmla="*/ 238218 w 972147"/>
                        <a:gd name="connsiteY0" fmla="*/ 501130 h 679323"/>
                        <a:gd name="connsiteX1" fmla="*/ 413338 w 972147"/>
                        <a:gd name="connsiteY1" fmla="*/ 327887 h 679323"/>
                        <a:gd name="connsiteX2" fmla="*/ 483867 w 972147"/>
                        <a:gd name="connsiteY2" fmla="*/ 616588 h 679323"/>
                        <a:gd name="connsiteX3" fmla="*/ 42128 w 972147"/>
                        <a:gd name="connsiteY3" fmla="*/ 506132 h 679323"/>
                        <a:gd name="connsiteX4" fmla="*/ 278450 w 972147"/>
                        <a:gd name="connsiteY4" fmla="*/ 2263 h 679323"/>
                        <a:gd name="connsiteX5" fmla="*/ 535994 w 972147"/>
                        <a:gd name="connsiteY5" fmla="*/ 210332 h 679323"/>
                        <a:gd name="connsiteX6" fmla="*/ 821639 w 972147"/>
                        <a:gd name="connsiteY6" fmla="*/ 145616 h 679323"/>
                        <a:gd name="connsiteX7" fmla="*/ 970603 w 972147"/>
                        <a:gd name="connsiteY7" fmla="*/ 406169 h 679323"/>
                        <a:gd name="connsiteX0" fmla="*/ 238218 w 972147"/>
                        <a:gd name="connsiteY0" fmla="*/ 501130 h 679323"/>
                        <a:gd name="connsiteX1" fmla="*/ 413338 w 972147"/>
                        <a:gd name="connsiteY1" fmla="*/ 327887 h 679323"/>
                        <a:gd name="connsiteX2" fmla="*/ 483867 w 972147"/>
                        <a:gd name="connsiteY2" fmla="*/ 616588 h 679323"/>
                        <a:gd name="connsiteX3" fmla="*/ 42128 w 972147"/>
                        <a:gd name="connsiteY3" fmla="*/ 506132 h 679323"/>
                        <a:gd name="connsiteX4" fmla="*/ 278450 w 972147"/>
                        <a:gd name="connsiteY4" fmla="*/ 2263 h 679323"/>
                        <a:gd name="connsiteX5" fmla="*/ 535994 w 972147"/>
                        <a:gd name="connsiteY5" fmla="*/ 210332 h 679323"/>
                        <a:gd name="connsiteX6" fmla="*/ 821639 w 972147"/>
                        <a:gd name="connsiteY6" fmla="*/ 145616 h 679323"/>
                        <a:gd name="connsiteX7" fmla="*/ 970603 w 972147"/>
                        <a:gd name="connsiteY7" fmla="*/ 406169 h 679323"/>
                        <a:gd name="connsiteX0" fmla="*/ 238218 w 972147"/>
                        <a:gd name="connsiteY0" fmla="*/ 501584 h 679777"/>
                        <a:gd name="connsiteX1" fmla="*/ 413338 w 972147"/>
                        <a:gd name="connsiteY1" fmla="*/ 328341 h 679777"/>
                        <a:gd name="connsiteX2" fmla="*/ 483867 w 972147"/>
                        <a:gd name="connsiteY2" fmla="*/ 617042 h 679777"/>
                        <a:gd name="connsiteX3" fmla="*/ 42128 w 972147"/>
                        <a:gd name="connsiteY3" fmla="*/ 506586 h 679777"/>
                        <a:gd name="connsiteX4" fmla="*/ 278450 w 972147"/>
                        <a:gd name="connsiteY4" fmla="*/ 2717 h 679777"/>
                        <a:gd name="connsiteX5" fmla="*/ 535994 w 972147"/>
                        <a:gd name="connsiteY5" fmla="*/ 210786 h 679777"/>
                        <a:gd name="connsiteX6" fmla="*/ 821639 w 972147"/>
                        <a:gd name="connsiteY6" fmla="*/ 146070 h 679777"/>
                        <a:gd name="connsiteX7" fmla="*/ 970603 w 972147"/>
                        <a:gd name="connsiteY7" fmla="*/ 406623 h 679777"/>
                        <a:gd name="connsiteX0" fmla="*/ 238218 w 972147"/>
                        <a:gd name="connsiteY0" fmla="*/ 501584 h 679777"/>
                        <a:gd name="connsiteX1" fmla="*/ 413338 w 972147"/>
                        <a:gd name="connsiteY1" fmla="*/ 328341 h 679777"/>
                        <a:gd name="connsiteX2" fmla="*/ 483867 w 972147"/>
                        <a:gd name="connsiteY2" fmla="*/ 617042 h 679777"/>
                        <a:gd name="connsiteX3" fmla="*/ 42128 w 972147"/>
                        <a:gd name="connsiteY3" fmla="*/ 506586 h 679777"/>
                        <a:gd name="connsiteX4" fmla="*/ 278450 w 972147"/>
                        <a:gd name="connsiteY4" fmla="*/ 2717 h 679777"/>
                        <a:gd name="connsiteX5" fmla="*/ 535994 w 972147"/>
                        <a:gd name="connsiteY5" fmla="*/ 210786 h 679777"/>
                        <a:gd name="connsiteX6" fmla="*/ 821639 w 972147"/>
                        <a:gd name="connsiteY6" fmla="*/ 146070 h 679777"/>
                        <a:gd name="connsiteX7" fmla="*/ 970603 w 972147"/>
                        <a:gd name="connsiteY7" fmla="*/ 406623 h 679777"/>
                        <a:gd name="connsiteX0" fmla="*/ 238218 w 972147"/>
                        <a:gd name="connsiteY0" fmla="*/ 501584 h 679777"/>
                        <a:gd name="connsiteX1" fmla="*/ 413338 w 972147"/>
                        <a:gd name="connsiteY1" fmla="*/ 328341 h 679777"/>
                        <a:gd name="connsiteX2" fmla="*/ 483867 w 972147"/>
                        <a:gd name="connsiteY2" fmla="*/ 617042 h 679777"/>
                        <a:gd name="connsiteX3" fmla="*/ 42128 w 972147"/>
                        <a:gd name="connsiteY3" fmla="*/ 506586 h 679777"/>
                        <a:gd name="connsiteX4" fmla="*/ 278450 w 972147"/>
                        <a:gd name="connsiteY4" fmla="*/ 2717 h 679777"/>
                        <a:gd name="connsiteX5" fmla="*/ 535994 w 972147"/>
                        <a:gd name="connsiteY5" fmla="*/ 210786 h 679777"/>
                        <a:gd name="connsiteX6" fmla="*/ 821639 w 972147"/>
                        <a:gd name="connsiteY6" fmla="*/ 146070 h 679777"/>
                        <a:gd name="connsiteX7" fmla="*/ 970603 w 972147"/>
                        <a:gd name="connsiteY7" fmla="*/ 406623 h 679777"/>
                        <a:gd name="connsiteX0" fmla="*/ 238218 w 972147"/>
                        <a:gd name="connsiteY0" fmla="*/ 502590 h 680783"/>
                        <a:gd name="connsiteX1" fmla="*/ 413338 w 972147"/>
                        <a:gd name="connsiteY1" fmla="*/ 329347 h 680783"/>
                        <a:gd name="connsiteX2" fmla="*/ 483867 w 972147"/>
                        <a:gd name="connsiteY2" fmla="*/ 618048 h 680783"/>
                        <a:gd name="connsiteX3" fmla="*/ 42128 w 972147"/>
                        <a:gd name="connsiteY3" fmla="*/ 507592 h 680783"/>
                        <a:gd name="connsiteX4" fmla="*/ 278450 w 972147"/>
                        <a:gd name="connsiteY4" fmla="*/ 3723 h 680783"/>
                        <a:gd name="connsiteX5" fmla="*/ 535994 w 972147"/>
                        <a:gd name="connsiteY5" fmla="*/ 211792 h 680783"/>
                        <a:gd name="connsiteX6" fmla="*/ 821639 w 972147"/>
                        <a:gd name="connsiteY6" fmla="*/ 147076 h 680783"/>
                        <a:gd name="connsiteX7" fmla="*/ 970603 w 972147"/>
                        <a:gd name="connsiteY7" fmla="*/ 407629 h 680783"/>
                        <a:gd name="connsiteX0" fmla="*/ 238218 w 972381"/>
                        <a:gd name="connsiteY0" fmla="*/ 502590 h 680783"/>
                        <a:gd name="connsiteX1" fmla="*/ 413338 w 972381"/>
                        <a:gd name="connsiteY1" fmla="*/ 329347 h 680783"/>
                        <a:gd name="connsiteX2" fmla="*/ 483867 w 972381"/>
                        <a:gd name="connsiteY2" fmla="*/ 618048 h 680783"/>
                        <a:gd name="connsiteX3" fmla="*/ 42128 w 972381"/>
                        <a:gd name="connsiteY3" fmla="*/ 507592 h 680783"/>
                        <a:gd name="connsiteX4" fmla="*/ 278450 w 972381"/>
                        <a:gd name="connsiteY4" fmla="*/ 3723 h 680783"/>
                        <a:gd name="connsiteX5" fmla="*/ 535994 w 972381"/>
                        <a:gd name="connsiteY5" fmla="*/ 211792 h 680783"/>
                        <a:gd name="connsiteX6" fmla="*/ 829902 w 972381"/>
                        <a:gd name="connsiteY6" fmla="*/ 119534 h 680783"/>
                        <a:gd name="connsiteX7" fmla="*/ 970603 w 972381"/>
                        <a:gd name="connsiteY7" fmla="*/ 407629 h 680783"/>
                        <a:gd name="connsiteX0" fmla="*/ 238218 w 972381"/>
                        <a:gd name="connsiteY0" fmla="*/ 502590 h 680783"/>
                        <a:gd name="connsiteX1" fmla="*/ 413338 w 972381"/>
                        <a:gd name="connsiteY1" fmla="*/ 329347 h 680783"/>
                        <a:gd name="connsiteX2" fmla="*/ 483867 w 972381"/>
                        <a:gd name="connsiteY2" fmla="*/ 618048 h 680783"/>
                        <a:gd name="connsiteX3" fmla="*/ 42128 w 972381"/>
                        <a:gd name="connsiteY3" fmla="*/ 507592 h 680783"/>
                        <a:gd name="connsiteX4" fmla="*/ 278450 w 972381"/>
                        <a:gd name="connsiteY4" fmla="*/ 3723 h 680783"/>
                        <a:gd name="connsiteX5" fmla="*/ 535994 w 972381"/>
                        <a:gd name="connsiteY5" fmla="*/ 211792 h 680783"/>
                        <a:gd name="connsiteX6" fmla="*/ 829902 w 972381"/>
                        <a:gd name="connsiteY6" fmla="*/ 119534 h 680783"/>
                        <a:gd name="connsiteX7" fmla="*/ 970603 w 972381"/>
                        <a:gd name="connsiteY7" fmla="*/ 407629 h 680783"/>
                        <a:gd name="connsiteX0" fmla="*/ 238218 w 973905"/>
                        <a:gd name="connsiteY0" fmla="*/ 502590 h 680783"/>
                        <a:gd name="connsiteX1" fmla="*/ 413338 w 973905"/>
                        <a:gd name="connsiteY1" fmla="*/ 329347 h 680783"/>
                        <a:gd name="connsiteX2" fmla="*/ 483867 w 973905"/>
                        <a:gd name="connsiteY2" fmla="*/ 618048 h 680783"/>
                        <a:gd name="connsiteX3" fmla="*/ 42128 w 973905"/>
                        <a:gd name="connsiteY3" fmla="*/ 507592 h 680783"/>
                        <a:gd name="connsiteX4" fmla="*/ 278450 w 973905"/>
                        <a:gd name="connsiteY4" fmla="*/ 3723 h 680783"/>
                        <a:gd name="connsiteX5" fmla="*/ 535994 w 973905"/>
                        <a:gd name="connsiteY5" fmla="*/ 211792 h 680783"/>
                        <a:gd name="connsiteX6" fmla="*/ 857444 w 973905"/>
                        <a:gd name="connsiteY6" fmla="*/ 144322 h 680783"/>
                        <a:gd name="connsiteX7" fmla="*/ 970603 w 973905"/>
                        <a:gd name="connsiteY7" fmla="*/ 407629 h 680783"/>
                        <a:gd name="connsiteX0" fmla="*/ 238218 w 973905"/>
                        <a:gd name="connsiteY0" fmla="*/ 502590 h 680783"/>
                        <a:gd name="connsiteX1" fmla="*/ 413338 w 973905"/>
                        <a:gd name="connsiteY1" fmla="*/ 329347 h 680783"/>
                        <a:gd name="connsiteX2" fmla="*/ 483867 w 973905"/>
                        <a:gd name="connsiteY2" fmla="*/ 618048 h 680783"/>
                        <a:gd name="connsiteX3" fmla="*/ 42128 w 973905"/>
                        <a:gd name="connsiteY3" fmla="*/ 507592 h 680783"/>
                        <a:gd name="connsiteX4" fmla="*/ 278450 w 973905"/>
                        <a:gd name="connsiteY4" fmla="*/ 3723 h 680783"/>
                        <a:gd name="connsiteX5" fmla="*/ 535994 w 973905"/>
                        <a:gd name="connsiteY5" fmla="*/ 211792 h 680783"/>
                        <a:gd name="connsiteX6" fmla="*/ 857444 w 973905"/>
                        <a:gd name="connsiteY6" fmla="*/ 144322 h 680783"/>
                        <a:gd name="connsiteX7" fmla="*/ 970603 w 973905"/>
                        <a:gd name="connsiteY7" fmla="*/ 407629 h 680783"/>
                        <a:gd name="connsiteX0" fmla="*/ 238218 w 975028"/>
                        <a:gd name="connsiteY0" fmla="*/ 502590 h 680783"/>
                        <a:gd name="connsiteX1" fmla="*/ 413338 w 975028"/>
                        <a:gd name="connsiteY1" fmla="*/ 329347 h 680783"/>
                        <a:gd name="connsiteX2" fmla="*/ 483867 w 975028"/>
                        <a:gd name="connsiteY2" fmla="*/ 618048 h 680783"/>
                        <a:gd name="connsiteX3" fmla="*/ 42128 w 975028"/>
                        <a:gd name="connsiteY3" fmla="*/ 507592 h 680783"/>
                        <a:gd name="connsiteX4" fmla="*/ 278450 w 975028"/>
                        <a:gd name="connsiteY4" fmla="*/ 3723 h 680783"/>
                        <a:gd name="connsiteX5" fmla="*/ 535994 w 975028"/>
                        <a:gd name="connsiteY5" fmla="*/ 211792 h 680783"/>
                        <a:gd name="connsiteX6" fmla="*/ 857444 w 975028"/>
                        <a:gd name="connsiteY6" fmla="*/ 144322 h 680783"/>
                        <a:gd name="connsiteX7" fmla="*/ 970603 w 975028"/>
                        <a:gd name="connsiteY7" fmla="*/ 407629 h 680783"/>
                        <a:gd name="connsiteX0" fmla="*/ 238218 w 975028"/>
                        <a:gd name="connsiteY0" fmla="*/ 502590 h 680783"/>
                        <a:gd name="connsiteX1" fmla="*/ 413338 w 975028"/>
                        <a:gd name="connsiteY1" fmla="*/ 329347 h 680783"/>
                        <a:gd name="connsiteX2" fmla="*/ 483867 w 975028"/>
                        <a:gd name="connsiteY2" fmla="*/ 618048 h 680783"/>
                        <a:gd name="connsiteX3" fmla="*/ 42128 w 975028"/>
                        <a:gd name="connsiteY3" fmla="*/ 507592 h 680783"/>
                        <a:gd name="connsiteX4" fmla="*/ 278450 w 975028"/>
                        <a:gd name="connsiteY4" fmla="*/ 3723 h 680783"/>
                        <a:gd name="connsiteX5" fmla="*/ 535994 w 975028"/>
                        <a:gd name="connsiteY5" fmla="*/ 211792 h 680783"/>
                        <a:gd name="connsiteX6" fmla="*/ 857444 w 975028"/>
                        <a:gd name="connsiteY6" fmla="*/ 144322 h 680783"/>
                        <a:gd name="connsiteX7" fmla="*/ 970603 w 975028"/>
                        <a:gd name="connsiteY7" fmla="*/ 407629 h 680783"/>
                        <a:gd name="connsiteX0" fmla="*/ 238218 w 975375"/>
                        <a:gd name="connsiteY0" fmla="*/ 502590 h 680783"/>
                        <a:gd name="connsiteX1" fmla="*/ 413338 w 975375"/>
                        <a:gd name="connsiteY1" fmla="*/ 329347 h 680783"/>
                        <a:gd name="connsiteX2" fmla="*/ 483867 w 975375"/>
                        <a:gd name="connsiteY2" fmla="*/ 618048 h 680783"/>
                        <a:gd name="connsiteX3" fmla="*/ 42128 w 975375"/>
                        <a:gd name="connsiteY3" fmla="*/ 507592 h 680783"/>
                        <a:gd name="connsiteX4" fmla="*/ 278450 w 975375"/>
                        <a:gd name="connsiteY4" fmla="*/ 3723 h 680783"/>
                        <a:gd name="connsiteX5" fmla="*/ 535994 w 975375"/>
                        <a:gd name="connsiteY5" fmla="*/ 211792 h 680783"/>
                        <a:gd name="connsiteX6" fmla="*/ 857444 w 975375"/>
                        <a:gd name="connsiteY6" fmla="*/ 144322 h 680783"/>
                        <a:gd name="connsiteX7" fmla="*/ 970603 w 975375"/>
                        <a:gd name="connsiteY7" fmla="*/ 407629 h 680783"/>
                        <a:gd name="connsiteX0" fmla="*/ 238218 w 975375"/>
                        <a:gd name="connsiteY0" fmla="*/ 502590 h 680783"/>
                        <a:gd name="connsiteX1" fmla="*/ 413338 w 975375"/>
                        <a:gd name="connsiteY1" fmla="*/ 329347 h 680783"/>
                        <a:gd name="connsiteX2" fmla="*/ 483867 w 975375"/>
                        <a:gd name="connsiteY2" fmla="*/ 618048 h 680783"/>
                        <a:gd name="connsiteX3" fmla="*/ 42128 w 975375"/>
                        <a:gd name="connsiteY3" fmla="*/ 507592 h 680783"/>
                        <a:gd name="connsiteX4" fmla="*/ 278450 w 975375"/>
                        <a:gd name="connsiteY4" fmla="*/ 3723 h 680783"/>
                        <a:gd name="connsiteX5" fmla="*/ 535994 w 975375"/>
                        <a:gd name="connsiteY5" fmla="*/ 211792 h 680783"/>
                        <a:gd name="connsiteX6" fmla="*/ 857444 w 975375"/>
                        <a:gd name="connsiteY6" fmla="*/ 144322 h 680783"/>
                        <a:gd name="connsiteX7" fmla="*/ 970603 w 975375"/>
                        <a:gd name="connsiteY7" fmla="*/ 407629 h 680783"/>
                        <a:gd name="connsiteX0" fmla="*/ 238218 w 973301"/>
                        <a:gd name="connsiteY0" fmla="*/ 502590 h 680783"/>
                        <a:gd name="connsiteX1" fmla="*/ 413338 w 973301"/>
                        <a:gd name="connsiteY1" fmla="*/ 329347 h 680783"/>
                        <a:gd name="connsiteX2" fmla="*/ 483867 w 973301"/>
                        <a:gd name="connsiteY2" fmla="*/ 618048 h 680783"/>
                        <a:gd name="connsiteX3" fmla="*/ 42128 w 973301"/>
                        <a:gd name="connsiteY3" fmla="*/ 507592 h 680783"/>
                        <a:gd name="connsiteX4" fmla="*/ 278450 w 973301"/>
                        <a:gd name="connsiteY4" fmla="*/ 3723 h 680783"/>
                        <a:gd name="connsiteX5" fmla="*/ 535994 w 973301"/>
                        <a:gd name="connsiteY5" fmla="*/ 211792 h 680783"/>
                        <a:gd name="connsiteX6" fmla="*/ 857444 w 973301"/>
                        <a:gd name="connsiteY6" fmla="*/ 144322 h 680783"/>
                        <a:gd name="connsiteX7" fmla="*/ 970603 w 973301"/>
                        <a:gd name="connsiteY7" fmla="*/ 407629 h 680783"/>
                        <a:gd name="connsiteX0" fmla="*/ 238218 w 973301"/>
                        <a:gd name="connsiteY0" fmla="*/ 502590 h 680783"/>
                        <a:gd name="connsiteX1" fmla="*/ 413338 w 973301"/>
                        <a:gd name="connsiteY1" fmla="*/ 329347 h 680783"/>
                        <a:gd name="connsiteX2" fmla="*/ 483867 w 973301"/>
                        <a:gd name="connsiteY2" fmla="*/ 618048 h 680783"/>
                        <a:gd name="connsiteX3" fmla="*/ 42128 w 973301"/>
                        <a:gd name="connsiteY3" fmla="*/ 507592 h 680783"/>
                        <a:gd name="connsiteX4" fmla="*/ 278450 w 973301"/>
                        <a:gd name="connsiteY4" fmla="*/ 3723 h 680783"/>
                        <a:gd name="connsiteX5" fmla="*/ 535994 w 973301"/>
                        <a:gd name="connsiteY5" fmla="*/ 211792 h 680783"/>
                        <a:gd name="connsiteX6" fmla="*/ 857444 w 973301"/>
                        <a:gd name="connsiteY6" fmla="*/ 144322 h 680783"/>
                        <a:gd name="connsiteX7" fmla="*/ 970603 w 973301"/>
                        <a:gd name="connsiteY7" fmla="*/ 407629 h 680783"/>
                        <a:gd name="connsiteX0" fmla="*/ 238218 w 973301"/>
                        <a:gd name="connsiteY0" fmla="*/ 502590 h 680783"/>
                        <a:gd name="connsiteX1" fmla="*/ 413338 w 973301"/>
                        <a:gd name="connsiteY1" fmla="*/ 329347 h 680783"/>
                        <a:gd name="connsiteX2" fmla="*/ 483867 w 973301"/>
                        <a:gd name="connsiteY2" fmla="*/ 618048 h 680783"/>
                        <a:gd name="connsiteX3" fmla="*/ 42128 w 973301"/>
                        <a:gd name="connsiteY3" fmla="*/ 507592 h 680783"/>
                        <a:gd name="connsiteX4" fmla="*/ 278450 w 973301"/>
                        <a:gd name="connsiteY4" fmla="*/ 3723 h 680783"/>
                        <a:gd name="connsiteX5" fmla="*/ 558028 w 973301"/>
                        <a:gd name="connsiteY5" fmla="*/ 211792 h 680783"/>
                        <a:gd name="connsiteX6" fmla="*/ 857444 w 973301"/>
                        <a:gd name="connsiteY6" fmla="*/ 144322 h 680783"/>
                        <a:gd name="connsiteX7" fmla="*/ 970603 w 973301"/>
                        <a:gd name="connsiteY7" fmla="*/ 407629 h 680783"/>
                        <a:gd name="connsiteX0" fmla="*/ 238218 w 973301"/>
                        <a:gd name="connsiteY0" fmla="*/ 503717 h 681910"/>
                        <a:gd name="connsiteX1" fmla="*/ 413338 w 973301"/>
                        <a:gd name="connsiteY1" fmla="*/ 330474 h 681910"/>
                        <a:gd name="connsiteX2" fmla="*/ 483867 w 973301"/>
                        <a:gd name="connsiteY2" fmla="*/ 619175 h 681910"/>
                        <a:gd name="connsiteX3" fmla="*/ 42128 w 973301"/>
                        <a:gd name="connsiteY3" fmla="*/ 508719 h 681910"/>
                        <a:gd name="connsiteX4" fmla="*/ 278450 w 973301"/>
                        <a:gd name="connsiteY4" fmla="*/ 4850 h 681910"/>
                        <a:gd name="connsiteX5" fmla="*/ 558028 w 973301"/>
                        <a:gd name="connsiteY5" fmla="*/ 212919 h 681910"/>
                        <a:gd name="connsiteX6" fmla="*/ 857444 w 973301"/>
                        <a:gd name="connsiteY6" fmla="*/ 145449 h 681910"/>
                        <a:gd name="connsiteX7" fmla="*/ 970603 w 973301"/>
                        <a:gd name="connsiteY7" fmla="*/ 408756 h 681910"/>
                        <a:gd name="connsiteX0" fmla="*/ 238218 w 973301"/>
                        <a:gd name="connsiteY0" fmla="*/ 503717 h 681910"/>
                        <a:gd name="connsiteX1" fmla="*/ 413338 w 973301"/>
                        <a:gd name="connsiteY1" fmla="*/ 330474 h 681910"/>
                        <a:gd name="connsiteX2" fmla="*/ 483867 w 973301"/>
                        <a:gd name="connsiteY2" fmla="*/ 619175 h 681910"/>
                        <a:gd name="connsiteX3" fmla="*/ 42128 w 973301"/>
                        <a:gd name="connsiteY3" fmla="*/ 508719 h 681910"/>
                        <a:gd name="connsiteX4" fmla="*/ 278450 w 973301"/>
                        <a:gd name="connsiteY4" fmla="*/ 4850 h 681910"/>
                        <a:gd name="connsiteX5" fmla="*/ 558028 w 973301"/>
                        <a:gd name="connsiteY5" fmla="*/ 212919 h 681910"/>
                        <a:gd name="connsiteX6" fmla="*/ 857444 w 973301"/>
                        <a:gd name="connsiteY6" fmla="*/ 145449 h 681910"/>
                        <a:gd name="connsiteX7" fmla="*/ 970603 w 973301"/>
                        <a:gd name="connsiteY7" fmla="*/ 408756 h 681910"/>
                        <a:gd name="connsiteX0" fmla="*/ 238218 w 973301"/>
                        <a:gd name="connsiteY0" fmla="*/ 506290 h 684483"/>
                        <a:gd name="connsiteX1" fmla="*/ 413338 w 973301"/>
                        <a:gd name="connsiteY1" fmla="*/ 333047 h 684483"/>
                        <a:gd name="connsiteX2" fmla="*/ 483867 w 973301"/>
                        <a:gd name="connsiteY2" fmla="*/ 621748 h 684483"/>
                        <a:gd name="connsiteX3" fmla="*/ 42128 w 973301"/>
                        <a:gd name="connsiteY3" fmla="*/ 511292 h 684483"/>
                        <a:gd name="connsiteX4" fmla="*/ 278450 w 973301"/>
                        <a:gd name="connsiteY4" fmla="*/ 7423 h 684483"/>
                        <a:gd name="connsiteX5" fmla="*/ 549765 w 973301"/>
                        <a:gd name="connsiteY5" fmla="*/ 190704 h 684483"/>
                        <a:gd name="connsiteX6" fmla="*/ 857444 w 973301"/>
                        <a:gd name="connsiteY6" fmla="*/ 148022 h 684483"/>
                        <a:gd name="connsiteX7" fmla="*/ 970603 w 973301"/>
                        <a:gd name="connsiteY7" fmla="*/ 411329 h 684483"/>
                        <a:gd name="connsiteX0" fmla="*/ 238218 w 973301"/>
                        <a:gd name="connsiteY0" fmla="*/ 503104 h 681297"/>
                        <a:gd name="connsiteX1" fmla="*/ 413338 w 973301"/>
                        <a:gd name="connsiteY1" fmla="*/ 329861 h 681297"/>
                        <a:gd name="connsiteX2" fmla="*/ 483867 w 973301"/>
                        <a:gd name="connsiteY2" fmla="*/ 618562 h 681297"/>
                        <a:gd name="connsiteX3" fmla="*/ 42128 w 973301"/>
                        <a:gd name="connsiteY3" fmla="*/ 508106 h 681297"/>
                        <a:gd name="connsiteX4" fmla="*/ 278450 w 973301"/>
                        <a:gd name="connsiteY4" fmla="*/ 4237 h 681297"/>
                        <a:gd name="connsiteX5" fmla="*/ 549765 w 973301"/>
                        <a:gd name="connsiteY5" fmla="*/ 187518 h 681297"/>
                        <a:gd name="connsiteX6" fmla="*/ 857444 w 973301"/>
                        <a:gd name="connsiteY6" fmla="*/ 144836 h 681297"/>
                        <a:gd name="connsiteX7" fmla="*/ 970603 w 973301"/>
                        <a:gd name="connsiteY7" fmla="*/ 408143 h 681297"/>
                        <a:gd name="connsiteX0" fmla="*/ 238218 w 973301"/>
                        <a:gd name="connsiteY0" fmla="*/ 503104 h 681297"/>
                        <a:gd name="connsiteX1" fmla="*/ 413338 w 973301"/>
                        <a:gd name="connsiteY1" fmla="*/ 329861 h 681297"/>
                        <a:gd name="connsiteX2" fmla="*/ 483867 w 973301"/>
                        <a:gd name="connsiteY2" fmla="*/ 618562 h 681297"/>
                        <a:gd name="connsiteX3" fmla="*/ 42128 w 973301"/>
                        <a:gd name="connsiteY3" fmla="*/ 508106 h 681297"/>
                        <a:gd name="connsiteX4" fmla="*/ 278450 w 973301"/>
                        <a:gd name="connsiteY4" fmla="*/ 4237 h 681297"/>
                        <a:gd name="connsiteX5" fmla="*/ 549765 w 973301"/>
                        <a:gd name="connsiteY5" fmla="*/ 187518 h 681297"/>
                        <a:gd name="connsiteX6" fmla="*/ 857444 w 973301"/>
                        <a:gd name="connsiteY6" fmla="*/ 144836 h 681297"/>
                        <a:gd name="connsiteX7" fmla="*/ 970603 w 973301"/>
                        <a:gd name="connsiteY7" fmla="*/ 408143 h 681297"/>
                        <a:gd name="connsiteX0" fmla="*/ 238218 w 973301"/>
                        <a:gd name="connsiteY0" fmla="*/ 503104 h 681297"/>
                        <a:gd name="connsiteX1" fmla="*/ 413338 w 973301"/>
                        <a:gd name="connsiteY1" fmla="*/ 329861 h 681297"/>
                        <a:gd name="connsiteX2" fmla="*/ 483867 w 973301"/>
                        <a:gd name="connsiteY2" fmla="*/ 618562 h 681297"/>
                        <a:gd name="connsiteX3" fmla="*/ 42128 w 973301"/>
                        <a:gd name="connsiteY3" fmla="*/ 508106 h 681297"/>
                        <a:gd name="connsiteX4" fmla="*/ 278450 w 973301"/>
                        <a:gd name="connsiteY4" fmla="*/ 4237 h 681297"/>
                        <a:gd name="connsiteX5" fmla="*/ 549765 w 973301"/>
                        <a:gd name="connsiteY5" fmla="*/ 187518 h 681297"/>
                        <a:gd name="connsiteX6" fmla="*/ 857444 w 973301"/>
                        <a:gd name="connsiteY6" fmla="*/ 144836 h 681297"/>
                        <a:gd name="connsiteX7" fmla="*/ 970603 w 973301"/>
                        <a:gd name="connsiteY7" fmla="*/ 408143 h 681297"/>
                        <a:gd name="connsiteX0" fmla="*/ 238218 w 973301"/>
                        <a:gd name="connsiteY0" fmla="*/ 501535 h 679728"/>
                        <a:gd name="connsiteX1" fmla="*/ 413338 w 973301"/>
                        <a:gd name="connsiteY1" fmla="*/ 328292 h 679728"/>
                        <a:gd name="connsiteX2" fmla="*/ 483867 w 973301"/>
                        <a:gd name="connsiteY2" fmla="*/ 616993 h 679728"/>
                        <a:gd name="connsiteX3" fmla="*/ 42128 w 973301"/>
                        <a:gd name="connsiteY3" fmla="*/ 506537 h 679728"/>
                        <a:gd name="connsiteX4" fmla="*/ 278450 w 973301"/>
                        <a:gd name="connsiteY4" fmla="*/ 2668 h 679728"/>
                        <a:gd name="connsiteX5" fmla="*/ 549765 w 973301"/>
                        <a:gd name="connsiteY5" fmla="*/ 185949 h 679728"/>
                        <a:gd name="connsiteX6" fmla="*/ 857444 w 973301"/>
                        <a:gd name="connsiteY6" fmla="*/ 143267 h 679728"/>
                        <a:gd name="connsiteX7" fmla="*/ 970603 w 973301"/>
                        <a:gd name="connsiteY7" fmla="*/ 406574 h 679728"/>
                        <a:gd name="connsiteX0" fmla="*/ 239713 w 974796"/>
                        <a:gd name="connsiteY0" fmla="*/ 509581 h 687774"/>
                        <a:gd name="connsiteX1" fmla="*/ 414833 w 974796"/>
                        <a:gd name="connsiteY1" fmla="*/ 336338 h 687774"/>
                        <a:gd name="connsiteX2" fmla="*/ 485362 w 974796"/>
                        <a:gd name="connsiteY2" fmla="*/ 625039 h 687774"/>
                        <a:gd name="connsiteX3" fmla="*/ 43623 w 974796"/>
                        <a:gd name="connsiteY3" fmla="*/ 514583 h 687774"/>
                        <a:gd name="connsiteX4" fmla="*/ 268928 w 974796"/>
                        <a:gd name="connsiteY4" fmla="*/ 2452 h 687774"/>
                        <a:gd name="connsiteX5" fmla="*/ 551260 w 974796"/>
                        <a:gd name="connsiteY5" fmla="*/ 193995 h 687774"/>
                        <a:gd name="connsiteX6" fmla="*/ 858939 w 974796"/>
                        <a:gd name="connsiteY6" fmla="*/ 151313 h 687774"/>
                        <a:gd name="connsiteX7" fmla="*/ 972098 w 974796"/>
                        <a:gd name="connsiteY7" fmla="*/ 414620 h 687774"/>
                        <a:gd name="connsiteX0" fmla="*/ 239713 w 974796"/>
                        <a:gd name="connsiteY0" fmla="*/ 508440 h 686633"/>
                        <a:gd name="connsiteX1" fmla="*/ 414833 w 974796"/>
                        <a:gd name="connsiteY1" fmla="*/ 335197 h 686633"/>
                        <a:gd name="connsiteX2" fmla="*/ 485362 w 974796"/>
                        <a:gd name="connsiteY2" fmla="*/ 623898 h 686633"/>
                        <a:gd name="connsiteX3" fmla="*/ 43623 w 974796"/>
                        <a:gd name="connsiteY3" fmla="*/ 513442 h 686633"/>
                        <a:gd name="connsiteX4" fmla="*/ 268928 w 974796"/>
                        <a:gd name="connsiteY4" fmla="*/ 1311 h 686633"/>
                        <a:gd name="connsiteX5" fmla="*/ 551260 w 974796"/>
                        <a:gd name="connsiteY5" fmla="*/ 192854 h 686633"/>
                        <a:gd name="connsiteX6" fmla="*/ 858939 w 974796"/>
                        <a:gd name="connsiteY6" fmla="*/ 150172 h 686633"/>
                        <a:gd name="connsiteX7" fmla="*/ 972098 w 974796"/>
                        <a:gd name="connsiteY7" fmla="*/ 413479 h 6866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974796" h="686633">
                          <a:moveTo>
                            <a:pt x="239713" y="508440"/>
                          </a:moveTo>
                          <a:cubicBezTo>
                            <a:pt x="220051" y="400199"/>
                            <a:pt x="313311" y="308483"/>
                            <a:pt x="414833" y="335197"/>
                          </a:cubicBezTo>
                          <a:cubicBezTo>
                            <a:pt x="568709" y="355231"/>
                            <a:pt x="571103" y="526747"/>
                            <a:pt x="485362" y="623898"/>
                          </a:cubicBezTo>
                          <a:cubicBezTo>
                            <a:pt x="359231" y="741315"/>
                            <a:pt x="103653" y="687971"/>
                            <a:pt x="43623" y="513442"/>
                          </a:cubicBezTo>
                          <a:cubicBezTo>
                            <a:pt x="-86006" y="165544"/>
                            <a:pt x="98347" y="15949"/>
                            <a:pt x="268928" y="1311"/>
                          </a:cubicBezTo>
                          <a:cubicBezTo>
                            <a:pt x="423631" y="-11041"/>
                            <a:pt x="534267" y="64743"/>
                            <a:pt x="551260" y="192854"/>
                          </a:cubicBezTo>
                          <a:cubicBezTo>
                            <a:pt x="632704" y="84983"/>
                            <a:pt x="783005" y="98296"/>
                            <a:pt x="858939" y="150172"/>
                          </a:cubicBezTo>
                          <a:cubicBezTo>
                            <a:pt x="963678" y="201219"/>
                            <a:pt x="983037" y="310103"/>
                            <a:pt x="972098" y="413479"/>
                          </a:cubicBezTo>
                        </a:path>
                      </a:pathLst>
                    </a:custGeom>
                    <a:noFill/>
                    <a:ln w="317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1"/>
                    </a:p>
                  </p:txBody>
                </p:sp>
                <p:sp>
                  <p:nvSpPr>
                    <p:cNvPr id="16" name="자유형: 도형 98">
                      <a:extLst>
                        <a:ext uri="{FF2B5EF4-FFF2-40B4-BE49-F238E27FC236}">
                          <a16:creationId xmlns:a16="http://schemas.microsoft.com/office/drawing/2014/main" id="{3C21373E-AEB4-43B0-9AE5-5B9A51A31A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46452" y="3560646"/>
                      <a:ext cx="483425" cy="785841"/>
                    </a:xfrm>
                    <a:custGeom>
                      <a:avLst/>
                      <a:gdLst>
                        <a:gd name="connsiteX0" fmla="*/ 0 w 647934"/>
                        <a:gd name="connsiteY0" fmla="*/ 277685 h 1051840"/>
                        <a:gd name="connsiteX1" fmla="*/ 330979 w 647934"/>
                        <a:gd name="connsiteY1" fmla="*/ 0 h 1051840"/>
                        <a:gd name="connsiteX2" fmla="*/ 560982 w 647934"/>
                        <a:gd name="connsiteY2" fmla="*/ 171099 h 1051840"/>
                        <a:gd name="connsiteX3" fmla="*/ 468420 w 647934"/>
                        <a:gd name="connsiteY3" fmla="*/ 493663 h 1051840"/>
                        <a:gd name="connsiteX4" fmla="*/ 647934 w 647934"/>
                        <a:gd name="connsiteY4" fmla="*/ 793789 h 1051840"/>
                        <a:gd name="connsiteX5" fmla="*/ 468420 w 647934"/>
                        <a:gd name="connsiteY5" fmla="*/ 1051840 h 1051840"/>
                        <a:gd name="connsiteX0" fmla="*/ 0 w 647934"/>
                        <a:gd name="connsiteY0" fmla="*/ 277685 h 1051840"/>
                        <a:gd name="connsiteX1" fmla="*/ 330979 w 647934"/>
                        <a:gd name="connsiteY1" fmla="*/ 0 h 1051840"/>
                        <a:gd name="connsiteX2" fmla="*/ 560982 w 647934"/>
                        <a:gd name="connsiteY2" fmla="*/ 171099 h 1051840"/>
                        <a:gd name="connsiteX3" fmla="*/ 468420 w 647934"/>
                        <a:gd name="connsiteY3" fmla="*/ 493663 h 1051840"/>
                        <a:gd name="connsiteX4" fmla="*/ 647934 w 647934"/>
                        <a:gd name="connsiteY4" fmla="*/ 793789 h 1051840"/>
                        <a:gd name="connsiteX5" fmla="*/ 468420 w 647934"/>
                        <a:gd name="connsiteY5" fmla="*/ 1051840 h 1051840"/>
                        <a:gd name="connsiteX0" fmla="*/ 0 w 647937"/>
                        <a:gd name="connsiteY0" fmla="*/ 277685 h 1051840"/>
                        <a:gd name="connsiteX1" fmla="*/ 330979 w 647937"/>
                        <a:gd name="connsiteY1" fmla="*/ 0 h 1051840"/>
                        <a:gd name="connsiteX2" fmla="*/ 560982 w 647937"/>
                        <a:gd name="connsiteY2" fmla="*/ 171099 h 1051840"/>
                        <a:gd name="connsiteX3" fmla="*/ 468420 w 647937"/>
                        <a:gd name="connsiteY3" fmla="*/ 493663 h 1051840"/>
                        <a:gd name="connsiteX4" fmla="*/ 647934 w 647937"/>
                        <a:gd name="connsiteY4" fmla="*/ 793789 h 1051840"/>
                        <a:gd name="connsiteX5" fmla="*/ 468420 w 647937"/>
                        <a:gd name="connsiteY5" fmla="*/ 1051840 h 1051840"/>
                        <a:gd name="connsiteX0" fmla="*/ 0 w 647937"/>
                        <a:gd name="connsiteY0" fmla="*/ 277685 h 1051840"/>
                        <a:gd name="connsiteX1" fmla="*/ 330979 w 647937"/>
                        <a:gd name="connsiteY1" fmla="*/ 0 h 1051840"/>
                        <a:gd name="connsiteX2" fmla="*/ 560982 w 647937"/>
                        <a:gd name="connsiteY2" fmla="*/ 171099 h 1051840"/>
                        <a:gd name="connsiteX3" fmla="*/ 468420 w 647937"/>
                        <a:gd name="connsiteY3" fmla="*/ 493663 h 1051840"/>
                        <a:gd name="connsiteX4" fmla="*/ 647934 w 647937"/>
                        <a:gd name="connsiteY4" fmla="*/ 793789 h 1051840"/>
                        <a:gd name="connsiteX5" fmla="*/ 468420 w 647937"/>
                        <a:gd name="connsiteY5" fmla="*/ 1051840 h 1051840"/>
                        <a:gd name="connsiteX0" fmla="*/ 0 w 647937"/>
                        <a:gd name="connsiteY0" fmla="*/ 277685 h 1035314"/>
                        <a:gd name="connsiteX1" fmla="*/ 330979 w 647937"/>
                        <a:gd name="connsiteY1" fmla="*/ 0 h 1035314"/>
                        <a:gd name="connsiteX2" fmla="*/ 560982 w 647937"/>
                        <a:gd name="connsiteY2" fmla="*/ 171099 h 1035314"/>
                        <a:gd name="connsiteX3" fmla="*/ 468420 w 647937"/>
                        <a:gd name="connsiteY3" fmla="*/ 493663 h 1035314"/>
                        <a:gd name="connsiteX4" fmla="*/ 647934 w 647937"/>
                        <a:gd name="connsiteY4" fmla="*/ 793789 h 1035314"/>
                        <a:gd name="connsiteX5" fmla="*/ 465665 w 647937"/>
                        <a:gd name="connsiteY5" fmla="*/ 1035314 h 1035314"/>
                        <a:gd name="connsiteX0" fmla="*/ 0 w 642428"/>
                        <a:gd name="connsiteY0" fmla="*/ 277685 h 1035314"/>
                        <a:gd name="connsiteX1" fmla="*/ 330979 w 642428"/>
                        <a:gd name="connsiteY1" fmla="*/ 0 h 1035314"/>
                        <a:gd name="connsiteX2" fmla="*/ 560982 w 642428"/>
                        <a:gd name="connsiteY2" fmla="*/ 171099 h 1035314"/>
                        <a:gd name="connsiteX3" fmla="*/ 468420 w 642428"/>
                        <a:gd name="connsiteY3" fmla="*/ 493663 h 1035314"/>
                        <a:gd name="connsiteX4" fmla="*/ 642425 w 642428"/>
                        <a:gd name="connsiteY4" fmla="*/ 769001 h 1035314"/>
                        <a:gd name="connsiteX5" fmla="*/ 465665 w 642428"/>
                        <a:gd name="connsiteY5" fmla="*/ 1035314 h 1035314"/>
                        <a:gd name="connsiteX0" fmla="*/ 0 w 642428"/>
                        <a:gd name="connsiteY0" fmla="*/ 277685 h 1035314"/>
                        <a:gd name="connsiteX1" fmla="*/ 330979 w 642428"/>
                        <a:gd name="connsiteY1" fmla="*/ 0 h 1035314"/>
                        <a:gd name="connsiteX2" fmla="*/ 560982 w 642428"/>
                        <a:gd name="connsiteY2" fmla="*/ 171099 h 1035314"/>
                        <a:gd name="connsiteX3" fmla="*/ 468420 w 642428"/>
                        <a:gd name="connsiteY3" fmla="*/ 493663 h 1035314"/>
                        <a:gd name="connsiteX4" fmla="*/ 642425 w 642428"/>
                        <a:gd name="connsiteY4" fmla="*/ 769001 h 1035314"/>
                        <a:gd name="connsiteX5" fmla="*/ 465665 w 642428"/>
                        <a:gd name="connsiteY5" fmla="*/ 1035314 h 1035314"/>
                        <a:gd name="connsiteX0" fmla="*/ 0 w 642501"/>
                        <a:gd name="connsiteY0" fmla="*/ 277685 h 1035314"/>
                        <a:gd name="connsiteX1" fmla="*/ 330979 w 642501"/>
                        <a:gd name="connsiteY1" fmla="*/ 0 h 1035314"/>
                        <a:gd name="connsiteX2" fmla="*/ 560982 w 642501"/>
                        <a:gd name="connsiteY2" fmla="*/ 171099 h 1035314"/>
                        <a:gd name="connsiteX3" fmla="*/ 468420 w 642501"/>
                        <a:gd name="connsiteY3" fmla="*/ 493663 h 1035314"/>
                        <a:gd name="connsiteX4" fmla="*/ 642425 w 642501"/>
                        <a:gd name="connsiteY4" fmla="*/ 769001 h 1035314"/>
                        <a:gd name="connsiteX5" fmla="*/ 465665 w 642501"/>
                        <a:gd name="connsiteY5" fmla="*/ 1035314 h 1035314"/>
                        <a:gd name="connsiteX0" fmla="*/ 0 w 642501"/>
                        <a:gd name="connsiteY0" fmla="*/ 277685 h 1035314"/>
                        <a:gd name="connsiteX1" fmla="*/ 330979 w 642501"/>
                        <a:gd name="connsiteY1" fmla="*/ 0 h 1035314"/>
                        <a:gd name="connsiteX2" fmla="*/ 560982 w 642501"/>
                        <a:gd name="connsiteY2" fmla="*/ 171099 h 1035314"/>
                        <a:gd name="connsiteX3" fmla="*/ 468420 w 642501"/>
                        <a:gd name="connsiteY3" fmla="*/ 493663 h 1035314"/>
                        <a:gd name="connsiteX4" fmla="*/ 642425 w 642501"/>
                        <a:gd name="connsiteY4" fmla="*/ 769001 h 1035314"/>
                        <a:gd name="connsiteX5" fmla="*/ 465665 w 642501"/>
                        <a:gd name="connsiteY5" fmla="*/ 1035314 h 1035314"/>
                        <a:gd name="connsiteX0" fmla="*/ 0 w 642501"/>
                        <a:gd name="connsiteY0" fmla="*/ 277685 h 1035314"/>
                        <a:gd name="connsiteX1" fmla="*/ 330979 w 642501"/>
                        <a:gd name="connsiteY1" fmla="*/ 0 h 1035314"/>
                        <a:gd name="connsiteX2" fmla="*/ 560982 w 642501"/>
                        <a:gd name="connsiteY2" fmla="*/ 171099 h 1035314"/>
                        <a:gd name="connsiteX3" fmla="*/ 468420 w 642501"/>
                        <a:gd name="connsiteY3" fmla="*/ 493663 h 1035314"/>
                        <a:gd name="connsiteX4" fmla="*/ 642425 w 642501"/>
                        <a:gd name="connsiteY4" fmla="*/ 769001 h 1035314"/>
                        <a:gd name="connsiteX5" fmla="*/ 465665 w 642501"/>
                        <a:gd name="connsiteY5" fmla="*/ 1035314 h 1035314"/>
                        <a:gd name="connsiteX0" fmla="*/ 0 w 642489"/>
                        <a:gd name="connsiteY0" fmla="*/ 277685 h 1035314"/>
                        <a:gd name="connsiteX1" fmla="*/ 330979 w 642489"/>
                        <a:gd name="connsiteY1" fmla="*/ 0 h 1035314"/>
                        <a:gd name="connsiteX2" fmla="*/ 560982 w 642489"/>
                        <a:gd name="connsiteY2" fmla="*/ 171099 h 1035314"/>
                        <a:gd name="connsiteX3" fmla="*/ 446386 w 642489"/>
                        <a:gd name="connsiteY3" fmla="*/ 490909 h 1035314"/>
                        <a:gd name="connsiteX4" fmla="*/ 642425 w 642489"/>
                        <a:gd name="connsiteY4" fmla="*/ 769001 h 1035314"/>
                        <a:gd name="connsiteX5" fmla="*/ 465665 w 642489"/>
                        <a:gd name="connsiteY5" fmla="*/ 1035314 h 1035314"/>
                        <a:gd name="connsiteX0" fmla="*/ 0 w 642733"/>
                        <a:gd name="connsiteY0" fmla="*/ 277685 h 1035314"/>
                        <a:gd name="connsiteX1" fmla="*/ 330979 w 642733"/>
                        <a:gd name="connsiteY1" fmla="*/ 0 h 1035314"/>
                        <a:gd name="connsiteX2" fmla="*/ 560982 w 642733"/>
                        <a:gd name="connsiteY2" fmla="*/ 171099 h 1035314"/>
                        <a:gd name="connsiteX3" fmla="*/ 446386 w 642733"/>
                        <a:gd name="connsiteY3" fmla="*/ 490909 h 1035314"/>
                        <a:gd name="connsiteX4" fmla="*/ 642425 w 642733"/>
                        <a:gd name="connsiteY4" fmla="*/ 769001 h 1035314"/>
                        <a:gd name="connsiteX5" fmla="*/ 465665 w 642733"/>
                        <a:gd name="connsiteY5" fmla="*/ 1035314 h 1035314"/>
                        <a:gd name="connsiteX0" fmla="*/ 0 w 642733"/>
                        <a:gd name="connsiteY0" fmla="*/ 277685 h 1035314"/>
                        <a:gd name="connsiteX1" fmla="*/ 330979 w 642733"/>
                        <a:gd name="connsiteY1" fmla="*/ 0 h 1035314"/>
                        <a:gd name="connsiteX2" fmla="*/ 560982 w 642733"/>
                        <a:gd name="connsiteY2" fmla="*/ 171099 h 1035314"/>
                        <a:gd name="connsiteX3" fmla="*/ 446386 w 642733"/>
                        <a:gd name="connsiteY3" fmla="*/ 490909 h 1035314"/>
                        <a:gd name="connsiteX4" fmla="*/ 642425 w 642733"/>
                        <a:gd name="connsiteY4" fmla="*/ 769001 h 1035314"/>
                        <a:gd name="connsiteX5" fmla="*/ 465665 w 642733"/>
                        <a:gd name="connsiteY5" fmla="*/ 1035314 h 1035314"/>
                        <a:gd name="connsiteX0" fmla="*/ 0 w 642564"/>
                        <a:gd name="connsiteY0" fmla="*/ 277685 h 1035314"/>
                        <a:gd name="connsiteX1" fmla="*/ 330979 w 642564"/>
                        <a:gd name="connsiteY1" fmla="*/ 0 h 1035314"/>
                        <a:gd name="connsiteX2" fmla="*/ 560982 w 642564"/>
                        <a:gd name="connsiteY2" fmla="*/ 171099 h 1035314"/>
                        <a:gd name="connsiteX3" fmla="*/ 446386 w 642564"/>
                        <a:gd name="connsiteY3" fmla="*/ 490909 h 1035314"/>
                        <a:gd name="connsiteX4" fmla="*/ 642425 w 642564"/>
                        <a:gd name="connsiteY4" fmla="*/ 769001 h 1035314"/>
                        <a:gd name="connsiteX5" fmla="*/ 465665 w 642564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77685 h 1035314"/>
                        <a:gd name="connsiteX1" fmla="*/ 330979 w 639815"/>
                        <a:gd name="connsiteY1" fmla="*/ 0 h 1035314"/>
                        <a:gd name="connsiteX2" fmla="*/ 560982 w 639815"/>
                        <a:gd name="connsiteY2" fmla="*/ 171099 h 1035314"/>
                        <a:gd name="connsiteX3" fmla="*/ 446386 w 639815"/>
                        <a:gd name="connsiteY3" fmla="*/ 490909 h 1035314"/>
                        <a:gd name="connsiteX4" fmla="*/ 639670 w 639815"/>
                        <a:gd name="connsiteY4" fmla="*/ 760738 h 1035314"/>
                        <a:gd name="connsiteX5" fmla="*/ 465665 w 639815"/>
                        <a:gd name="connsiteY5" fmla="*/ 1035314 h 1035314"/>
                        <a:gd name="connsiteX0" fmla="*/ 0 w 639815"/>
                        <a:gd name="connsiteY0" fmla="*/ 280359 h 1037988"/>
                        <a:gd name="connsiteX1" fmla="*/ 330979 w 639815"/>
                        <a:gd name="connsiteY1" fmla="*/ 2674 h 1037988"/>
                        <a:gd name="connsiteX2" fmla="*/ 560982 w 639815"/>
                        <a:gd name="connsiteY2" fmla="*/ 173773 h 1037988"/>
                        <a:gd name="connsiteX3" fmla="*/ 446386 w 639815"/>
                        <a:gd name="connsiteY3" fmla="*/ 493583 h 1037988"/>
                        <a:gd name="connsiteX4" fmla="*/ 639670 w 639815"/>
                        <a:gd name="connsiteY4" fmla="*/ 763412 h 1037988"/>
                        <a:gd name="connsiteX5" fmla="*/ 465665 w 639815"/>
                        <a:gd name="connsiteY5" fmla="*/ 1037988 h 1037988"/>
                        <a:gd name="connsiteX0" fmla="*/ 0 w 639815"/>
                        <a:gd name="connsiteY0" fmla="*/ 284735 h 1042364"/>
                        <a:gd name="connsiteX1" fmla="*/ 330979 w 639815"/>
                        <a:gd name="connsiteY1" fmla="*/ 7050 h 1042364"/>
                        <a:gd name="connsiteX2" fmla="*/ 560982 w 639815"/>
                        <a:gd name="connsiteY2" fmla="*/ 178149 h 1042364"/>
                        <a:gd name="connsiteX3" fmla="*/ 446386 w 639815"/>
                        <a:gd name="connsiteY3" fmla="*/ 497959 h 1042364"/>
                        <a:gd name="connsiteX4" fmla="*/ 639670 w 639815"/>
                        <a:gd name="connsiteY4" fmla="*/ 767788 h 1042364"/>
                        <a:gd name="connsiteX5" fmla="*/ 465665 w 639815"/>
                        <a:gd name="connsiteY5" fmla="*/ 1042364 h 1042364"/>
                        <a:gd name="connsiteX0" fmla="*/ 0 w 639815"/>
                        <a:gd name="connsiteY0" fmla="*/ 284735 h 1042364"/>
                        <a:gd name="connsiteX1" fmla="*/ 330979 w 639815"/>
                        <a:gd name="connsiteY1" fmla="*/ 7050 h 1042364"/>
                        <a:gd name="connsiteX2" fmla="*/ 560982 w 639815"/>
                        <a:gd name="connsiteY2" fmla="*/ 178149 h 1042364"/>
                        <a:gd name="connsiteX3" fmla="*/ 446386 w 639815"/>
                        <a:gd name="connsiteY3" fmla="*/ 497959 h 1042364"/>
                        <a:gd name="connsiteX4" fmla="*/ 639670 w 639815"/>
                        <a:gd name="connsiteY4" fmla="*/ 767788 h 1042364"/>
                        <a:gd name="connsiteX5" fmla="*/ 465665 w 639815"/>
                        <a:gd name="connsiteY5" fmla="*/ 1042364 h 1042364"/>
                        <a:gd name="connsiteX0" fmla="*/ 0 w 639815"/>
                        <a:gd name="connsiteY0" fmla="*/ 278763 h 1036392"/>
                        <a:gd name="connsiteX1" fmla="*/ 330979 w 639815"/>
                        <a:gd name="connsiteY1" fmla="*/ 1078 h 1036392"/>
                        <a:gd name="connsiteX2" fmla="*/ 560982 w 639815"/>
                        <a:gd name="connsiteY2" fmla="*/ 172177 h 1036392"/>
                        <a:gd name="connsiteX3" fmla="*/ 446386 w 639815"/>
                        <a:gd name="connsiteY3" fmla="*/ 491987 h 1036392"/>
                        <a:gd name="connsiteX4" fmla="*/ 639670 w 639815"/>
                        <a:gd name="connsiteY4" fmla="*/ 761816 h 1036392"/>
                        <a:gd name="connsiteX5" fmla="*/ 465665 w 639815"/>
                        <a:gd name="connsiteY5" fmla="*/ 1036392 h 1036392"/>
                        <a:gd name="connsiteX0" fmla="*/ 0 w 639815"/>
                        <a:gd name="connsiteY0" fmla="*/ 280192 h 1037821"/>
                        <a:gd name="connsiteX1" fmla="*/ 330979 w 639815"/>
                        <a:gd name="connsiteY1" fmla="*/ 2507 h 1037821"/>
                        <a:gd name="connsiteX2" fmla="*/ 560982 w 639815"/>
                        <a:gd name="connsiteY2" fmla="*/ 173606 h 1037821"/>
                        <a:gd name="connsiteX3" fmla="*/ 446386 w 639815"/>
                        <a:gd name="connsiteY3" fmla="*/ 493416 h 1037821"/>
                        <a:gd name="connsiteX4" fmla="*/ 639670 w 639815"/>
                        <a:gd name="connsiteY4" fmla="*/ 763245 h 1037821"/>
                        <a:gd name="connsiteX5" fmla="*/ 465665 w 639815"/>
                        <a:gd name="connsiteY5" fmla="*/ 1037821 h 1037821"/>
                        <a:gd name="connsiteX0" fmla="*/ 32 w 639847"/>
                        <a:gd name="connsiteY0" fmla="*/ 279537 h 1037166"/>
                        <a:gd name="connsiteX1" fmla="*/ 331011 w 639847"/>
                        <a:gd name="connsiteY1" fmla="*/ 1852 h 1037166"/>
                        <a:gd name="connsiteX2" fmla="*/ 561014 w 639847"/>
                        <a:gd name="connsiteY2" fmla="*/ 172951 h 1037166"/>
                        <a:gd name="connsiteX3" fmla="*/ 446418 w 639847"/>
                        <a:gd name="connsiteY3" fmla="*/ 492761 h 1037166"/>
                        <a:gd name="connsiteX4" fmla="*/ 639702 w 639847"/>
                        <a:gd name="connsiteY4" fmla="*/ 762590 h 1037166"/>
                        <a:gd name="connsiteX5" fmla="*/ 465697 w 639847"/>
                        <a:gd name="connsiteY5" fmla="*/ 1037166 h 1037166"/>
                        <a:gd name="connsiteX0" fmla="*/ 32 w 639847"/>
                        <a:gd name="connsiteY0" fmla="*/ 279537 h 1037166"/>
                        <a:gd name="connsiteX1" fmla="*/ 331011 w 639847"/>
                        <a:gd name="connsiteY1" fmla="*/ 1852 h 1037166"/>
                        <a:gd name="connsiteX2" fmla="*/ 561014 w 639847"/>
                        <a:gd name="connsiteY2" fmla="*/ 172951 h 1037166"/>
                        <a:gd name="connsiteX3" fmla="*/ 446418 w 639847"/>
                        <a:gd name="connsiteY3" fmla="*/ 492761 h 1037166"/>
                        <a:gd name="connsiteX4" fmla="*/ 639702 w 639847"/>
                        <a:gd name="connsiteY4" fmla="*/ 762590 h 1037166"/>
                        <a:gd name="connsiteX5" fmla="*/ 465697 w 639847"/>
                        <a:gd name="connsiteY5" fmla="*/ 1037166 h 1037166"/>
                        <a:gd name="connsiteX0" fmla="*/ 32 w 639847"/>
                        <a:gd name="connsiteY0" fmla="*/ 279537 h 1037166"/>
                        <a:gd name="connsiteX1" fmla="*/ 331011 w 639847"/>
                        <a:gd name="connsiteY1" fmla="*/ 1852 h 1037166"/>
                        <a:gd name="connsiteX2" fmla="*/ 561014 w 639847"/>
                        <a:gd name="connsiteY2" fmla="*/ 172951 h 1037166"/>
                        <a:gd name="connsiteX3" fmla="*/ 446418 w 639847"/>
                        <a:gd name="connsiteY3" fmla="*/ 492761 h 1037166"/>
                        <a:gd name="connsiteX4" fmla="*/ 639702 w 639847"/>
                        <a:gd name="connsiteY4" fmla="*/ 762590 h 1037166"/>
                        <a:gd name="connsiteX5" fmla="*/ 465697 w 639847"/>
                        <a:gd name="connsiteY5" fmla="*/ 1037166 h 1037166"/>
                        <a:gd name="connsiteX0" fmla="*/ 26 w 639841"/>
                        <a:gd name="connsiteY0" fmla="*/ 279060 h 1036689"/>
                        <a:gd name="connsiteX1" fmla="*/ 331005 w 639841"/>
                        <a:gd name="connsiteY1" fmla="*/ 1375 h 1036689"/>
                        <a:gd name="connsiteX2" fmla="*/ 561008 w 639841"/>
                        <a:gd name="connsiteY2" fmla="*/ 172474 h 1036689"/>
                        <a:gd name="connsiteX3" fmla="*/ 446412 w 639841"/>
                        <a:gd name="connsiteY3" fmla="*/ 492284 h 1036689"/>
                        <a:gd name="connsiteX4" fmla="*/ 639696 w 639841"/>
                        <a:gd name="connsiteY4" fmla="*/ 762113 h 1036689"/>
                        <a:gd name="connsiteX5" fmla="*/ 465691 w 639841"/>
                        <a:gd name="connsiteY5" fmla="*/ 1036689 h 1036689"/>
                        <a:gd name="connsiteX0" fmla="*/ 26 w 639841"/>
                        <a:gd name="connsiteY0" fmla="*/ 279103 h 1036732"/>
                        <a:gd name="connsiteX1" fmla="*/ 331005 w 639841"/>
                        <a:gd name="connsiteY1" fmla="*/ 1418 h 1036732"/>
                        <a:gd name="connsiteX2" fmla="*/ 561008 w 639841"/>
                        <a:gd name="connsiteY2" fmla="*/ 172517 h 1036732"/>
                        <a:gd name="connsiteX3" fmla="*/ 446412 w 639841"/>
                        <a:gd name="connsiteY3" fmla="*/ 492327 h 1036732"/>
                        <a:gd name="connsiteX4" fmla="*/ 639696 w 639841"/>
                        <a:gd name="connsiteY4" fmla="*/ 762156 h 1036732"/>
                        <a:gd name="connsiteX5" fmla="*/ 465691 w 639841"/>
                        <a:gd name="connsiteY5" fmla="*/ 1036732 h 1036732"/>
                        <a:gd name="connsiteX0" fmla="*/ 26 w 639841"/>
                        <a:gd name="connsiteY0" fmla="*/ 279060 h 1036689"/>
                        <a:gd name="connsiteX1" fmla="*/ 331005 w 639841"/>
                        <a:gd name="connsiteY1" fmla="*/ 1375 h 1036689"/>
                        <a:gd name="connsiteX2" fmla="*/ 561008 w 639841"/>
                        <a:gd name="connsiteY2" fmla="*/ 172474 h 1036689"/>
                        <a:gd name="connsiteX3" fmla="*/ 446412 w 639841"/>
                        <a:gd name="connsiteY3" fmla="*/ 492284 h 1036689"/>
                        <a:gd name="connsiteX4" fmla="*/ 639696 w 639841"/>
                        <a:gd name="connsiteY4" fmla="*/ 762113 h 1036689"/>
                        <a:gd name="connsiteX5" fmla="*/ 465691 w 639841"/>
                        <a:gd name="connsiteY5" fmla="*/ 1036689 h 1036689"/>
                        <a:gd name="connsiteX0" fmla="*/ 34 w 639849"/>
                        <a:gd name="connsiteY0" fmla="*/ 280063 h 1037692"/>
                        <a:gd name="connsiteX1" fmla="*/ 331013 w 639849"/>
                        <a:gd name="connsiteY1" fmla="*/ 2378 h 1037692"/>
                        <a:gd name="connsiteX2" fmla="*/ 561016 w 639849"/>
                        <a:gd name="connsiteY2" fmla="*/ 173477 h 1037692"/>
                        <a:gd name="connsiteX3" fmla="*/ 446420 w 639849"/>
                        <a:gd name="connsiteY3" fmla="*/ 493287 h 1037692"/>
                        <a:gd name="connsiteX4" fmla="*/ 639704 w 639849"/>
                        <a:gd name="connsiteY4" fmla="*/ 763116 h 1037692"/>
                        <a:gd name="connsiteX5" fmla="*/ 465699 w 639849"/>
                        <a:gd name="connsiteY5" fmla="*/ 1037692 h 1037692"/>
                        <a:gd name="connsiteX0" fmla="*/ 34 w 639849"/>
                        <a:gd name="connsiteY0" fmla="*/ 280063 h 1037692"/>
                        <a:gd name="connsiteX1" fmla="*/ 331013 w 639849"/>
                        <a:gd name="connsiteY1" fmla="*/ 2378 h 1037692"/>
                        <a:gd name="connsiteX2" fmla="*/ 561016 w 639849"/>
                        <a:gd name="connsiteY2" fmla="*/ 173477 h 1037692"/>
                        <a:gd name="connsiteX3" fmla="*/ 446420 w 639849"/>
                        <a:gd name="connsiteY3" fmla="*/ 493287 h 1037692"/>
                        <a:gd name="connsiteX4" fmla="*/ 639704 w 639849"/>
                        <a:gd name="connsiteY4" fmla="*/ 763116 h 1037692"/>
                        <a:gd name="connsiteX5" fmla="*/ 465699 w 639849"/>
                        <a:gd name="connsiteY5" fmla="*/ 1037692 h 1037692"/>
                        <a:gd name="connsiteX0" fmla="*/ 34 w 639849"/>
                        <a:gd name="connsiteY0" fmla="*/ 280063 h 1037692"/>
                        <a:gd name="connsiteX1" fmla="*/ 331013 w 639849"/>
                        <a:gd name="connsiteY1" fmla="*/ 2378 h 1037692"/>
                        <a:gd name="connsiteX2" fmla="*/ 561016 w 639849"/>
                        <a:gd name="connsiteY2" fmla="*/ 173477 h 1037692"/>
                        <a:gd name="connsiteX3" fmla="*/ 446420 w 639849"/>
                        <a:gd name="connsiteY3" fmla="*/ 493287 h 1037692"/>
                        <a:gd name="connsiteX4" fmla="*/ 639704 w 639849"/>
                        <a:gd name="connsiteY4" fmla="*/ 763116 h 1037692"/>
                        <a:gd name="connsiteX5" fmla="*/ 465699 w 639849"/>
                        <a:gd name="connsiteY5" fmla="*/ 1037692 h 1037692"/>
                        <a:gd name="connsiteX0" fmla="*/ 34 w 639849"/>
                        <a:gd name="connsiteY0" fmla="*/ 280063 h 1037692"/>
                        <a:gd name="connsiteX1" fmla="*/ 331013 w 639849"/>
                        <a:gd name="connsiteY1" fmla="*/ 2378 h 1037692"/>
                        <a:gd name="connsiteX2" fmla="*/ 561016 w 639849"/>
                        <a:gd name="connsiteY2" fmla="*/ 173477 h 1037692"/>
                        <a:gd name="connsiteX3" fmla="*/ 446420 w 639849"/>
                        <a:gd name="connsiteY3" fmla="*/ 493287 h 1037692"/>
                        <a:gd name="connsiteX4" fmla="*/ 639704 w 639849"/>
                        <a:gd name="connsiteY4" fmla="*/ 763116 h 1037692"/>
                        <a:gd name="connsiteX5" fmla="*/ 465699 w 639849"/>
                        <a:gd name="connsiteY5" fmla="*/ 1037692 h 1037692"/>
                        <a:gd name="connsiteX0" fmla="*/ 40 w 620576"/>
                        <a:gd name="connsiteY0" fmla="*/ 296331 h 1037435"/>
                        <a:gd name="connsiteX1" fmla="*/ 311740 w 620576"/>
                        <a:gd name="connsiteY1" fmla="*/ 2121 h 1037435"/>
                        <a:gd name="connsiteX2" fmla="*/ 541743 w 620576"/>
                        <a:gd name="connsiteY2" fmla="*/ 173220 h 1037435"/>
                        <a:gd name="connsiteX3" fmla="*/ 427147 w 620576"/>
                        <a:gd name="connsiteY3" fmla="*/ 493030 h 1037435"/>
                        <a:gd name="connsiteX4" fmla="*/ 620431 w 620576"/>
                        <a:gd name="connsiteY4" fmla="*/ 762859 h 1037435"/>
                        <a:gd name="connsiteX5" fmla="*/ 446426 w 620576"/>
                        <a:gd name="connsiteY5" fmla="*/ 1037435 h 1037435"/>
                        <a:gd name="connsiteX0" fmla="*/ 5008 w 625544"/>
                        <a:gd name="connsiteY0" fmla="*/ 297012 h 1038116"/>
                        <a:gd name="connsiteX1" fmla="*/ 316708 w 625544"/>
                        <a:gd name="connsiteY1" fmla="*/ 2802 h 1038116"/>
                        <a:gd name="connsiteX2" fmla="*/ 546711 w 625544"/>
                        <a:gd name="connsiteY2" fmla="*/ 173901 h 1038116"/>
                        <a:gd name="connsiteX3" fmla="*/ 432115 w 625544"/>
                        <a:gd name="connsiteY3" fmla="*/ 493711 h 1038116"/>
                        <a:gd name="connsiteX4" fmla="*/ 625399 w 625544"/>
                        <a:gd name="connsiteY4" fmla="*/ 763540 h 1038116"/>
                        <a:gd name="connsiteX5" fmla="*/ 451394 w 625544"/>
                        <a:gd name="connsiteY5" fmla="*/ 1038116 h 1038116"/>
                        <a:gd name="connsiteX0" fmla="*/ 5008 w 625544"/>
                        <a:gd name="connsiteY0" fmla="*/ 299704 h 1040808"/>
                        <a:gd name="connsiteX1" fmla="*/ 316708 w 625544"/>
                        <a:gd name="connsiteY1" fmla="*/ 2739 h 1040808"/>
                        <a:gd name="connsiteX2" fmla="*/ 546711 w 625544"/>
                        <a:gd name="connsiteY2" fmla="*/ 176593 h 1040808"/>
                        <a:gd name="connsiteX3" fmla="*/ 432115 w 625544"/>
                        <a:gd name="connsiteY3" fmla="*/ 496403 h 1040808"/>
                        <a:gd name="connsiteX4" fmla="*/ 625399 w 625544"/>
                        <a:gd name="connsiteY4" fmla="*/ 766232 h 1040808"/>
                        <a:gd name="connsiteX5" fmla="*/ 451394 w 625544"/>
                        <a:gd name="connsiteY5" fmla="*/ 1040808 h 1040808"/>
                        <a:gd name="connsiteX0" fmla="*/ 4206 w 624742"/>
                        <a:gd name="connsiteY0" fmla="*/ 298093 h 1039197"/>
                        <a:gd name="connsiteX1" fmla="*/ 315906 w 624742"/>
                        <a:gd name="connsiteY1" fmla="*/ 1128 h 1039197"/>
                        <a:gd name="connsiteX2" fmla="*/ 545909 w 624742"/>
                        <a:gd name="connsiteY2" fmla="*/ 174982 h 1039197"/>
                        <a:gd name="connsiteX3" fmla="*/ 431313 w 624742"/>
                        <a:gd name="connsiteY3" fmla="*/ 494792 h 1039197"/>
                        <a:gd name="connsiteX4" fmla="*/ 624597 w 624742"/>
                        <a:gd name="connsiteY4" fmla="*/ 764621 h 1039197"/>
                        <a:gd name="connsiteX5" fmla="*/ 450592 w 624742"/>
                        <a:gd name="connsiteY5" fmla="*/ 1039197 h 1039197"/>
                        <a:gd name="connsiteX0" fmla="*/ 4206 w 624742"/>
                        <a:gd name="connsiteY0" fmla="*/ 298093 h 1039197"/>
                        <a:gd name="connsiteX1" fmla="*/ 315906 w 624742"/>
                        <a:gd name="connsiteY1" fmla="*/ 1128 h 1039197"/>
                        <a:gd name="connsiteX2" fmla="*/ 545909 w 624742"/>
                        <a:gd name="connsiteY2" fmla="*/ 174982 h 1039197"/>
                        <a:gd name="connsiteX3" fmla="*/ 431313 w 624742"/>
                        <a:gd name="connsiteY3" fmla="*/ 494792 h 1039197"/>
                        <a:gd name="connsiteX4" fmla="*/ 624597 w 624742"/>
                        <a:gd name="connsiteY4" fmla="*/ 764621 h 1039197"/>
                        <a:gd name="connsiteX5" fmla="*/ 450592 w 624742"/>
                        <a:gd name="connsiteY5" fmla="*/ 1039197 h 1039197"/>
                        <a:gd name="connsiteX0" fmla="*/ 4206 w 625023"/>
                        <a:gd name="connsiteY0" fmla="*/ 298093 h 1039197"/>
                        <a:gd name="connsiteX1" fmla="*/ 315906 w 625023"/>
                        <a:gd name="connsiteY1" fmla="*/ 1128 h 1039197"/>
                        <a:gd name="connsiteX2" fmla="*/ 545909 w 625023"/>
                        <a:gd name="connsiteY2" fmla="*/ 174982 h 1039197"/>
                        <a:gd name="connsiteX3" fmla="*/ 431313 w 625023"/>
                        <a:gd name="connsiteY3" fmla="*/ 494792 h 1039197"/>
                        <a:gd name="connsiteX4" fmla="*/ 624597 w 625023"/>
                        <a:gd name="connsiteY4" fmla="*/ 764621 h 1039197"/>
                        <a:gd name="connsiteX5" fmla="*/ 450592 w 625023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50592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50592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25804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17542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17542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17542 w 641467"/>
                        <a:gd name="connsiteY5" fmla="*/ 1039197 h 1039197"/>
                        <a:gd name="connsiteX0" fmla="*/ 4206 w 641467"/>
                        <a:gd name="connsiteY0" fmla="*/ 298093 h 1039197"/>
                        <a:gd name="connsiteX1" fmla="*/ 315906 w 641467"/>
                        <a:gd name="connsiteY1" fmla="*/ 1128 h 1039197"/>
                        <a:gd name="connsiteX2" fmla="*/ 545909 w 641467"/>
                        <a:gd name="connsiteY2" fmla="*/ 174982 h 1039197"/>
                        <a:gd name="connsiteX3" fmla="*/ 431313 w 641467"/>
                        <a:gd name="connsiteY3" fmla="*/ 494792 h 1039197"/>
                        <a:gd name="connsiteX4" fmla="*/ 641122 w 641467"/>
                        <a:gd name="connsiteY4" fmla="*/ 764621 h 1039197"/>
                        <a:gd name="connsiteX5" fmla="*/ 417542 w 641467"/>
                        <a:gd name="connsiteY5" fmla="*/ 1039197 h 1039197"/>
                        <a:gd name="connsiteX0" fmla="*/ 4206 w 641503"/>
                        <a:gd name="connsiteY0" fmla="*/ 298093 h 1039197"/>
                        <a:gd name="connsiteX1" fmla="*/ 315906 w 641503"/>
                        <a:gd name="connsiteY1" fmla="*/ 1128 h 1039197"/>
                        <a:gd name="connsiteX2" fmla="*/ 545909 w 641503"/>
                        <a:gd name="connsiteY2" fmla="*/ 174982 h 1039197"/>
                        <a:gd name="connsiteX3" fmla="*/ 431313 w 641503"/>
                        <a:gd name="connsiteY3" fmla="*/ 494792 h 1039197"/>
                        <a:gd name="connsiteX4" fmla="*/ 641122 w 641503"/>
                        <a:gd name="connsiteY4" fmla="*/ 764621 h 1039197"/>
                        <a:gd name="connsiteX5" fmla="*/ 417542 w 641503"/>
                        <a:gd name="connsiteY5" fmla="*/ 1039197 h 1039197"/>
                        <a:gd name="connsiteX0" fmla="*/ 4206 w 641503"/>
                        <a:gd name="connsiteY0" fmla="*/ 298093 h 1039197"/>
                        <a:gd name="connsiteX1" fmla="*/ 315906 w 641503"/>
                        <a:gd name="connsiteY1" fmla="*/ 1128 h 1039197"/>
                        <a:gd name="connsiteX2" fmla="*/ 545909 w 641503"/>
                        <a:gd name="connsiteY2" fmla="*/ 174982 h 1039197"/>
                        <a:gd name="connsiteX3" fmla="*/ 431313 w 641503"/>
                        <a:gd name="connsiteY3" fmla="*/ 494792 h 1039197"/>
                        <a:gd name="connsiteX4" fmla="*/ 641122 w 641503"/>
                        <a:gd name="connsiteY4" fmla="*/ 764621 h 1039197"/>
                        <a:gd name="connsiteX5" fmla="*/ 417542 w 641503"/>
                        <a:gd name="connsiteY5" fmla="*/ 1039197 h 1039197"/>
                        <a:gd name="connsiteX0" fmla="*/ 4206 w 641503"/>
                        <a:gd name="connsiteY0" fmla="*/ 298093 h 1039197"/>
                        <a:gd name="connsiteX1" fmla="*/ 315906 w 641503"/>
                        <a:gd name="connsiteY1" fmla="*/ 1128 h 1039197"/>
                        <a:gd name="connsiteX2" fmla="*/ 545909 w 641503"/>
                        <a:gd name="connsiteY2" fmla="*/ 174982 h 1039197"/>
                        <a:gd name="connsiteX3" fmla="*/ 431313 w 641503"/>
                        <a:gd name="connsiteY3" fmla="*/ 494792 h 1039197"/>
                        <a:gd name="connsiteX4" fmla="*/ 641122 w 641503"/>
                        <a:gd name="connsiteY4" fmla="*/ 764621 h 1039197"/>
                        <a:gd name="connsiteX5" fmla="*/ 399268 w 641503"/>
                        <a:gd name="connsiteY5" fmla="*/ 1039197 h 1039197"/>
                        <a:gd name="connsiteX0" fmla="*/ 4206 w 641503"/>
                        <a:gd name="connsiteY0" fmla="*/ 298093 h 1039197"/>
                        <a:gd name="connsiteX1" fmla="*/ 315906 w 641503"/>
                        <a:gd name="connsiteY1" fmla="*/ 1128 h 1039197"/>
                        <a:gd name="connsiteX2" fmla="*/ 545909 w 641503"/>
                        <a:gd name="connsiteY2" fmla="*/ 174982 h 1039197"/>
                        <a:gd name="connsiteX3" fmla="*/ 431313 w 641503"/>
                        <a:gd name="connsiteY3" fmla="*/ 494792 h 1039197"/>
                        <a:gd name="connsiteX4" fmla="*/ 641122 w 641503"/>
                        <a:gd name="connsiteY4" fmla="*/ 764621 h 1039197"/>
                        <a:gd name="connsiteX5" fmla="*/ 399268 w 641503"/>
                        <a:gd name="connsiteY5" fmla="*/ 1039197 h 1039197"/>
                        <a:gd name="connsiteX0" fmla="*/ 4206 w 641503"/>
                        <a:gd name="connsiteY0" fmla="*/ 298093 h 1042808"/>
                        <a:gd name="connsiteX1" fmla="*/ 315906 w 641503"/>
                        <a:gd name="connsiteY1" fmla="*/ 1128 h 1042808"/>
                        <a:gd name="connsiteX2" fmla="*/ 545909 w 641503"/>
                        <a:gd name="connsiteY2" fmla="*/ 174982 h 1042808"/>
                        <a:gd name="connsiteX3" fmla="*/ 431313 w 641503"/>
                        <a:gd name="connsiteY3" fmla="*/ 494792 h 1042808"/>
                        <a:gd name="connsiteX4" fmla="*/ 641122 w 641503"/>
                        <a:gd name="connsiteY4" fmla="*/ 764621 h 1042808"/>
                        <a:gd name="connsiteX5" fmla="*/ 384825 w 641503"/>
                        <a:gd name="connsiteY5" fmla="*/ 1042808 h 1042808"/>
                        <a:gd name="connsiteX0" fmla="*/ 4206 w 641503"/>
                        <a:gd name="connsiteY0" fmla="*/ 298093 h 1042808"/>
                        <a:gd name="connsiteX1" fmla="*/ 315906 w 641503"/>
                        <a:gd name="connsiteY1" fmla="*/ 1128 h 1042808"/>
                        <a:gd name="connsiteX2" fmla="*/ 545909 w 641503"/>
                        <a:gd name="connsiteY2" fmla="*/ 174982 h 1042808"/>
                        <a:gd name="connsiteX3" fmla="*/ 431313 w 641503"/>
                        <a:gd name="connsiteY3" fmla="*/ 494792 h 1042808"/>
                        <a:gd name="connsiteX4" fmla="*/ 641122 w 641503"/>
                        <a:gd name="connsiteY4" fmla="*/ 764621 h 1042808"/>
                        <a:gd name="connsiteX5" fmla="*/ 384825 w 641503"/>
                        <a:gd name="connsiteY5" fmla="*/ 1042808 h 10428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641503" h="1042808">
                          <a:moveTo>
                            <a:pt x="4206" y="298093"/>
                          </a:moveTo>
                          <a:cubicBezTo>
                            <a:pt x="-31441" y="73328"/>
                            <a:pt x="167021" y="-10969"/>
                            <a:pt x="315906" y="1128"/>
                          </a:cubicBezTo>
                          <a:cubicBezTo>
                            <a:pt x="428380" y="8585"/>
                            <a:pt x="527080" y="95916"/>
                            <a:pt x="545909" y="174982"/>
                          </a:cubicBezTo>
                          <a:cubicBezTo>
                            <a:pt x="579319" y="262305"/>
                            <a:pt x="557648" y="418486"/>
                            <a:pt x="431313" y="494792"/>
                          </a:cubicBezTo>
                          <a:cubicBezTo>
                            <a:pt x="576532" y="548013"/>
                            <a:pt x="647384" y="650808"/>
                            <a:pt x="641122" y="764621"/>
                          </a:cubicBezTo>
                          <a:cubicBezTo>
                            <a:pt x="633615" y="919493"/>
                            <a:pt x="535403" y="1017236"/>
                            <a:pt x="384825" y="1042808"/>
                          </a:cubicBezTo>
                        </a:path>
                      </a:pathLst>
                    </a:custGeom>
                    <a:noFill/>
                    <a:ln w="317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1"/>
                    </a:p>
                  </p:txBody>
                </p:sp>
                <p:sp>
                  <p:nvSpPr>
                    <p:cNvPr id="17" name="자유형: 도형 99">
                      <a:extLst>
                        <a:ext uri="{FF2B5EF4-FFF2-40B4-BE49-F238E27FC236}">
                          <a16:creationId xmlns:a16="http://schemas.microsoft.com/office/drawing/2014/main" id="{01B3AC08-CE94-47AE-BE4A-76141AE01D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53240" y="3948272"/>
                      <a:ext cx="785355" cy="780891"/>
                    </a:xfrm>
                    <a:custGeom>
                      <a:avLst/>
                      <a:gdLst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25244 w 970498"/>
                        <a:gd name="connsiteY6" fmla="*/ 384272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25244 w 970498"/>
                        <a:gd name="connsiteY6" fmla="*/ 384272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25244 w 970498"/>
                        <a:gd name="connsiteY6" fmla="*/ 384272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41769 w 970498"/>
                        <a:gd name="connsiteY6" fmla="*/ 395289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41769 w 970498"/>
                        <a:gd name="connsiteY6" fmla="*/ 395289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41769 w 970498"/>
                        <a:gd name="connsiteY6" fmla="*/ 395289 h 925619"/>
                        <a:gd name="connsiteX7" fmla="*/ 415126 w 970498"/>
                        <a:gd name="connsiteY7" fmla="*/ 56659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41769 w 970498"/>
                        <a:gd name="connsiteY6" fmla="*/ 395289 h 925619"/>
                        <a:gd name="connsiteX7" fmla="*/ 379321 w 970498"/>
                        <a:gd name="connsiteY7" fmla="*/ 599641 h 925619"/>
                        <a:gd name="connsiteX0" fmla="*/ 283295 w 970498"/>
                        <a:gd name="connsiteY0" fmla="*/ 213173 h 925619"/>
                        <a:gd name="connsiteX1" fmla="*/ 471224 w 970498"/>
                        <a:gd name="connsiteY1" fmla="*/ 0 h 925619"/>
                        <a:gd name="connsiteX2" fmla="*/ 611469 w 970498"/>
                        <a:gd name="connsiteY2" fmla="*/ 311345 h 925619"/>
                        <a:gd name="connsiteX3" fmla="*/ 970498 w 970498"/>
                        <a:gd name="connsiteY3" fmla="*/ 535737 h 925619"/>
                        <a:gd name="connsiteX4" fmla="*/ 538542 w 970498"/>
                        <a:gd name="connsiteY4" fmla="*/ 925619 h 925619"/>
                        <a:gd name="connsiteX5" fmla="*/ 0 w 970498"/>
                        <a:gd name="connsiteY5" fmla="*/ 852692 h 925619"/>
                        <a:gd name="connsiteX6" fmla="*/ 41769 w 970498"/>
                        <a:gd name="connsiteY6" fmla="*/ 395289 h 925619"/>
                        <a:gd name="connsiteX7" fmla="*/ 379321 w 970498"/>
                        <a:gd name="connsiteY7" fmla="*/ 599641 h 925619"/>
                        <a:gd name="connsiteX0" fmla="*/ 344345 w 1031548"/>
                        <a:gd name="connsiteY0" fmla="*/ 213173 h 925619"/>
                        <a:gd name="connsiteX1" fmla="*/ 532274 w 1031548"/>
                        <a:gd name="connsiteY1" fmla="*/ 0 h 925619"/>
                        <a:gd name="connsiteX2" fmla="*/ 672519 w 1031548"/>
                        <a:gd name="connsiteY2" fmla="*/ 311345 h 925619"/>
                        <a:gd name="connsiteX3" fmla="*/ 1031548 w 1031548"/>
                        <a:gd name="connsiteY3" fmla="*/ 535737 h 925619"/>
                        <a:gd name="connsiteX4" fmla="*/ 599592 w 1031548"/>
                        <a:gd name="connsiteY4" fmla="*/ 925619 h 925619"/>
                        <a:gd name="connsiteX5" fmla="*/ 61050 w 1031548"/>
                        <a:gd name="connsiteY5" fmla="*/ 852692 h 925619"/>
                        <a:gd name="connsiteX6" fmla="*/ 102819 w 1031548"/>
                        <a:gd name="connsiteY6" fmla="*/ 395289 h 925619"/>
                        <a:gd name="connsiteX7" fmla="*/ 440371 w 1031548"/>
                        <a:gd name="connsiteY7" fmla="*/ 599641 h 925619"/>
                        <a:gd name="connsiteX0" fmla="*/ 344345 w 1031548"/>
                        <a:gd name="connsiteY0" fmla="*/ 213173 h 925619"/>
                        <a:gd name="connsiteX1" fmla="*/ 532274 w 1031548"/>
                        <a:gd name="connsiteY1" fmla="*/ 0 h 925619"/>
                        <a:gd name="connsiteX2" fmla="*/ 672519 w 1031548"/>
                        <a:gd name="connsiteY2" fmla="*/ 311345 h 925619"/>
                        <a:gd name="connsiteX3" fmla="*/ 1031548 w 1031548"/>
                        <a:gd name="connsiteY3" fmla="*/ 535737 h 925619"/>
                        <a:gd name="connsiteX4" fmla="*/ 599592 w 1031548"/>
                        <a:gd name="connsiteY4" fmla="*/ 925619 h 925619"/>
                        <a:gd name="connsiteX5" fmla="*/ 61050 w 1031548"/>
                        <a:gd name="connsiteY5" fmla="*/ 852692 h 925619"/>
                        <a:gd name="connsiteX6" fmla="*/ 102819 w 1031548"/>
                        <a:gd name="connsiteY6" fmla="*/ 395289 h 925619"/>
                        <a:gd name="connsiteX7" fmla="*/ 440371 w 1031548"/>
                        <a:gd name="connsiteY7" fmla="*/ 599641 h 925619"/>
                        <a:gd name="connsiteX0" fmla="*/ 347877 w 1035080"/>
                        <a:gd name="connsiteY0" fmla="*/ 213173 h 925619"/>
                        <a:gd name="connsiteX1" fmla="*/ 535806 w 1035080"/>
                        <a:gd name="connsiteY1" fmla="*/ 0 h 925619"/>
                        <a:gd name="connsiteX2" fmla="*/ 676051 w 1035080"/>
                        <a:gd name="connsiteY2" fmla="*/ 311345 h 925619"/>
                        <a:gd name="connsiteX3" fmla="*/ 1035080 w 1035080"/>
                        <a:gd name="connsiteY3" fmla="*/ 535737 h 925619"/>
                        <a:gd name="connsiteX4" fmla="*/ 603124 w 1035080"/>
                        <a:gd name="connsiteY4" fmla="*/ 925619 h 925619"/>
                        <a:gd name="connsiteX5" fmla="*/ 53565 w 1035080"/>
                        <a:gd name="connsiteY5" fmla="*/ 871971 h 925619"/>
                        <a:gd name="connsiteX6" fmla="*/ 106351 w 1035080"/>
                        <a:gd name="connsiteY6" fmla="*/ 395289 h 925619"/>
                        <a:gd name="connsiteX7" fmla="*/ 443903 w 1035080"/>
                        <a:gd name="connsiteY7" fmla="*/ 599641 h 925619"/>
                        <a:gd name="connsiteX0" fmla="*/ 375671 w 1062874"/>
                        <a:gd name="connsiteY0" fmla="*/ 213173 h 925619"/>
                        <a:gd name="connsiteX1" fmla="*/ 563600 w 1062874"/>
                        <a:gd name="connsiteY1" fmla="*/ 0 h 925619"/>
                        <a:gd name="connsiteX2" fmla="*/ 703845 w 1062874"/>
                        <a:gd name="connsiteY2" fmla="*/ 311345 h 925619"/>
                        <a:gd name="connsiteX3" fmla="*/ 1062874 w 1062874"/>
                        <a:gd name="connsiteY3" fmla="*/ 535737 h 925619"/>
                        <a:gd name="connsiteX4" fmla="*/ 630918 w 1062874"/>
                        <a:gd name="connsiteY4" fmla="*/ 925619 h 925619"/>
                        <a:gd name="connsiteX5" fmla="*/ 81359 w 1062874"/>
                        <a:gd name="connsiteY5" fmla="*/ 871971 h 925619"/>
                        <a:gd name="connsiteX6" fmla="*/ 134145 w 1062874"/>
                        <a:gd name="connsiteY6" fmla="*/ 395289 h 925619"/>
                        <a:gd name="connsiteX7" fmla="*/ 471697 w 1062874"/>
                        <a:gd name="connsiteY7" fmla="*/ 599641 h 925619"/>
                        <a:gd name="connsiteX0" fmla="*/ 375671 w 1062874"/>
                        <a:gd name="connsiteY0" fmla="*/ 213173 h 973239"/>
                        <a:gd name="connsiteX1" fmla="*/ 563600 w 1062874"/>
                        <a:gd name="connsiteY1" fmla="*/ 0 h 973239"/>
                        <a:gd name="connsiteX2" fmla="*/ 703845 w 1062874"/>
                        <a:gd name="connsiteY2" fmla="*/ 311345 h 973239"/>
                        <a:gd name="connsiteX3" fmla="*/ 1062874 w 1062874"/>
                        <a:gd name="connsiteY3" fmla="*/ 535737 h 973239"/>
                        <a:gd name="connsiteX4" fmla="*/ 630918 w 1062874"/>
                        <a:gd name="connsiteY4" fmla="*/ 925619 h 973239"/>
                        <a:gd name="connsiteX5" fmla="*/ 81359 w 1062874"/>
                        <a:gd name="connsiteY5" fmla="*/ 871971 h 973239"/>
                        <a:gd name="connsiteX6" fmla="*/ 134145 w 1062874"/>
                        <a:gd name="connsiteY6" fmla="*/ 395289 h 973239"/>
                        <a:gd name="connsiteX7" fmla="*/ 471697 w 1062874"/>
                        <a:gd name="connsiteY7" fmla="*/ 599641 h 973239"/>
                        <a:gd name="connsiteX0" fmla="*/ 375671 w 1062874"/>
                        <a:gd name="connsiteY0" fmla="*/ 213173 h 973239"/>
                        <a:gd name="connsiteX1" fmla="*/ 563600 w 1062874"/>
                        <a:gd name="connsiteY1" fmla="*/ 0 h 973239"/>
                        <a:gd name="connsiteX2" fmla="*/ 703845 w 1062874"/>
                        <a:gd name="connsiteY2" fmla="*/ 311345 h 973239"/>
                        <a:gd name="connsiteX3" fmla="*/ 1062874 w 1062874"/>
                        <a:gd name="connsiteY3" fmla="*/ 535737 h 973239"/>
                        <a:gd name="connsiteX4" fmla="*/ 606130 w 1062874"/>
                        <a:gd name="connsiteY4" fmla="*/ 925619 h 973239"/>
                        <a:gd name="connsiteX5" fmla="*/ 81359 w 1062874"/>
                        <a:gd name="connsiteY5" fmla="*/ 871971 h 973239"/>
                        <a:gd name="connsiteX6" fmla="*/ 134145 w 1062874"/>
                        <a:gd name="connsiteY6" fmla="*/ 395289 h 973239"/>
                        <a:gd name="connsiteX7" fmla="*/ 471697 w 1062874"/>
                        <a:gd name="connsiteY7" fmla="*/ 599641 h 973239"/>
                        <a:gd name="connsiteX0" fmla="*/ 375671 w 1062874"/>
                        <a:gd name="connsiteY0" fmla="*/ 213173 h 979036"/>
                        <a:gd name="connsiteX1" fmla="*/ 563600 w 1062874"/>
                        <a:gd name="connsiteY1" fmla="*/ 0 h 979036"/>
                        <a:gd name="connsiteX2" fmla="*/ 703845 w 1062874"/>
                        <a:gd name="connsiteY2" fmla="*/ 311345 h 979036"/>
                        <a:gd name="connsiteX3" fmla="*/ 1062874 w 1062874"/>
                        <a:gd name="connsiteY3" fmla="*/ 535737 h 979036"/>
                        <a:gd name="connsiteX4" fmla="*/ 597867 w 1062874"/>
                        <a:gd name="connsiteY4" fmla="*/ 942144 h 979036"/>
                        <a:gd name="connsiteX5" fmla="*/ 81359 w 1062874"/>
                        <a:gd name="connsiteY5" fmla="*/ 871971 h 979036"/>
                        <a:gd name="connsiteX6" fmla="*/ 134145 w 1062874"/>
                        <a:gd name="connsiteY6" fmla="*/ 395289 h 979036"/>
                        <a:gd name="connsiteX7" fmla="*/ 471697 w 1062874"/>
                        <a:gd name="connsiteY7" fmla="*/ 599641 h 979036"/>
                        <a:gd name="connsiteX0" fmla="*/ 375671 w 1062874"/>
                        <a:gd name="connsiteY0" fmla="*/ 213173 h 1049379"/>
                        <a:gd name="connsiteX1" fmla="*/ 563600 w 1062874"/>
                        <a:gd name="connsiteY1" fmla="*/ 0 h 1049379"/>
                        <a:gd name="connsiteX2" fmla="*/ 703845 w 1062874"/>
                        <a:gd name="connsiteY2" fmla="*/ 311345 h 1049379"/>
                        <a:gd name="connsiteX3" fmla="*/ 1062874 w 1062874"/>
                        <a:gd name="connsiteY3" fmla="*/ 535737 h 1049379"/>
                        <a:gd name="connsiteX4" fmla="*/ 597867 w 1062874"/>
                        <a:gd name="connsiteY4" fmla="*/ 942144 h 1049379"/>
                        <a:gd name="connsiteX5" fmla="*/ 81359 w 1062874"/>
                        <a:gd name="connsiteY5" fmla="*/ 871971 h 1049379"/>
                        <a:gd name="connsiteX6" fmla="*/ 134145 w 1062874"/>
                        <a:gd name="connsiteY6" fmla="*/ 395289 h 1049379"/>
                        <a:gd name="connsiteX7" fmla="*/ 471697 w 1062874"/>
                        <a:gd name="connsiteY7" fmla="*/ 599641 h 1049379"/>
                        <a:gd name="connsiteX0" fmla="*/ 375671 w 1062874"/>
                        <a:gd name="connsiteY0" fmla="*/ 213173 h 1049379"/>
                        <a:gd name="connsiteX1" fmla="*/ 563600 w 1062874"/>
                        <a:gd name="connsiteY1" fmla="*/ 0 h 1049379"/>
                        <a:gd name="connsiteX2" fmla="*/ 703845 w 1062874"/>
                        <a:gd name="connsiteY2" fmla="*/ 311345 h 1049379"/>
                        <a:gd name="connsiteX3" fmla="*/ 1062874 w 1062874"/>
                        <a:gd name="connsiteY3" fmla="*/ 535737 h 1049379"/>
                        <a:gd name="connsiteX4" fmla="*/ 597867 w 1062874"/>
                        <a:gd name="connsiteY4" fmla="*/ 942144 h 1049379"/>
                        <a:gd name="connsiteX5" fmla="*/ 81359 w 1062874"/>
                        <a:gd name="connsiteY5" fmla="*/ 871971 h 1049379"/>
                        <a:gd name="connsiteX6" fmla="*/ 134145 w 1062874"/>
                        <a:gd name="connsiteY6" fmla="*/ 395289 h 1049379"/>
                        <a:gd name="connsiteX7" fmla="*/ 471697 w 1062874"/>
                        <a:gd name="connsiteY7" fmla="*/ 599641 h 1049379"/>
                        <a:gd name="connsiteX0" fmla="*/ 375671 w 1062874"/>
                        <a:gd name="connsiteY0" fmla="*/ 213173 h 1049379"/>
                        <a:gd name="connsiteX1" fmla="*/ 563600 w 1062874"/>
                        <a:gd name="connsiteY1" fmla="*/ 0 h 1049379"/>
                        <a:gd name="connsiteX2" fmla="*/ 703845 w 1062874"/>
                        <a:gd name="connsiteY2" fmla="*/ 311345 h 1049379"/>
                        <a:gd name="connsiteX3" fmla="*/ 1062874 w 1062874"/>
                        <a:gd name="connsiteY3" fmla="*/ 535737 h 1049379"/>
                        <a:gd name="connsiteX4" fmla="*/ 597867 w 1062874"/>
                        <a:gd name="connsiteY4" fmla="*/ 942144 h 1049379"/>
                        <a:gd name="connsiteX5" fmla="*/ 81359 w 1062874"/>
                        <a:gd name="connsiteY5" fmla="*/ 871971 h 1049379"/>
                        <a:gd name="connsiteX6" fmla="*/ 134145 w 1062874"/>
                        <a:gd name="connsiteY6" fmla="*/ 395289 h 1049379"/>
                        <a:gd name="connsiteX7" fmla="*/ 471697 w 1062874"/>
                        <a:gd name="connsiteY7" fmla="*/ 599641 h 1049379"/>
                        <a:gd name="connsiteX0" fmla="*/ 375671 w 1062874"/>
                        <a:gd name="connsiteY0" fmla="*/ 213173 h 1033999"/>
                        <a:gd name="connsiteX1" fmla="*/ 563600 w 1062874"/>
                        <a:gd name="connsiteY1" fmla="*/ 0 h 1033999"/>
                        <a:gd name="connsiteX2" fmla="*/ 703845 w 1062874"/>
                        <a:gd name="connsiteY2" fmla="*/ 311345 h 1033999"/>
                        <a:gd name="connsiteX3" fmla="*/ 1062874 w 1062874"/>
                        <a:gd name="connsiteY3" fmla="*/ 535737 h 1033999"/>
                        <a:gd name="connsiteX4" fmla="*/ 597867 w 1062874"/>
                        <a:gd name="connsiteY4" fmla="*/ 942144 h 1033999"/>
                        <a:gd name="connsiteX5" fmla="*/ 81359 w 1062874"/>
                        <a:gd name="connsiteY5" fmla="*/ 871971 h 1033999"/>
                        <a:gd name="connsiteX6" fmla="*/ 134145 w 1062874"/>
                        <a:gd name="connsiteY6" fmla="*/ 395289 h 1033999"/>
                        <a:gd name="connsiteX7" fmla="*/ 471697 w 1062874"/>
                        <a:gd name="connsiteY7" fmla="*/ 599641 h 1033999"/>
                        <a:gd name="connsiteX0" fmla="*/ 363975 w 1051178"/>
                        <a:gd name="connsiteY0" fmla="*/ 213173 h 1033999"/>
                        <a:gd name="connsiteX1" fmla="*/ 551904 w 1051178"/>
                        <a:gd name="connsiteY1" fmla="*/ 0 h 1033999"/>
                        <a:gd name="connsiteX2" fmla="*/ 692149 w 1051178"/>
                        <a:gd name="connsiteY2" fmla="*/ 311345 h 1033999"/>
                        <a:gd name="connsiteX3" fmla="*/ 1051178 w 1051178"/>
                        <a:gd name="connsiteY3" fmla="*/ 535737 h 1033999"/>
                        <a:gd name="connsiteX4" fmla="*/ 586171 w 1051178"/>
                        <a:gd name="connsiteY4" fmla="*/ 942144 h 1033999"/>
                        <a:gd name="connsiteX5" fmla="*/ 69663 w 1051178"/>
                        <a:gd name="connsiteY5" fmla="*/ 871971 h 1033999"/>
                        <a:gd name="connsiteX6" fmla="*/ 122449 w 1051178"/>
                        <a:gd name="connsiteY6" fmla="*/ 395289 h 1033999"/>
                        <a:gd name="connsiteX7" fmla="*/ 460001 w 1051178"/>
                        <a:gd name="connsiteY7" fmla="*/ 599641 h 1033999"/>
                        <a:gd name="connsiteX0" fmla="*/ 363975 w 1051178"/>
                        <a:gd name="connsiteY0" fmla="*/ 213173 h 1030327"/>
                        <a:gd name="connsiteX1" fmla="*/ 551904 w 1051178"/>
                        <a:gd name="connsiteY1" fmla="*/ 0 h 1030327"/>
                        <a:gd name="connsiteX2" fmla="*/ 692149 w 1051178"/>
                        <a:gd name="connsiteY2" fmla="*/ 311345 h 1030327"/>
                        <a:gd name="connsiteX3" fmla="*/ 1051178 w 1051178"/>
                        <a:gd name="connsiteY3" fmla="*/ 535737 h 1030327"/>
                        <a:gd name="connsiteX4" fmla="*/ 613713 w 1051178"/>
                        <a:gd name="connsiteY4" fmla="*/ 936636 h 1030327"/>
                        <a:gd name="connsiteX5" fmla="*/ 69663 w 1051178"/>
                        <a:gd name="connsiteY5" fmla="*/ 871971 h 1030327"/>
                        <a:gd name="connsiteX6" fmla="*/ 122449 w 1051178"/>
                        <a:gd name="connsiteY6" fmla="*/ 395289 h 1030327"/>
                        <a:gd name="connsiteX7" fmla="*/ 460001 w 1051178"/>
                        <a:gd name="connsiteY7" fmla="*/ 599641 h 1030327"/>
                        <a:gd name="connsiteX0" fmla="*/ 363975 w 1051178"/>
                        <a:gd name="connsiteY0" fmla="*/ 213173 h 1030327"/>
                        <a:gd name="connsiteX1" fmla="*/ 551904 w 1051178"/>
                        <a:gd name="connsiteY1" fmla="*/ 0 h 1030327"/>
                        <a:gd name="connsiteX2" fmla="*/ 692149 w 1051178"/>
                        <a:gd name="connsiteY2" fmla="*/ 311345 h 1030327"/>
                        <a:gd name="connsiteX3" fmla="*/ 1051178 w 1051178"/>
                        <a:gd name="connsiteY3" fmla="*/ 535737 h 1030327"/>
                        <a:gd name="connsiteX4" fmla="*/ 613713 w 1051178"/>
                        <a:gd name="connsiteY4" fmla="*/ 936636 h 1030327"/>
                        <a:gd name="connsiteX5" fmla="*/ 69663 w 1051178"/>
                        <a:gd name="connsiteY5" fmla="*/ 871971 h 1030327"/>
                        <a:gd name="connsiteX6" fmla="*/ 122449 w 1051178"/>
                        <a:gd name="connsiteY6" fmla="*/ 395289 h 1030327"/>
                        <a:gd name="connsiteX7" fmla="*/ 460001 w 1051178"/>
                        <a:gd name="connsiteY7" fmla="*/ 599641 h 1030327"/>
                        <a:gd name="connsiteX0" fmla="*/ 363975 w 1034653"/>
                        <a:gd name="connsiteY0" fmla="*/ 213173 h 1030327"/>
                        <a:gd name="connsiteX1" fmla="*/ 551904 w 1034653"/>
                        <a:gd name="connsiteY1" fmla="*/ 0 h 1030327"/>
                        <a:gd name="connsiteX2" fmla="*/ 692149 w 1034653"/>
                        <a:gd name="connsiteY2" fmla="*/ 311345 h 1030327"/>
                        <a:gd name="connsiteX3" fmla="*/ 1034653 w 1034653"/>
                        <a:gd name="connsiteY3" fmla="*/ 538491 h 1030327"/>
                        <a:gd name="connsiteX4" fmla="*/ 613713 w 1034653"/>
                        <a:gd name="connsiteY4" fmla="*/ 936636 h 1030327"/>
                        <a:gd name="connsiteX5" fmla="*/ 69663 w 1034653"/>
                        <a:gd name="connsiteY5" fmla="*/ 871971 h 1030327"/>
                        <a:gd name="connsiteX6" fmla="*/ 122449 w 1034653"/>
                        <a:gd name="connsiteY6" fmla="*/ 395289 h 1030327"/>
                        <a:gd name="connsiteX7" fmla="*/ 460001 w 1034653"/>
                        <a:gd name="connsiteY7" fmla="*/ 599641 h 1030327"/>
                        <a:gd name="connsiteX0" fmla="*/ 363975 w 1037690"/>
                        <a:gd name="connsiteY0" fmla="*/ 213173 h 1030327"/>
                        <a:gd name="connsiteX1" fmla="*/ 551904 w 1037690"/>
                        <a:gd name="connsiteY1" fmla="*/ 0 h 1030327"/>
                        <a:gd name="connsiteX2" fmla="*/ 692149 w 1037690"/>
                        <a:gd name="connsiteY2" fmla="*/ 311345 h 1030327"/>
                        <a:gd name="connsiteX3" fmla="*/ 1034653 w 1037690"/>
                        <a:gd name="connsiteY3" fmla="*/ 538491 h 1030327"/>
                        <a:gd name="connsiteX4" fmla="*/ 613713 w 1037690"/>
                        <a:gd name="connsiteY4" fmla="*/ 936636 h 1030327"/>
                        <a:gd name="connsiteX5" fmla="*/ 69663 w 1037690"/>
                        <a:gd name="connsiteY5" fmla="*/ 871971 h 1030327"/>
                        <a:gd name="connsiteX6" fmla="*/ 122449 w 1037690"/>
                        <a:gd name="connsiteY6" fmla="*/ 395289 h 1030327"/>
                        <a:gd name="connsiteX7" fmla="*/ 460001 w 1037690"/>
                        <a:gd name="connsiteY7" fmla="*/ 599641 h 1030327"/>
                        <a:gd name="connsiteX0" fmla="*/ 363975 w 1037917"/>
                        <a:gd name="connsiteY0" fmla="*/ 213173 h 1030327"/>
                        <a:gd name="connsiteX1" fmla="*/ 551904 w 1037917"/>
                        <a:gd name="connsiteY1" fmla="*/ 0 h 1030327"/>
                        <a:gd name="connsiteX2" fmla="*/ 692149 w 1037917"/>
                        <a:gd name="connsiteY2" fmla="*/ 311345 h 1030327"/>
                        <a:gd name="connsiteX3" fmla="*/ 1034653 w 1037917"/>
                        <a:gd name="connsiteY3" fmla="*/ 538491 h 1030327"/>
                        <a:gd name="connsiteX4" fmla="*/ 613713 w 1037917"/>
                        <a:gd name="connsiteY4" fmla="*/ 936636 h 1030327"/>
                        <a:gd name="connsiteX5" fmla="*/ 69663 w 1037917"/>
                        <a:gd name="connsiteY5" fmla="*/ 871971 h 1030327"/>
                        <a:gd name="connsiteX6" fmla="*/ 122449 w 1037917"/>
                        <a:gd name="connsiteY6" fmla="*/ 395289 h 1030327"/>
                        <a:gd name="connsiteX7" fmla="*/ 460001 w 1037917"/>
                        <a:gd name="connsiteY7" fmla="*/ 599641 h 1030327"/>
                        <a:gd name="connsiteX0" fmla="*/ 363975 w 1046257"/>
                        <a:gd name="connsiteY0" fmla="*/ 213173 h 1030327"/>
                        <a:gd name="connsiteX1" fmla="*/ 551904 w 1046257"/>
                        <a:gd name="connsiteY1" fmla="*/ 0 h 1030327"/>
                        <a:gd name="connsiteX2" fmla="*/ 692149 w 1046257"/>
                        <a:gd name="connsiteY2" fmla="*/ 311345 h 1030327"/>
                        <a:gd name="connsiteX3" fmla="*/ 1034653 w 1046257"/>
                        <a:gd name="connsiteY3" fmla="*/ 538491 h 1030327"/>
                        <a:gd name="connsiteX4" fmla="*/ 613713 w 1046257"/>
                        <a:gd name="connsiteY4" fmla="*/ 936636 h 1030327"/>
                        <a:gd name="connsiteX5" fmla="*/ 69663 w 1046257"/>
                        <a:gd name="connsiteY5" fmla="*/ 871971 h 1030327"/>
                        <a:gd name="connsiteX6" fmla="*/ 122449 w 1046257"/>
                        <a:gd name="connsiteY6" fmla="*/ 395289 h 1030327"/>
                        <a:gd name="connsiteX7" fmla="*/ 460001 w 1046257"/>
                        <a:gd name="connsiteY7" fmla="*/ 599641 h 1030327"/>
                        <a:gd name="connsiteX0" fmla="*/ 363975 w 1046257"/>
                        <a:gd name="connsiteY0" fmla="*/ 213173 h 1030327"/>
                        <a:gd name="connsiteX1" fmla="*/ 551904 w 1046257"/>
                        <a:gd name="connsiteY1" fmla="*/ 0 h 1030327"/>
                        <a:gd name="connsiteX2" fmla="*/ 692149 w 1046257"/>
                        <a:gd name="connsiteY2" fmla="*/ 311345 h 1030327"/>
                        <a:gd name="connsiteX3" fmla="*/ 1034653 w 1046257"/>
                        <a:gd name="connsiteY3" fmla="*/ 538491 h 1030327"/>
                        <a:gd name="connsiteX4" fmla="*/ 613713 w 1046257"/>
                        <a:gd name="connsiteY4" fmla="*/ 936636 h 1030327"/>
                        <a:gd name="connsiteX5" fmla="*/ 69663 w 1046257"/>
                        <a:gd name="connsiteY5" fmla="*/ 871971 h 1030327"/>
                        <a:gd name="connsiteX6" fmla="*/ 122449 w 1046257"/>
                        <a:gd name="connsiteY6" fmla="*/ 395289 h 1030327"/>
                        <a:gd name="connsiteX7" fmla="*/ 460001 w 1046257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92149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92149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2870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2870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2870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2870 w 1041370"/>
                        <a:gd name="connsiteY2" fmla="*/ 311345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830 h 1030984"/>
                        <a:gd name="connsiteX1" fmla="*/ 551904 w 1041370"/>
                        <a:gd name="connsiteY1" fmla="*/ 657 h 1030984"/>
                        <a:gd name="connsiteX2" fmla="*/ 675624 w 1041370"/>
                        <a:gd name="connsiteY2" fmla="*/ 300985 h 1030984"/>
                        <a:gd name="connsiteX3" fmla="*/ 1034653 w 1041370"/>
                        <a:gd name="connsiteY3" fmla="*/ 539148 h 1030984"/>
                        <a:gd name="connsiteX4" fmla="*/ 613713 w 1041370"/>
                        <a:gd name="connsiteY4" fmla="*/ 937293 h 1030984"/>
                        <a:gd name="connsiteX5" fmla="*/ 69663 w 1041370"/>
                        <a:gd name="connsiteY5" fmla="*/ 872628 h 1030984"/>
                        <a:gd name="connsiteX6" fmla="*/ 122449 w 1041370"/>
                        <a:gd name="connsiteY6" fmla="*/ 395946 h 1030984"/>
                        <a:gd name="connsiteX7" fmla="*/ 460001 w 1041370"/>
                        <a:gd name="connsiteY7" fmla="*/ 600298 h 1030984"/>
                        <a:gd name="connsiteX0" fmla="*/ 363975 w 1041370"/>
                        <a:gd name="connsiteY0" fmla="*/ 213830 h 1030984"/>
                        <a:gd name="connsiteX1" fmla="*/ 551904 w 1041370"/>
                        <a:gd name="connsiteY1" fmla="*/ 657 h 1030984"/>
                        <a:gd name="connsiteX2" fmla="*/ 675624 w 1041370"/>
                        <a:gd name="connsiteY2" fmla="*/ 300985 h 1030984"/>
                        <a:gd name="connsiteX3" fmla="*/ 1034653 w 1041370"/>
                        <a:gd name="connsiteY3" fmla="*/ 539148 h 1030984"/>
                        <a:gd name="connsiteX4" fmla="*/ 613713 w 1041370"/>
                        <a:gd name="connsiteY4" fmla="*/ 937293 h 1030984"/>
                        <a:gd name="connsiteX5" fmla="*/ 69663 w 1041370"/>
                        <a:gd name="connsiteY5" fmla="*/ 872628 h 1030984"/>
                        <a:gd name="connsiteX6" fmla="*/ 122449 w 1041370"/>
                        <a:gd name="connsiteY6" fmla="*/ 395946 h 1030984"/>
                        <a:gd name="connsiteX7" fmla="*/ 460001 w 1041370"/>
                        <a:gd name="connsiteY7" fmla="*/ 600298 h 1030984"/>
                        <a:gd name="connsiteX0" fmla="*/ 363975 w 1041370"/>
                        <a:gd name="connsiteY0" fmla="*/ 213830 h 1030984"/>
                        <a:gd name="connsiteX1" fmla="*/ 551904 w 1041370"/>
                        <a:gd name="connsiteY1" fmla="*/ 657 h 1030984"/>
                        <a:gd name="connsiteX2" fmla="*/ 675624 w 1041370"/>
                        <a:gd name="connsiteY2" fmla="*/ 300985 h 1030984"/>
                        <a:gd name="connsiteX3" fmla="*/ 1034653 w 1041370"/>
                        <a:gd name="connsiteY3" fmla="*/ 539148 h 1030984"/>
                        <a:gd name="connsiteX4" fmla="*/ 613713 w 1041370"/>
                        <a:gd name="connsiteY4" fmla="*/ 937293 h 1030984"/>
                        <a:gd name="connsiteX5" fmla="*/ 69663 w 1041370"/>
                        <a:gd name="connsiteY5" fmla="*/ 872628 h 1030984"/>
                        <a:gd name="connsiteX6" fmla="*/ 122449 w 1041370"/>
                        <a:gd name="connsiteY6" fmla="*/ 395946 h 1030984"/>
                        <a:gd name="connsiteX7" fmla="*/ 460001 w 1041370"/>
                        <a:gd name="connsiteY7" fmla="*/ 600298 h 1030984"/>
                        <a:gd name="connsiteX0" fmla="*/ 363975 w 1041370"/>
                        <a:gd name="connsiteY0" fmla="*/ 213270 h 1030424"/>
                        <a:gd name="connsiteX1" fmla="*/ 551904 w 1041370"/>
                        <a:gd name="connsiteY1" fmla="*/ 97 h 1030424"/>
                        <a:gd name="connsiteX2" fmla="*/ 675624 w 1041370"/>
                        <a:gd name="connsiteY2" fmla="*/ 300425 h 1030424"/>
                        <a:gd name="connsiteX3" fmla="*/ 1034653 w 1041370"/>
                        <a:gd name="connsiteY3" fmla="*/ 538588 h 1030424"/>
                        <a:gd name="connsiteX4" fmla="*/ 613713 w 1041370"/>
                        <a:gd name="connsiteY4" fmla="*/ 936733 h 1030424"/>
                        <a:gd name="connsiteX5" fmla="*/ 69663 w 1041370"/>
                        <a:gd name="connsiteY5" fmla="*/ 872068 h 1030424"/>
                        <a:gd name="connsiteX6" fmla="*/ 122449 w 1041370"/>
                        <a:gd name="connsiteY6" fmla="*/ 395386 h 1030424"/>
                        <a:gd name="connsiteX7" fmla="*/ 460001 w 1041370"/>
                        <a:gd name="connsiteY7" fmla="*/ 599738 h 1030424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363975 w 1041370"/>
                        <a:gd name="connsiteY0" fmla="*/ 213173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60001 w 1041370"/>
                        <a:gd name="connsiteY7" fmla="*/ 599641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15934 w 1041370"/>
                        <a:gd name="connsiteY7" fmla="*/ 693285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15934 w 1041370"/>
                        <a:gd name="connsiteY7" fmla="*/ 693285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15934 w 1041370"/>
                        <a:gd name="connsiteY7" fmla="*/ 693285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07671 w 1041370"/>
                        <a:gd name="connsiteY7" fmla="*/ 709810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07671 w 1041370"/>
                        <a:gd name="connsiteY7" fmla="*/ 709810 h 1030327"/>
                        <a:gd name="connsiteX0" fmla="*/ 408043 w 1041370"/>
                        <a:gd name="connsiteY0" fmla="*/ 237961 h 1030327"/>
                        <a:gd name="connsiteX1" fmla="*/ 551904 w 1041370"/>
                        <a:gd name="connsiteY1" fmla="*/ 0 h 1030327"/>
                        <a:gd name="connsiteX2" fmla="*/ 675624 w 1041370"/>
                        <a:gd name="connsiteY2" fmla="*/ 300328 h 1030327"/>
                        <a:gd name="connsiteX3" fmla="*/ 1034653 w 1041370"/>
                        <a:gd name="connsiteY3" fmla="*/ 538491 h 1030327"/>
                        <a:gd name="connsiteX4" fmla="*/ 613713 w 1041370"/>
                        <a:gd name="connsiteY4" fmla="*/ 936636 h 1030327"/>
                        <a:gd name="connsiteX5" fmla="*/ 69663 w 1041370"/>
                        <a:gd name="connsiteY5" fmla="*/ 871971 h 1030327"/>
                        <a:gd name="connsiteX6" fmla="*/ 122449 w 1041370"/>
                        <a:gd name="connsiteY6" fmla="*/ 395289 h 1030327"/>
                        <a:gd name="connsiteX7" fmla="*/ 407671 w 1041370"/>
                        <a:gd name="connsiteY7" fmla="*/ 709810 h 1030327"/>
                        <a:gd name="connsiteX0" fmla="*/ 408043 w 1041266"/>
                        <a:gd name="connsiteY0" fmla="*/ 237961 h 1016230"/>
                        <a:gd name="connsiteX1" fmla="*/ 551904 w 1041266"/>
                        <a:gd name="connsiteY1" fmla="*/ 0 h 1016230"/>
                        <a:gd name="connsiteX2" fmla="*/ 675624 w 1041266"/>
                        <a:gd name="connsiteY2" fmla="*/ 300328 h 1016230"/>
                        <a:gd name="connsiteX3" fmla="*/ 1034653 w 1041266"/>
                        <a:gd name="connsiteY3" fmla="*/ 538491 h 1016230"/>
                        <a:gd name="connsiteX4" fmla="*/ 610959 w 1041266"/>
                        <a:gd name="connsiteY4" fmla="*/ 914602 h 1016230"/>
                        <a:gd name="connsiteX5" fmla="*/ 69663 w 1041266"/>
                        <a:gd name="connsiteY5" fmla="*/ 871971 h 1016230"/>
                        <a:gd name="connsiteX6" fmla="*/ 122449 w 1041266"/>
                        <a:gd name="connsiteY6" fmla="*/ 395289 h 1016230"/>
                        <a:gd name="connsiteX7" fmla="*/ 407671 w 1041266"/>
                        <a:gd name="connsiteY7" fmla="*/ 709810 h 1016230"/>
                        <a:gd name="connsiteX0" fmla="*/ 408043 w 1042386"/>
                        <a:gd name="connsiteY0" fmla="*/ 237961 h 1016230"/>
                        <a:gd name="connsiteX1" fmla="*/ 551904 w 1042386"/>
                        <a:gd name="connsiteY1" fmla="*/ 0 h 1016230"/>
                        <a:gd name="connsiteX2" fmla="*/ 675624 w 1042386"/>
                        <a:gd name="connsiteY2" fmla="*/ 300328 h 1016230"/>
                        <a:gd name="connsiteX3" fmla="*/ 1034653 w 1042386"/>
                        <a:gd name="connsiteY3" fmla="*/ 538491 h 1016230"/>
                        <a:gd name="connsiteX4" fmla="*/ 610959 w 1042386"/>
                        <a:gd name="connsiteY4" fmla="*/ 914602 h 1016230"/>
                        <a:gd name="connsiteX5" fmla="*/ 69663 w 1042386"/>
                        <a:gd name="connsiteY5" fmla="*/ 871971 h 1016230"/>
                        <a:gd name="connsiteX6" fmla="*/ 122449 w 1042386"/>
                        <a:gd name="connsiteY6" fmla="*/ 395289 h 1016230"/>
                        <a:gd name="connsiteX7" fmla="*/ 407671 w 1042386"/>
                        <a:gd name="connsiteY7" fmla="*/ 709810 h 1016230"/>
                        <a:gd name="connsiteX0" fmla="*/ 408043 w 1042386"/>
                        <a:gd name="connsiteY0" fmla="*/ 237961 h 1031503"/>
                        <a:gd name="connsiteX1" fmla="*/ 551904 w 1042386"/>
                        <a:gd name="connsiteY1" fmla="*/ 0 h 1031503"/>
                        <a:gd name="connsiteX2" fmla="*/ 675624 w 1042386"/>
                        <a:gd name="connsiteY2" fmla="*/ 300328 h 1031503"/>
                        <a:gd name="connsiteX3" fmla="*/ 1034653 w 1042386"/>
                        <a:gd name="connsiteY3" fmla="*/ 538491 h 1031503"/>
                        <a:gd name="connsiteX4" fmla="*/ 610959 w 1042386"/>
                        <a:gd name="connsiteY4" fmla="*/ 914602 h 1031503"/>
                        <a:gd name="connsiteX5" fmla="*/ 69663 w 1042386"/>
                        <a:gd name="connsiteY5" fmla="*/ 871971 h 1031503"/>
                        <a:gd name="connsiteX6" fmla="*/ 122449 w 1042386"/>
                        <a:gd name="connsiteY6" fmla="*/ 395289 h 1031503"/>
                        <a:gd name="connsiteX7" fmla="*/ 407671 w 1042386"/>
                        <a:gd name="connsiteY7" fmla="*/ 709810 h 1031503"/>
                        <a:gd name="connsiteX0" fmla="*/ 408043 w 1040983"/>
                        <a:gd name="connsiteY0" fmla="*/ 237961 h 1031503"/>
                        <a:gd name="connsiteX1" fmla="*/ 551904 w 1040983"/>
                        <a:gd name="connsiteY1" fmla="*/ 0 h 1031503"/>
                        <a:gd name="connsiteX2" fmla="*/ 675624 w 1040983"/>
                        <a:gd name="connsiteY2" fmla="*/ 300328 h 1031503"/>
                        <a:gd name="connsiteX3" fmla="*/ 1034653 w 1040983"/>
                        <a:gd name="connsiteY3" fmla="*/ 538491 h 1031503"/>
                        <a:gd name="connsiteX4" fmla="*/ 610959 w 1040983"/>
                        <a:gd name="connsiteY4" fmla="*/ 914602 h 1031503"/>
                        <a:gd name="connsiteX5" fmla="*/ 69663 w 1040983"/>
                        <a:gd name="connsiteY5" fmla="*/ 871971 h 1031503"/>
                        <a:gd name="connsiteX6" fmla="*/ 122449 w 1040983"/>
                        <a:gd name="connsiteY6" fmla="*/ 395289 h 1031503"/>
                        <a:gd name="connsiteX7" fmla="*/ 407671 w 1040983"/>
                        <a:gd name="connsiteY7" fmla="*/ 709810 h 1031503"/>
                        <a:gd name="connsiteX0" fmla="*/ 408043 w 1040983"/>
                        <a:gd name="connsiteY0" fmla="*/ 237961 h 1036239"/>
                        <a:gd name="connsiteX1" fmla="*/ 551904 w 1040983"/>
                        <a:gd name="connsiteY1" fmla="*/ 0 h 1036239"/>
                        <a:gd name="connsiteX2" fmla="*/ 675624 w 1040983"/>
                        <a:gd name="connsiteY2" fmla="*/ 300328 h 1036239"/>
                        <a:gd name="connsiteX3" fmla="*/ 1034653 w 1040983"/>
                        <a:gd name="connsiteY3" fmla="*/ 538491 h 1036239"/>
                        <a:gd name="connsiteX4" fmla="*/ 610959 w 1040983"/>
                        <a:gd name="connsiteY4" fmla="*/ 914602 h 1036239"/>
                        <a:gd name="connsiteX5" fmla="*/ 69663 w 1040983"/>
                        <a:gd name="connsiteY5" fmla="*/ 871971 h 1036239"/>
                        <a:gd name="connsiteX6" fmla="*/ 122449 w 1040983"/>
                        <a:gd name="connsiteY6" fmla="*/ 395289 h 1036239"/>
                        <a:gd name="connsiteX7" fmla="*/ 407671 w 1040983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75624 w 1040106"/>
                        <a:gd name="connsiteY2" fmla="*/ 300328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0106"/>
                        <a:gd name="connsiteY0" fmla="*/ 237961 h 1036239"/>
                        <a:gd name="connsiteX1" fmla="*/ 551904 w 1040106"/>
                        <a:gd name="connsiteY1" fmla="*/ 0 h 1036239"/>
                        <a:gd name="connsiteX2" fmla="*/ 694904 w 1040106"/>
                        <a:gd name="connsiteY2" fmla="*/ 308591 h 1036239"/>
                        <a:gd name="connsiteX3" fmla="*/ 1034653 w 1040106"/>
                        <a:gd name="connsiteY3" fmla="*/ 538491 h 1036239"/>
                        <a:gd name="connsiteX4" fmla="*/ 610959 w 1040106"/>
                        <a:gd name="connsiteY4" fmla="*/ 914602 h 1036239"/>
                        <a:gd name="connsiteX5" fmla="*/ 69663 w 1040106"/>
                        <a:gd name="connsiteY5" fmla="*/ 871971 h 1036239"/>
                        <a:gd name="connsiteX6" fmla="*/ 122449 w 1040106"/>
                        <a:gd name="connsiteY6" fmla="*/ 395289 h 1036239"/>
                        <a:gd name="connsiteX7" fmla="*/ 407671 w 1040106"/>
                        <a:gd name="connsiteY7" fmla="*/ 709810 h 1036239"/>
                        <a:gd name="connsiteX0" fmla="*/ 408043 w 1042163"/>
                        <a:gd name="connsiteY0" fmla="*/ 237961 h 1036239"/>
                        <a:gd name="connsiteX1" fmla="*/ 551904 w 1042163"/>
                        <a:gd name="connsiteY1" fmla="*/ 0 h 1036239"/>
                        <a:gd name="connsiteX2" fmla="*/ 694904 w 1042163"/>
                        <a:gd name="connsiteY2" fmla="*/ 308591 h 1036239"/>
                        <a:gd name="connsiteX3" fmla="*/ 1034653 w 1042163"/>
                        <a:gd name="connsiteY3" fmla="*/ 538491 h 1036239"/>
                        <a:gd name="connsiteX4" fmla="*/ 610959 w 1042163"/>
                        <a:gd name="connsiteY4" fmla="*/ 914602 h 1036239"/>
                        <a:gd name="connsiteX5" fmla="*/ 69663 w 1042163"/>
                        <a:gd name="connsiteY5" fmla="*/ 871971 h 1036239"/>
                        <a:gd name="connsiteX6" fmla="*/ 122449 w 1042163"/>
                        <a:gd name="connsiteY6" fmla="*/ 395289 h 1036239"/>
                        <a:gd name="connsiteX7" fmla="*/ 407671 w 1042163"/>
                        <a:gd name="connsiteY7" fmla="*/ 709810 h 10362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042163" h="1036239">
                          <a:moveTo>
                            <a:pt x="408043" y="237961"/>
                          </a:moveTo>
                          <a:cubicBezTo>
                            <a:pt x="343992" y="128344"/>
                            <a:pt x="425913" y="2202"/>
                            <a:pt x="551904" y="0"/>
                          </a:cubicBezTo>
                          <a:cubicBezTo>
                            <a:pt x="692297" y="9220"/>
                            <a:pt x="799637" y="145134"/>
                            <a:pt x="694904" y="308591"/>
                          </a:cubicBezTo>
                          <a:cubicBezTo>
                            <a:pt x="913733" y="254856"/>
                            <a:pt x="1005866" y="388412"/>
                            <a:pt x="1034653" y="538491"/>
                          </a:cubicBezTo>
                          <a:cubicBezTo>
                            <a:pt x="1080710" y="748323"/>
                            <a:pt x="911934" y="1029765"/>
                            <a:pt x="610959" y="914602"/>
                          </a:cubicBezTo>
                          <a:cubicBezTo>
                            <a:pt x="529678" y="1130828"/>
                            <a:pt x="156451" y="1022057"/>
                            <a:pt x="69663" y="871971"/>
                          </a:cubicBezTo>
                          <a:cubicBezTo>
                            <a:pt x="-4549" y="766325"/>
                            <a:pt x="-59482" y="489919"/>
                            <a:pt x="122449" y="395289"/>
                          </a:cubicBezTo>
                          <a:cubicBezTo>
                            <a:pt x="315758" y="274283"/>
                            <a:pt x="605462" y="514080"/>
                            <a:pt x="407671" y="709810"/>
                          </a:cubicBezTo>
                        </a:path>
                      </a:pathLst>
                    </a:custGeom>
                    <a:noFill/>
                    <a:ln w="317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1"/>
                    </a:p>
                  </p:txBody>
                </p:sp>
                <p:sp>
                  <p:nvSpPr>
                    <p:cNvPr id="18" name="자유형: 도형 100">
                      <a:extLst>
                        <a:ext uri="{FF2B5EF4-FFF2-40B4-BE49-F238E27FC236}">
                          <a16:creationId xmlns:a16="http://schemas.microsoft.com/office/drawing/2014/main" id="{F4336693-772A-4ABD-B3EB-1F8B12925E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50565" y="3902140"/>
                      <a:ext cx="223711" cy="335071"/>
                    </a:xfrm>
                    <a:custGeom>
                      <a:avLst/>
                      <a:gdLst>
                        <a:gd name="connsiteX0" fmla="*/ 0 w 210368"/>
                        <a:gd name="connsiteY0" fmla="*/ 692812 h 692812"/>
                        <a:gd name="connsiteX1" fmla="*/ 145855 w 210368"/>
                        <a:gd name="connsiteY1" fmla="*/ 0 h 692812"/>
                        <a:gd name="connsiteX2" fmla="*/ 210368 w 210368"/>
                        <a:gd name="connsiteY2" fmla="*/ 350614 h 692812"/>
                        <a:gd name="connsiteX0" fmla="*/ 0 w 204758"/>
                        <a:gd name="connsiteY0" fmla="*/ 692812 h 692812"/>
                        <a:gd name="connsiteX1" fmla="*/ 145855 w 204758"/>
                        <a:gd name="connsiteY1" fmla="*/ 0 h 692812"/>
                        <a:gd name="connsiteX2" fmla="*/ 204758 w 204758"/>
                        <a:gd name="connsiteY2" fmla="*/ 350614 h 692812"/>
                        <a:gd name="connsiteX0" fmla="*/ 0 w 259110"/>
                        <a:gd name="connsiteY0" fmla="*/ 692812 h 692812"/>
                        <a:gd name="connsiteX1" fmla="*/ 145855 w 259110"/>
                        <a:gd name="connsiteY1" fmla="*/ 0 h 692812"/>
                        <a:gd name="connsiteX2" fmla="*/ 204758 w 259110"/>
                        <a:gd name="connsiteY2" fmla="*/ 350614 h 692812"/>
                        <a:gd name="connsiteX0" fmla="*/ 0 w 259110"/>
                        <a:gd name="connsiteY0" fmla="*/ 670372 h 670372"/>
                        <a:gd name="connsiteX1" fmla="*/ 145855 w 259110"/>
                        <a:gd name="connsiteY1" fmla="*/ 0 h 670372"/>
                        <a:gd name="connsiteX2" fmla="*/ 204758 w 259110"/>
                        <a:gd name="connsiteY2" fmla="*/ 328174 h 670372"/>
                        <a:gd name="connsiteX0" fmla="*/ 0 w 276458"/>
                        <a:gd name="connsiteY0" fmla="*/ 670372 h 670372"/>
                        <a:gd name="connsiteX1" fmla="*/ 145855 w 276458"/>
                        <a:gd name="connsiteY1" fmla="*/ 0 h 670372"/>
                        <a:gd name="connsiteX2" fmla="*/ 204758 w 276458"/>
                        <a:gd name="connsiteY2" fmla="*/ 328174 h 670372"/>
                        <a:gd name="connsiteX0" fmla="*/ 0 w 276458"/>
                        <a:gd name="connsiteY0" fmla="*/ 670381 h 670381"/>
                        <a:gd name="connsiteX1" fmla="*/ 145855 w 276458"/>
                        <a:gd name="connsiteY1" fmla="*/ 9 h 670381"/>
                        <a:gd name="connsiteX2" fmla="*/ 204758 w 276458"/>
                        <a:gd name="connsiteY2" fmla="*/ 328183 h 670381"/>
                        <a:gd name="connsiteX0" fmla="*/ 17567 w 294025"/>
                        <a:gd name="connsiteY0" fmla="*/ 670381 h 670381"/>
                        <a:gd name="connsiteX1" fmla="*/ 163422 w 294025"/>
                        <a:gd name="connsiteY1" fmla="*/ 9 h 670381"/>
                        <a:gd name="connsiteX2" fmla="*/ 222325 w 294025"/>
                        <a:gd name="connsiteY2" fmla="*/ 328183 h 670381"/>
                        <a:gd name="connsiteX0" fmla="*/ 17567 w 327330"/>
                        <a:gd name="connsiteY0" fmla="*/ 671068 h 671068"/>
                        <a:gd name="connsiteX1" fmla="*/ 163422 w 327330"/>
                        <a:gd name="connsiteY1" fmla="*/ 696 h 671068"/>
                        <a:gd name="connsiteX2" fmla="*/ 222325 w 327330"/>
                        <a:gd name="connsiteY2" fmla="*/ 328870 h 671068"/>
                        <a:gd name="connsiteX0" fmla="*/ 17567 w 321664"/>
                        <a:gd name="connsiteY0" fmla="*/ 671068 h 671068"/>
                        <a:gd name="connsiteX1" fmla="*/ 163422 w 321664"/>
                        <a:gd name="connsiteY1" fmla="*/ 696 h 671068"/>
                        <a:gd name="connsiteX2" fmla="*/ 222325 w 321664"/>
                        <a:gd name="connsiteY2" fmla="*/ 328870 h 671068"/>
                        <a:gd name="connsiteX0" fmla="*/ 18431 w 322528"/>
                        <a:gd name="connsiteY0" fmla="*/ 671068 h 671068"/>
                        <a:gd name="connsiteX1" fmla="*/ 164286 w 322528"/>
                        <a:gd name="connsiteY1" fmla="*/ 696 h 671068"/>
                        <a:gd name="connsiteX2" fmla="*/ 223189 w 322528"/>
                        <a:gd name="connsiteY2" fmla="*/ 328870 h 671068"/>
                        <a:gd name="connsiteX0" fmla="*/ 18431 w 311947"/>
                        <a:gd name="connsiteY0" fmla="*/ 671151 h 671151"/>
                        <a:gd name="connsiteX1" fmla="*/ 164286 w 311947"/>
                        <a:gd name="connsiteY1" fmla="*/ 779 h 671151"/>
                        <a:gd name="connsiteX2" fmla="*/ 203910 w 311947"/>
                        <a:gd name="connsiteY2" fmla="*/ 312427 h 671151"/>
                        <a:gd name="connsiteX0" fmla="*/ 18431 w 319515"/>
                        <a:gd name="connsiteY0" fmla="*/ 670768 h 670768"/>
                        <a:gd name="connsiteX1" fmla="*/ 164286 w 319515"/>
                        <a:gd name="connsiteY1" fmla="*/ 396 h 670768"/>
                        <a:gd name="connsiteX2" fmla="*/ 203910 w 319515"/>
                        <a:gd name="connsiteY2" fmla="*/ 312044 h 670768"/>
                        <a:gd name="connsiteX0" fmla="*/ 16717 w 317801"/>
                        <a:gd name="connsiteY0" fmla="*/ 670768 h 670768"/>
                        <a:gd name="connsiteX1" fmla="*/ 162572 w 317801"/>
                        <a:gd name="connsiteY1" fmla="*/ 396 h 670768"/>
                        <a:gd name="connsiteX2" fmla="*/ 202196 w 317801"/>
                        <a:gd name="connsiteY2" fmla="*/ 312044 h 670768"/>
                        <a:gd name="connsiteX0" fmla="*/ 16717 w 320719"/>
                        <a:gd name="connsiteY0" fmla="*/ 670412 h 670412"/>
                        <a:gd name="connsiteX1" fmla="*/ 162572 w 320719"/>
                        <a:gd name="connsiteY1" fmla="*/ 40 h 670412"/>
                        <a:gd name="connsiteX2" fmla="*/ 202196 w 320719"/>
                        <a:gd name="connsiteY2" fmla="*/ 311688 h 670412"/>
                        <a:gd name="connsiteX0" fmla="*/ 16717 w 314294"/>
                        <a:gd name="connsiteY0" fmla="*/ 670412 h 670412"/>
                        <a:gd name="connsiteX1" fmla="*/ 162572 w 314294"/>
                        <a:gd name="connsiteY1" fmla="*/ 40 h 670412"/>
                        <a:gd name="connsiteX2" fmla="*/ 202196 w 314294"/>
                        <a:gd name="connsiteY2" fmla="*/ 311688 h 670412"/>
                        <a:gd name="connsiteX0" fmla="*/ 20002 w 313692"/>
                        <a:gd name="connsiteY0" fmla="*/ 684181 h 684181"/>
                        <a:gd name="connsiteX1" fmla="*/ 157594 w 313692"/>
                        <a:gd name="connsiteY1" fmla="*/ 38 h 684181"/>
                        <a:gd name="connsiteX2" fmla="*/ 205481 w 313692"/>
                        <a:gd name="connsiteY2" fmla="*/ 325457 h 684181"/>
                        <a:gd name="connsiteX0" fmla="*/ 20002 w 335146"/>
                        <a:gd name="connsiteY0" fmla="*/ 684143 h 684143"/>
                        <a:gd name="connsiteX1" fmla="*/ 157594 w 335146"/>
                        <a:gd name="connsiteY1" fmla="*/ 0 h 684143"/>
                        <a:gd name="connsiteX2" fmla="*/ 205481 w 335146"/>
                        <a:gd name="connsiteY2" fmla="*/ 325419 h 684143"/>
                        <a:gd name="connsiteX0" fmla="*/ 20002 w 322593"/>
                        <a:gd name="connsiteY0" fmla="*/ 684143 h 684143"/>
                        <a:gd name="connsiteX1" fmla="*/ 157594 w 322593"/>
                        <a:gd name="connsiteY1" fmla="*/ 0 h 684143"/>
                        <a:gd name="connsiteX2" fmla="*/ 177939 w 322593"/>
                        <a:gd name="connsiteY2" fmla="*/ 275843 h 684143"/>
                        <a:gd name="connsiteX0" fmla="*/ 20002 w 322593"/>
                        <a:gd name="connsiteY0" fmla="*/ 684143 h 684143"/>
                        <a:gd name="connsiteX1" fmla="*/ 157594 w 322593"/>
                        <a:gd name="connsiteY1" fmla="*/ 0 h 684143"/>
                        <a:gd name="connsiteX2" fmla="*/ 177939 w 322593"/>
                        <a:gd name="connsiteY2" fmla="*/ 275843 h 684143"/>
                        <a:gd name="connsiteX0" fmla="*/ 20002 w 305016"/>
                        <a:gd name="connsiteY0" fmla="*/ 684145 h 684145"/>
                        <a:gd name="connsiteX1" fmla="*/ 157594 w 305016"/>
                        <a:gd name="connsiteY1" fmla="*/ 2 h 684145"/>
                        <a:gd name="connsiteX2" fmla="*/ 177939 w 305016"/>
                        <a:gd name="connsiteY2" fmla="*/ 275845 h 684145"/>
                        <a:gd name="connsiteX0" fmla="*/ 20002 w 305016"/>
                        <a:gd name="connsiteY0" fmla="*/ 684145 h 684145"/>
                        <a:gd name="connsiteX1" fmla="*/ 157594 w 305016"/>
                        <a:gd name="connsiteY1" fmla="*/ 2 h 684145"/>
                        <a:gd name="connsiteX2" fmla="*/ 177939 w 305016"/>
                        <a:gd name="connsiteY2" fmla="*/ 275845 h 684145"/>
                        <a:gd name="connsiteX0" fmla="*/ 11876 w 318923"/>
                        <a:gd name="connsiteY0" fmla="*/ 463808 h 463808"/>
                        <a:gd name="connsiteX1" fmla="*/ 171501 w 318923"/>
                        <a:gd name="connsiteY1" fmla="*/ 2 h 463808"/>
                        <a:gd name="connsiteX2" fmla="*/ 191846 w 318923"/>
                        <a:gd name="connsiteY2" fmla="*/ 275845 h 463808"/>
                        <a:gd name="connsiteX0" fmla="*/ 11876 w 318923"/>
                        <a:gd name="connsiteY0" fmla="*/ 444528 h 444528"/>
                        <a:gd name="connsiteX1" fmla="*/ 171501 w 318923"/>
                        <a:gd name="connsiteY1" fmla="*/ 2 h 444528"/>
                        <a:gd name="connsiteX2" fmla="*/ 191846 w 318923"/>
                        <a:gd name="connsiteY2" fmla="*/ 275845 h 444528"/>
                        <a:gd name="connsiteX0" fmla="*/ 1452 w 308499"/>
                        <a:gd name="connsiteY0" fmla="*/ 444528 h 444528"/>
                        <a:gd name="connsiteX1" fmla="*/ 161077 w 308499"/>
                        <a:gd name="connsiteY1" fmla="*/ 2 h 444528"/>
                        <a:gd name="connsiteX2" fmla="*/ 181422 w 308499"/>
                        <a:gd name="connsiteY2" fmla="*/ 275845 h 444528"/>
                        <a:gd name="connsiteX0" fmla="*/ 1452 w 296864"/>
                        <a:gd name="connsiteY0" fmla="*/ 444638 h 444638"/>
                        <a:gd name="connsiteX1" fmla="*/ 161077 w 296864"/>
                        <a:gd name="connsiteY1" fmla="*/ 112 h 444638"/>
                        <a:gd name="connsiteX2" fmla="*/ 181422 w 296864"/>
                        <a:gd name="connsiteY2" fmla="*/ 275955 h 4446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296864" h="444638">
                          <a:moveTo>
                            <a:pt x="1452" y="444638"/>
                          </a:moveTo>
                          <a:cubicBezTo>
                            <a:pt x="-2260" y="204656"/>
                            <a:pt x="-11482" y="8739"/>
                            <a:pt x="161077" y="112"/>
                          </a:cubicBezTo>
                          <a:cubicBezTo>
                            <a:pt x="350238" y="-6281"/>
                            <a:pt x="327228" y="262274"/>
                            <a:pt x="181422" y="275955"/>
                          </a:cubicBezTo>
                        </a:path>
                      </a:pathLst>
                    </a:custGeom>
                    <a:noFill/>
                    <a:ln w="317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2701"/>
                    </a:p>
                  </p:txBody>
                </p:sp>
                <p:cxnSp>
                  <p:nvCxnSpPr>
                    <p:cNvPr id="19" name="직선 연결선 101">
                      <a:extLst>
                        <a:ext uri="{FF2B5EF4-FFF2-40B4-BE49-F238E27FC236}">
                          <a16:creationId xmlns:a16="http://schemas.microsoft.com/office/drawing/2014/main" id="{693327ED-1980-425F-861A-951F3100F9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152008" y="3476077"/>
                      <a:ext cx="1188" cy="974737"/>
                    </a:xfrm>
                    <a:prstGeom prst="line">
                      <a:avLst/>
                    </a:prstGeom>
                    <a:ln w="3175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grpSp>
        <p:nvGrpSpPr>
          <p:cNvPr id="41" name="Group 40"/>
          <p:cNvGrpSpPr/>
          <p:nvPr/>
        </p:nvGrpSpPr>
        <p:grpSpPr>
          <a:xfrm>
            <a:off x="290286" y="261256"/>
            <a:ext cx="8229450" cy="5715813"/>
            <a:chOff x="290286" y="261257"/>
            <a:chExt cx="7828021" cy="4773089"/>
          </a:xfrm>
        </p:grpSpPr>
        <p:sp>
          <p:nvSpPr>
            <p:cNvPr id="39" name="Rounded Rectangle 38"/>
            <p:cNvSpPr/>
            <p:nvPr/>
          </p:nvSpPr>
          <p:spPr>
            <a:xfrm>
              <a:off x="290286" y="261257"/>
              <a:ext cx="7828021" cy="4773089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653882" y="502604"/>
              <a:ext cx="7136686" cy="435155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3600" spc="600" dirty="0" smtClean="0">
                  <a:solidFill>
                    <a:srgbClr val="FF0000"/>
                  </a:solidFill>
                  <a:latin typeface="Impact" panose="020B0806030902050204" pitchFamily="34" charset="0"/>
                </a:rPr>
                <a:t>Game Overview</a:t>
              </a:r>
              <a:endParaRPr lang="en-US" sz="7200" b="1" dirty="0" smtClean="0">
                <a:solidFill>
                  <a:srgbClr val="FF0000"/>
                </a:solidFill>
              </a:endParaRPr>
            </a:p>
            <a:p>
              <a:pPr algn="ctr"/>
              <a:r>
                <a:rPr lang="en-US" sz="2800" b="1" dirty="0" smtClean="0">
                  <a:solidFill>
                    <a:srgbClr val="002060"/>
                  </a:solidFill>
                </a:rPr>
                <a:t>Objective: Subjects based MCQ quiz program that give a score at the end </a:t>
              </a:r>
            </a:p>
            <a:p>
              <a:pPr algn="ctr"/>
              <a:r>
                <a:rPr lang="en-US" sz="3200" spc="600" dirty="0" smtClean="0">
                  <a:solidFill>
                    <a:srgbClr val="FF0000"/>
                  </a:solidFill>
                  <a:latin typeface="Impact" panose="020B0806030902050204" pitchFamily="34" charset="0"/>
                </a:rPr>
                <a:t>Key Features:</a:t>
              </a:r>
            </a:p>
            <a:p>
              <a:pPr algn="ctr"/>
              <a:endParaRPr lang="en-US" sz="2800" b="1" u="sng" dirty="0" smtClean="0">
                <a:solidFill>
                  <a:srgbClr val="002060"/>
                </a:solidFill>
              </a:endParaRPr>
            </a:p>
            <a:p>
              <a:r>
                <a:rPr lang="en-US" sz="2800" b="1" dirty="0" smtClean="0">
                  <a:solidFill>
                    <a:srgbClr val="002060"/>
                  </a:solidFill>
                </a:rPr>
                <a:t>Subject selection ( cpp,ict,English).</a:t>
              </a:r>
            </a:p>
            <a:p>
              <a:r>
                <a:rPr lang="en-US" sz="2800" b="1" dirty="0" smtClean="0">
                  <a:solidFill>
                    <a:srgbClr val="002060"/>
                  </a:solidFill>
                </a:rPr>
                <a:t>10 MCQs per Subject.</a:t>
              </a:r>
            </a:p>
            <a:p>
              <a:r>
                <a:rPr lang="en-US" sz="2800" b="1" dirty="0" smtClean="0">
                  <a:solidFill>
                    <a:srgbClr val="002060"/>
                  </a:solidFill>
                </a:rPr>
                <a:t>Score based on correct answer.</a:t>
              </a:r>
            </a:p>
            <a:p>
              <a:r>
                <a:rPr lang="en-US" sz="2800" b="1" dirty="0" smtClean="0">
                  <a:solidFill>
                    <a:srgbClr val="002060"/>
                  </a:solidFill>
                </a:rPr>
                <a:t>No negative marking.</a:t>
              </a:r>
            </a:p>
            <a:p>
              <a:r>
                <a:rPr lang="en-US" sz="2800" b="1" dirty="0" smtClean="0">
                  <a:solidFill>
                    <a:srgbClr val="002060"/>
                  </a:solidFill>
                </a:rPr>
                <a:t>Simple Menu and result display.</a:t>
              </a:r>
            </a:p>
            <a:p>
              <a:pPr algn="ctr"/>
              <a:endParaRPr lang="en-US" sz="2800" b="1" u="sng" dirty="0">
                <a:solidFill>
                  <a:srgbClr val="002060"/>
                </a:solidFill>
              </a:endParaRPr>
            </a:p>
          </p:txBody>
        </p:sp>
      </p:grpSp>
      <p:cxnSp>
        <p:nvCxnSpPr>
          <p:cNvPr id="43" name="Straight Connector 42"/>
          <p:cNvCxnSpPr/>
          <p:nvPr/>
        </p:nvCxnSpPr>
        <p:spPr>
          <a:xfrm flipV="1">
            <a:off x="2313709" y="1326558"/>
            <a:ext cx="4405273" cy="1"/>
          </a:xfrm>
          <a:prstGeom prst="line">
            <a:avLst/>
          </a:prstGeom>
          <a:ln w="571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2466975" y="2809586"/>
            <a:ext cx="3899378" cy="2887"/>
          </a:xfrm>
          <a:prstGeom prst="line">
            <a:avLst/>
          </a:prstGeom>
          <a:ln w="571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 txBox="1">
            <a:spLocks/>
          </p:cNvSpPr>
          <p:nvPr/>
        </p:nvSpPr>
        <p:spPr>
          <a:xfrm>
            <a:off x="323529" y="173135"/>
            <a:ext cx="11573197" cy="8942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spc="600" dirty="0">
                <a:solidFill>
                  <a:srgbClr val="C00000"/>
                </a:solidFill>
                <a:latin typeface="Arial Black" panose="020B0A04020102020204" pitchFamily="34" charset="0"/>
              </a:rPr>
              <a:t>Game Objects:</a:t>
            </a:r>
            <a:endParaRPr lang="en-US" spc="600" dirty="0"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4" name="Graphic 20">
            <a:extLst>
              <a:ext uri="{FF2B5EF4-FFF2-40B4-BE49-F238E27FC236}">
                <a16:creationId xmlns:a16="http://schemas.microsoft.com/office/drawing/2014/main" id="{7FA8E6E6-B440-48D3-9FC4-2B6DF3555A2E}"/>
              </a:ext>
            </a:extLst>
          </p:cNvPr>
          <p:cNvGrpSpPr/>
          <p:nvPr/>
        </p:nvGrpSpPr>
        <p:grpSpPr>
          <a:xfrm>
            <a:off x="6289831" y="1806769"/>
            <a:ext cx="1300608" cy="1569895"/>
            <a:chOff x="5014912" y="2124075"/>
            <a:chExt cx="2162175" cy="2609850"/>
          </a:xfrm>
        </p:grpSpPr>
        <p:sp>
          <p:nvSpPr>
            <p:cNvPr id="5" name="Freeform: Shape 3">
              <a:extLst>
                <a:ext uri="{FF2B5EF4-FFF2-40B4-BE49-F238E27FC236}">
                  <a16:creationId xmlns:a16="http://schemas.microsoft.com/office/drawing/2014/main" id="{94C70D7B-60FB-48A8-8B5D-E44D3BEEEF32}"/>
                </a:ext>
              </a:extLst>
            </p:cNvPr>
            <p:cNvSpPr/>
            <p:nvPr/>
          </p:nvSpPr>
          <p:spPr>
            <a:xfrm>
              <a:off x="5000625" y="21097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4">
              <a:extLst>
                <a:ext uri="{FF2B5EF4-FFF2-40B4-BE49-F238E27FC236}">
                  <a16:creationId xmlns:a16="http://schemas.microsoft.com/office/drawing/2014/main" id="{BC7349E4-AED8-48B2-B84F-92AFB57C88E7}"/>
                </a:ext>
              </a:extLst>
            </p:cNvPr>
            <p:cNvSpPr/>
            <p:nvPr/>
          </p:nvSpPr>
          <p:spPr>
            <a:xfrm>
              <a:off x="5762730" y="2119107"/>
              <a:ext cx="361950" cy="1019175"/>
            </a:xfrm>
            <a:custGeom>
              <a:avLst/>
              <a:gdLst>
                <a:gd name="connsiteX0" fmla="*/ 350414 w 361950"/>
                <a:gd name="connsiteY0" fmla="*/ 1013666 h 1019175"/>
                <a:gd name="connsiteX1" fmla="*/ 342794 w 361950"/>
                <a:gd name="connsiteY1" fmla="*/ 278336 h 1019175"/>
                <a:gd name="connsiteX2" fmla="*/ 328507 w 361950"/>
                <a:gd name="connsiteY2" fmla="*/ 146890 h 1019175"/>
                <a:gd name="connsiteX3" fmla="*/ 186584 w 361950"/>
                <a:gd name="connsiteY3" fmla="*/ 14493 h 1019175"/>
                <a:gd name="connsiteX4" fmla="*/ 27517 w 361950"/>
                <a:gd name="connsiteY4" fmla="*/ 144033 h 1019175"/>
                <a:gd name="connsiteX5" fmla="*/ 16087 w 361950"/>
                <a:gd name="connsiteY5" fmla="*/ 997473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1950" h="1019175">
                  <a:moveTo>
                    <a:pt x="350414" y="1013666"/>
                  </a:moveTo>
                  <a:cubicBezTo>
                    <a:pt x="351367" y="1009856"/>
                    <a:pt x="341842" y="297386"/>
                    <a:pt x="342794" y="278336"/>
                  </a:cubicBezTo>
                  <a:cubicBezTo>
                    <a:pt x="342794" y="253570"/>
                    <a:pt x="331364" y="159273"/>
                    <a:pt x="328507" y="146890"/>
                  </a:cubicBezTo>
                  <a:cubicBezTo>
                    <a:pt x="319934" y="97360"/>
                    <a:pt x="267547" y="19255"/>
                    <a:pt x="186584" y="14493"/>
                  </a:cubicBezTo>
                  <a:cubicBezTo>
                    <a:pt x="100859" y="9730"/>
                    <a:pt x="31327" y="88788"/>
                    <a:pt x="27517" y="144033"/>
                  </a:cubicBezTo>
                  <a:cubicBezTo>
                    <a:pt x="27517" y="144985"/>
                    <a:pt x="8467" y="442166"/>
                    <a:pt x="16087" y="997473"/>
                  </a:cubicBezTo>
                </a:path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5">
              <a:extLst>
                <a:ext uri="{FF2B5EF4-FFF2-40B4-BE49-F238E27FC236}">
                  <a16:creationId xmlns:a16="http://schemas.microsoft.com/office/drawing/2014/main" id="{00FD0F7A-F9C6-41C9-BF0C-CADCBB05EEB3}"/>
                </a:ext>
              </a:extLst>
            </p:cNvPr>
            <p:cNvSpPr/>
            <p:nvPr/>
          </p:nvSpPr>
          <p:spPr>
            <a:xfrm>
              <a:off x="5000625" y="21097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6">
              <a:extLst>
                <a:ext uri="{FF2B5EF4-FFF2-40B4-BE49-F238E27FC236}">
                  <a16:creationId xmlns:a16="http://schemas.microsoft.com/office/drawing/2014/main" id="{26B177D0-528A-4894-8076-FEDA33D8762A}"/>
                </a:ext>
              </a:extLst>
            </p:cNvPr>
            <p:cNvSpPr/>
            <p:nvPr/>
          </p:nvSpPr>
          <p:spPr>
            <a:xfrm>
              <a:off x="5000625" y="21097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7">
              <a:extLst>
                <a:ext uri="{FF2B5EF4-FFF2-40B4-BE49-F238E27FC236}">
                  <a16:creationId xmlns:a16="http://schemas.microsoft.com/office/drawing/2014/main" id="{717617E7-2087-4131-96E3-7D28AC1A0F5E}"/>
                </a:ext>
              </a:extLst>
            </p:cNvPr>
            <p:cNvSpPr/>
            <p:nvPr/>
          </p:nvSpPr>
          <p:spPr>
            <a:xfrm>
              <a:off x="5000625" y="21097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8">
              <a:extLst>
                <a:ext uri="{FF2B5EF4-FFF2-40B4-BE49-F238E27FC236}">
                  <a16:creationId xmlns:a16="http://schemas.microsoft.com/office/drawing/2014/main" id="{720AFFDD-4B61-4FDD-8366-ED78540CE8AE}"/>
                </a:ext>
              </a:extLst>
            </p:cNvPr>
            <p:cNvSpPr/>
            <p:nvPr/>
          </p:nvSpPr>
          <p:spPr>
            <a:xfrm>
              <a:off x="5000625" y="21097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9">
              <a:extLst>
                <a:ext uri="{FF2B5EF4-FFF2-40B4-BE49-F238E27FC236}">
                  <a16:creationId xmlns:a16="http://schemas.microsoft.com/office/drawing/2014/main" id="{92D9C016-BC47-4162-A1CB-5E71E78A68E3}"/>
                </a:ext>
              </a:extLst>
            </p:cNvPr>
            <p:cNvSpPr/>
            <p:nvPr/>
          </p:nvSpPr>
          <p:spPr>
            <a:xfrm>
              <a:off x="5000625" y="21097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0">
              <a:extLst>
                <a:ext uri="{FF2B5EF4-FFF2-40B4-BE49-F238E27FC236}">
                  <a16:creationId xmlns:a16="http://schemas.microsoft.com/office/drawing/2014/main" id="{C2AE4A2E-CB7F-4731-85AB-84B07683103D}"/>
                </a:ext>
              </a:extLst>
            </p:cNvPr>
            <p:cNvSpPr/>
            <p:nvPr/>
          </p:nvSpPr>
          <p:spPr>
            <a:xfrm>
              <a:off x="5000625" y="21097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1">
              <a:extLst>
                <a:ext uri="{FF2B5EF4-FFF2-40B4-BE49-F238E27FC236}">
                  <a16:creationId xmlns:a16="http://schemas.microsoft.com/office/drawing/2014/main" id="{8DFC76D9-8258-4C53-8A44-307A893E1294}"/>
                </a:ext>
              </a:extLst>
            </p:cNvPr>
            <p:cNvSpPr/>
            <p:nvPr/>
          </p:nvSpPr>
          <p:spPr>
            <a:xfrm>
              <a:off x="5000625" y="21097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5FB912E7-9C93-4C52-B974-38BE5471480A}"/>
                </a:ext>
              </a:extLst>
            </p:cNvPr>
            <p:cNvSpPr/>
            <p:nvPr/>
          </p:nvSpPr>
          <p:spPr>
            <a:xfrm>
              <a:off x="5010862" y="2967038"/>
              <a:ext cx="1762125" cy="1762125"/>
            </a:xfrm>
            <a:custGeom>
              <a:avLst/>
              <a:gdLst>
                <a:gd name="connsiteX0" fmla="*/ 1148955 w 1762125"/>
                <a:gd name="connsiteY0" fmla="*/ 1041083 h 1762125"/>
                <a:gd name="connsiteX1" fmla="*/ 1145145 w 1762125"/>
                <a:gd name="connsiteY1" fmla="*/ 821055 h 1762125"/>
                <a:gd name="connsiteX2" fmla="*/ 825105 w 1762125"/>
                <a:gd name="connsiteY2" fmla="*/ 582930 h 1762125"/>
                <a:gd name="connsiteX3" fmla="*/ 698423 w 1762125"/>
                <a:gd name="connsiteY3" fmla="*/ 597218 h 1762125"/>
                <a:gd name="connsiteX4" fmla="*/ 667942 w 1762125"/>
                <a:gd name="connsiteY4" fmla="*/ 591503 h 1762125"/>
                <a:gd name="connsiteX5" fmla="*/ 476490 w 1762125"/>
                <a:gd name="connsiteY5" fmla="*/ 417195 h 1762125"/>
                <a:gd name="connsiteX6" fmla="*/ 406005 w 1762125"/>
                <a:gd name="connsiteY6" fmla="*/ 356235 h 1762125"/>
                <a:gd name="connsiteX7" fmla="*/ 61200 w 1762125"/>
                <a:gd name="connsiteY7" fmla="*/ 377190 h 1762125"/>
                <a:gd name="connsiteX8" fmla="*/ 93585 w 1762125"/>
                <a:gd name="connsiteY8" fmla="*/ 561975 h 1762125"/>
                <a:gd name="connsiteX9" fmla="*/ 557453 w 1762125"/>
                <a:gd name="connsiteY9" fmla="*/ 1050608 h 1762125"/>
                <a:gd name="connsiteX10" fmla="*/ 643178 w 1762125"/>
                <a:gd name="connsiteY10" fmla="*/ 1133475 h 1762125"/>
                <a:gd name="connsiteX11" fmla="*/ 664133 w 1762125"/>
                <a:gd name="connsiteY11" fmla="*/ 1181100 h 1762125"/>
                <a:gd name="connsiteX12" fmla="*/ 672705 w 1762125"/>
                <a:gd name="connsiteY12" fmla="*/ 1703070 h 1762125"/>
                <a:gd name="connsiteX13" fmla="*/ 726998 w 1762125"/>
                <a:gd name="connsiteY13" fmla="*/ 1753553 h 1762125"/>
                <a:gd name="connsiteX14" fmla="*/ 1479472 w 1762125"/>
                <a:gd name="connsiteY14" fmla="*/ 1755457 h 1762125"/>
                <a:gd name="connsiteX15" fmla="*/ 1526145 w 1762125"/>
                <a:gd name="connsiteY15" fmla="*/ 1708785 h 1762125"/>
                <a:gd name="connsiteX16" fmla="*/ 1517572 w 1762125"/>
                <a:gd name="connsiteY16" fmla="*/ 1161098 h 1762125"/>
                <a:gd name="connsiteX17" fmla="*/ 1548053 w 1762125"/>
                <a:gd name="connsiteY17" fmla="*/ 1106805 h 1762125"/>
                <a:gd name="connsiteX18" fmla="*/ 1724265 w 1762125"/>
                <a:gd name="connsiteY18" fmla="*/ 876300 h 1762125"/>
                <a:gd name="connsiteX19" fmla="*/ 1739505 w 1762125"/>
                <a:gd name="connsiteY19" fmla="*/ 793433 h 1762125"/>
                <a:gd name="connsiteX20" fmla="*/ 1752840 w 1762125"/>
                <a:gd name="connsiteY20" fmla="*/ 14288 h 1762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62125" h="1762125">
                  <a:moveTo>
                    <a:pt x="1148955" y="1041083"/>
                  </a:moveTo>
                  <a:cubicBezTo>
                    <a:pt x="1170863" y="963930"/>
                    <a:pt x="1177530" y="899160"/>
                    <a:pt x="1145145" y="821055"/>
                  </a:cubicBezTo>
                  <a:cubicBezTo>
                    <a:pt x="1086090" y="680085"/>
                    <a:pt x="975600" y="605790"/>
                    <a:pt x="825105" y="582930"/>
                  </a:cubicBezTo>
                  <a:cubicBezTo>
                    <a:pt x="784148" y="584835"/>
                    <a:pt x="736523" y="585788"/>
                    <a:pt x="698423" y="597218"/>
                  </a:cubicBezTo>
                  <a:cubicBezTo>
                    <a:pt x="685088" y="601028"/>
                    <a:pt x="674610" y="597218"/>
                    <a:pt x="667942" y="591503"/>
                  </a:cubicBezTo>
                  <a:cubicBezTo>
                    <a:pt x="615555" y="546735"/>
                    <a:pt x="511732" y="449580"/>
                    <a:pt x="476490" y="417195"/>
                  </a:cubicBezTo>
                  <a:cubicBezTo>
                    <a:pt x="440295" y="384810"/>
                    <a:pt x="419340" y="362903"/>
                    <a:pt x="406005" y="356235"/>
                  </a:cubicBezTo>
                  <a:cubicBezTo>
                    <a:pt x="293610" y="297180"/>
                    <a:pt x="145972" y="276225"/>
                    <a:pt x="61200" y="377190"/>
                  </a:cubicBezTo>
                  <a:cubicBezTo>
                    <a:pt x="20242" y="426720"/>
                    <a:pt x="-33098" y="435292"/>
                    <a:pt x="93585" y="561975"/>
                  </a:cubicBezTo>
                  <a:cubicBezTo>
                    <a:pt x="117397" y="585788"/>
                    <a:pt x="487920" y="938213"/>
                    <a:pt x="557453" y="1050608"/>
                  </a:cubicBezTo>
                  <a:cubicBezTo>
                    <a:pt x="568883" y="1069658"/>
                    <a:pt x="623175" y="1121093"/>
                    <a:pt x="643178" y="1133475"/>
                  </a:cubicBezTo>
                  <a:cubicBezTo>
                    <a:pt x="653655" y="1140143"/>
                    <a:pt x="664133" y="1161098"/>
                    <a:pt x="664133" y="1181100"/>
                  </a:cubicBezTo>
                  <a:cubicBezTo>
                    <a:pt x="659370" y="1352550"/>
                    <a:pt x="665085" y="1530668"/>
                    <a:pt x="672705" y="1703070"/>
                  </a:cubicBezTo>
                  <a:cubicBezTo>
                    <a:pt x="674610" y="1744028"/>
                    <a:pt x="683183" y="1753553"/>
                    <a:pt x="726998" y="1753553"/>
                  </a:cubicBezTo>
                  <a:cubicBezTo>
                    <a:pt x="974648" y="1751648"/>
                    <a:pt x="1231822" y="1757363"/>
                    <a:pt x="1479472" y="1755457"/>
                  </a:cubicBezTo>
                  <a:cubicBezTo>
                    <a:pt x="1521383" y="1755457"/>
                    <a:pt x="1526145" y="1749743"/>
                    <a:pt x="1526145" y="1708785"/>
                  </a:cubicBezTo>
                  <a:cubicBezTo>
                    <a:pt x="1524240" y="1528763"/>
                    <a:pt x="1515668" y="1342073"/>
                    <a:pt x="1517572" y="1161098"/>
                  </a:cubicBezTo>
                  <a:cubicBezTo>
                    <a:pt x="1517572" y="1135380"/>
                    <a:pt x="1526145" y="1121093"/>
                    <a:pt x="1548053" y="1106805"/>
                  </a:cubicBezTo>
                  <a:cubicBezTo>
                    <a:pt x="1635683" y="1047750"/>
                    <a:pt x="1691880" y="977265"/>
                    <a:pt x="1724265" y="876300"/>
                  </a:cubicBezTo>
                  <a:cubicBezTo>
                    <a:pt x="1732838" y="848678"/>
                    <a:pt x="1738553" y="822008"/>
                    <a:pt x="1739505" y="793433"/>
                  </a:cubicBezTo>
                  <a:cubicBezTo>
                    <a:pt x="1748078" y="541972"/>
                    <a:pt x="1753793" y="287655"/>
                    <a:pt x="1752840" y="14288"/>
                  </a:cubicBezTo>
                </a:path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DD895676-D33F-4798-A0A3-B94ECBBAB3E1}"/>
                </a:ext>
              </a:extLst>
            </p:cNvPr>
            <p:cNvSpPr/>
            <p:nvPr/>
          </p:nvSpPr>
          <p:spPr>
            <a:xfrm>
              <a:off x="5000625" y="21097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4">
              <a:extLst>
                <a:ext uri="{FF2B5EF4-FFF2-40B4-BE49-F238E27FC236}">
                  <a16:creationId xmlns:a16="http://schemas.microsoft.com/office/drawing/2014/main" id="{A810249F-05F8-4F25-94B1-9E2F4C8CA8E3}"/>
                </a:ext>
              </a:extLst>
            </p:cNvPr>
            <p:cNvSpPr/>
            <p:nvPr/>
          </p:nvSpPr>
          <p:spPr>
            <a:xfrm>
              <a:off x="5257635" y="2328102"/>
              <a:ext cx="533400" cy="1019175"/>
            </a:xfrm>
            <a:custGeom>
              <a:avLst/>
              <a:gdLst>
                <a:gd name="connsiteX0" fmla="*/ 519277 w 533400"/>
                <a:gd name="connsiteY0" fmla="*/ 797050 h 1019175"/>
                <a:gd name="connsiteX1" fmla="*/ 326872 w 533400"/>
                <a:gd name="connsiteY1" fmla="*/ 111250 h 1019175"/>
                <a:gd name="connsiteX2" fmla="*/ 249719 w 533400"/>
                <a:gd name="connsiteY2" fmla="*/ 40765 h 1019175"/>
                <a:gd name="connsiteX3" fmla="*/ 83984 w 533400"/>
                <a:gd name="connsiteY3" fmla="*/ 37908 h 1019175"/>
                <a:gd name="connsiteX4" fmla="*/ 18262 w 533400"/>
                <a:gd name="connsiteY4" fmla="*/ 199833 h 1019175"/>
                <a:gd name="connsiteX5" fmla="*/ 200189 w 533400"/>
                <a:gd name="connsiteY5" fmla="*/ 1010410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3400" h="1019175">
                  <a:moveTo>
                    <a:pt x="519277" y="797050"/>
                  </a:moveTo>
                  <a:lnTo>
                    <a:pt x="326872" y="111250"/>
                  </a:lnTo>
                  <a:cubicBezTo>
                    <a:pt x="313537" y="86485"/>
                    <a:pt x="264007" y="50290"/>
                    <a:pt x="249719" y="40765"/>
                  </a:cubicBezTo>
                  <a:cubicBezTo>
                    <a:pt x="199237" y="7428"/>
                    <a:pt x="130657" y="4570"/>
                    <a:pt x="83984" y="37908"/>
                  </a:cubicBezTo>
                  <a:cubicBezTo>
                    <a:pt x="28739" y="76960"/>
                    <a:pt x="3974" y="136015"/>
                    <a:pt x="18262" y="199833"/>
                  </a:cubicBezTo>
                  <a:cubicBezTo>
                    <a:pt x="81127" y="495108"/>
                    <a:pt x="194474" y="990408"/>
                    <a:pt x="200189" y="1010410"/>
                  </a:cubicBezTo>
                </a:path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80E6D75F-8B34-4BEA-B9AD-43977CAE2034}"/>
                </a:ext>
              </a:extLst>
            </p:cNvPr>
            <p:cNvSpPr/>
            <p:nvPr/>
          </p:nvSpPr>
          <p:spPr>
            <a:xfrm>
              <a:off x="6097904" y="2704148"/>
              <a:ext cx="342900" cy="619125"/>
            </a:xfrm>
            <a:custGeom>
              <a:avLst/>
              <a:gdLst>
                <a:gd name="connsiteX0" fmla="*/ 175260 w 342900"/>
                <a:gd name="connsiteY0" fmla="*/ 609600 h 619125"/>
                <a:gd name="connsiteX1" fmla="*/ 175260 w 342900"/>
                <a:gd name="connsiteY1" fmla="*/ 609600 h 619125"/>
                <a:gd name="connsiteX2" fmla="*/ 14288 w 342900"/>
                <a:gd name="connsiteY2" fmla="*/ 448628 h 619125"/>
                <a:gd name="connsiteX3" fmla="*/ 14288 w 342900"/>
                <a:gd name="connsiteY3" fmla="*/ 175260 h 619125"/>
                <a:gd name="connsiteX4" fmla="*/ 175260 w 342900"/>
                <a:gd name="connsiteY4" fmla="*/ 14288 h 619125"/>
                <a:gd name="connsiteX5" fmla="*/ 175260 w 342900"/>
                <a:gd name="connsiteY5" fmla="*/ 14288 h 619125"/>
                <a:gd name="connsiteX6" fmla="*/ 336233 w 342900"/>
                <a:gd name="connsiteY6" fmla="*/ 175260 h 619125"/>
                <a:gd name="connsiteX7" fmla="*/ 336233 w 342900"/>
                <a:gd name="connsiteY7" fmla="*/ 448628 h 619125"/>
                <a:gd name="connsiteX8" fmla="*/ 175260 w 342900"/>
                <a:gd name="connsiteY8" fmla="*/ 609600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619125">
                  <a:moveTo>
                    <a:pt x="175260" y="609600"/>
                  </a:moveTo>
                  <a:lnTo>
                    <a:pt x="175260" y="609600"/>
                  </a:lnTo>
                  <a:cubicBezTo>
                    <a:pt x="86678" y="609600"/>
                    <a:pt x="14288" y="538163"/>
                    <a:pt x="14288" y="448628"/>
                  </a:cubicBezTo>
                  <a:lnTo>
                    <a:pt x="14288" y="175260"/>
                  </a:lnTo>
                  <a:cubicBezTo>
                    <a:pt x="14288" y="86677"/>
                    <a:pt x="85725" y="14288"/>
                    <a:pt x="175260" y="14288"/>
                  </a:cubicBezTo>
                  <a:lnTo>
                    <a:pt x="175260" y="14288"/>
                  </a:lnTo>
                  <a:cubicBezTo>
                    <a:pt x="263842" y="14288"/>
                    <a:pt x="336233" y="85725"/>
                    <a:pt x="336233" y="175260"/>
                  </a:cubicBezTo>
                  <a:lnTo>
                    <a:pt x="336233" y="448628"/>
                  </a:lnTo>
                  <a:cubicBezTo>
                    <a:pt x="336233" y="537210"/>
                    <a:pt x="263842" y="609600"/>
                    <a:pt x="175260" y="609600"/>
                  </a:cubicBezTo>
                  <a:close/>
                </a:path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69610C3C-AE88-40D0-A9B7-6EEE60DE1BC6}"/>
                </a:ext>
              </a:extLst>
            </p:cNvPr>
            <p:cNvSpPr/>
            <p:nvPr/>
          </p:nvSpPr>
          <p:spPr>
            <a:xfrm>
              <a:off x="6428422" y="2751773"/>
              <a:ext cx="342900" cy="571500"/>
            </a:xfrm>
            <a:custGeom>
              <a:avLst/>
              <a:gdLst>
                <a:gd name="connsiteX0" fmla="*/ 175260 w 342900"/>
                <a:gd name="connsiteY0" fmla="*/ 561975 h 571500"/>
                <a:gd name="connsiteX1" fmla="*/ 175260 w 342900"/>
                <a:gd name="connsiteY1" fmla="*/ 561975 h 571500"/>
                <a:gd name="connsiteX2" fmla="*/ 14288 w 342900"/>
                <a:gd name="connsiteY2" fmla="*/ 401003 h 571500"/>
                <a:gd name="connsiteX3" fmla="*/ 14288 w 342900"/>
                <a:gd name="connsiteY3" fmla="*/ 175260 h 571500"/>
                <a:gd name="connsiteX4" fmla="*/ 175260 w 342900"/>
                <a:gd name="connsiteY4" fmla="*/ 14288 h 571500"/>
                <a:gd name="connsiteX5" fmla="*/ 175260 w 342900"/>
                <a:gd name="connsiteY5" fmla="*/ 14288 h 571500"/>
                <a:gd name="connsiteX6" fmla="*/ 336233 w 342900"/>
                <a:gd name="connsiteY6" fmla="*/ 175260 h 571500"/>
                <a:gd name="connsiteX7" fmla="*/ 336233 w 342900"/>
                <a:gd name="connsiteY7" fmla="*/ 401003 h 571500"/>
                <a:gd name="connsiteX8" fmla="*/ 175260 w 342900"/>
                <a:gd name="connsiteY8" fmla="*/ 561975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2900" h="571500">
                  <a:moveTo>
                    <a:pt x="175260" y="561975"/>
                  </a:moveTo>
                  <a:lnTo>
                    <a:pt x="175260" y="561975"/>
                  </a:lnTo>
                  <a:cubicBezTo>
                    <a:pt x="86678" y="561975"/>
                    <a:pt x="14288" y="490538"/>
                    <a:pt x="14288" y="401003"/>
                  </a:cubicBezTo>
                  <a:lnTo>
                    <a:pt x="14288" y="175260"/>
                  </a:lnTo>
                  <a:cubicBezTo>
                    <a:pt x="14288" y="86677"/>
                    <a:pt x="85725" y="14288"/>
                    <a:pt x="175260" y="14288"/>
                  </a:cubicBezTo>
                  <a:lnTo>
                    <a:pt x="175260" y="14288"/>
                  </a:lnTo>
                  <a:cubicBezTo>
                    <a:pt x="263843" y="14288"/>
                    <a:pt x="336233" y="85725"/>
                    <a:pt x="336233" y="175260"/>
                  </a:cubicBezTo>
                  <a:lnTo>
                    <a:pt x="336233" y="401003"/>
                  </a:lnTo>
                  <a:cubicBezTo>
                    <a:pt x="336233" y="489585"/>
                    <a:pt x="264795" y="561975"/>
                    <a:pt x="175260" y="561975"/>
                  </a:cubicBezTo>
                  <a:close/>
                </a:path>
              </a:pathLst>
            </a:custGeom>
            <a:noFill/>
            <a:ln w="28575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" name="Graphic 38">
            <a:extLst>
              <a:ext uri="{FF2B5EF4-FFF2-40B4-BE49-F238E27FC236}">
                <a16:creationId xmlns:a16="http://schemas.microsoft.com/office/drawing/2014/main" id="{1C78CE3E-09AF-40FF-9C8D-57071B35C8E6}"/>
              </a:ext>
            </a:extLst>
          </p:cNvPr>
          <p:cNvGrpSpPr/>
          <p:nvPr/>
        </p:nvGrpSpPr>
        <p:grpSpPr>
          <a:xfrm>
            <a:off x="3945906" y="2236027"/>
            <a:ext cx="911096" cy="1569445"/>
            <a:chOff x="8333383" y="2650955"/>
            <a:chExt cx="1514639" cy="2609103"/>
          </a:xfrm>
        </p:grpSpPr>
        <p:sp>
          <p:nvSpPr>
            <p:cNvPr id="20" name="Freeform: Shape 18">
              <a:extLst>
                <a:ext uri="{FF2B5EF4-FFF2-40B4-BE49-F238E27FC236}">
                  <a16:creationId xmlns:a16="http://schemas.microsoft.com/office/drawing/2014/main" id="{47347A87-DF48-414D-BB4D-8A479C7AADB6}"/>
                </a:ext>
              </a:extLst>
            </p:cNvPr>
            <p:cNvSpPr/>
            <p:nvPr/>
          </p:nvSpPr>
          <p:spPr>
            <a:xfrm>
              <a:off x="8838478" y="2650955"/>
              <a:ext cx="200025" cy="1009650"/>
            </a:xfrm>
            <a:custGeom>
              <a:avLst/>
              <a:gdLst>
                <a:gd name="connsiteX0" fmla="*/ 186584 w 200025"/>
                <a:gd name="connsiteY0" fmla="*/ 14493 h 1009650"/>
                <a:gd name="connsiteX1" fmla="*/ 27517 w 200025"/>
                <a:gd name="connsiteY1" fmla="*/ 144033 h 1009650"/>
                <a:gd name="connsiteX2" fmla="*/ 16087 w 200025"/>
                <a:gd name="connsiteY2" fmla="*/ 997473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0025" h="1009650">
                  <a:moveTo>
                    <a:pt x="186584" y="14493"/>
                  </a:moveTo>
                  <a:cubicBezTo>
                    <a:pt x="100859" y="9730"/>
                    <a:pt x="31327" y="88788"/>
                    <a:pt x="27517" y="144033"/>
                  </a:cubicBezTo>
                  <a:cubicBezTo>
                    <a:pt x="27517" y="144985"/>
                    <a:pt x="8467" y="442166"/>
                    <a:pt x="16087" y="997473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B0279026-B7C6-4054-AA52-C7BD096281C0}"/>
                </a:ext>
              </a:extLst>
            </p:cNvPr>
            <p:cNvSpPr/>
            <p:nvPr/>
          </p:nvSpPr>
          <p:spPr>
            <a:xfrm>
              <a:off x="9010774" y="2651161"/>
              <a:ext cx="190500" cy="1019175"/>
            </a:xfrm>
            <a:custGeom>
              <a:avLst/>
              <a:gdLst>
                <a:gd name="connsiteX0" fmla="*/ 178118 w 190500"/>
                <a:gd name="connsiteY0" fmla="*/ 1013460 h 1019175"/>
                <a:gd name="connsiteX1" fmla="*/ 170498 w 190500"/>
                <a:gd name="connsiteY1" fmla="*/ 278130 h 1019175"/>
                <a:gd name="connsiteX2" fmla="*/ 156210 w 190500"/>
                <a:gd name="connsiteY2" fmla="*/ 146685 h 1019175"/>
                <a:gd name="connsiteX3" fmla="*/ 14288 w 190500"/>
                <a:gd name="connsiteY3" fmla="*/ 14288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0" h="1019175">
                  <a:moveTo>
                    <a:pt x="178118" y="1013460"/>
                  </a:moveTo>
                  <a:cubicBezTo>
                    <a:pt x="179070" y="1009650"/>
                    <a:pt x="169545" y="297180"/>
                    <a:pt x="170498" y="278130"/>
                  </a:cubicBezTo>
                  <a:cubicBezTo>
                    <a:pt x="170498" y="253365"/>
                    <a:pt x="159068" y="159068"/>
                    <a:pt x="156210" y="146685"/>
                  </a:cubicBezTo>
                  <a:cubicBezTo>
                    <a:pt x="147638" y="97155"/>
                    <a:pt x="95250" y="19050"/>
                    <a:pt x="14288" y="14288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D2F47D88-7162-4EBA-9D11-72E0EEA0334E}"/>
                </a:ext>
              </a:extLst>
            </p:cNvPr>
            <p:cNvSpPr/>
            <p:nvPr/>
          </p:nvSpPr>
          <p:spPr>
            <a:xfrm>
              <a:off x="8333383" y="2860903"/>
              <a:ext cx="533400" cy="847725"/>
            </a:xfrm>
            <a:custGeom>
              <a:avLst/>
              <a:gdLst>
                <a:gd name="connsiteX0" fmla="*/ 519277 w 533400"/>
                <a:gd name="connsiteY0" fmla="*/ 797050 h 847725"/>
                <a:gd name="connsiteX1" fmla="*/ 326872 w 533400"/>
                <a:gd name="connsiteY1" fmla="*/ 111250 h 847725"/>
                <a:gd name="connsiteX2" fmla="*/ 249719 w 533400"/>
                <a:gd name="connsiteY2" fmla="*/ 40765 h 847725"/>
                <a:gd name="connsiteX3" fmla="*/ 83984 w 533400"/>
                <a:gd name="connsiteY3" fmla="*/ 37908 h 847725"/>
                <a:gd name="connsiteX4" fmla="*/ 18262 w 533400"/>
                <a:gd name="connsiteY4" fmla="*/ 199833 h 847725"/>
                <a:gd name="connsiteX5" fmla="*/ 160184 w 533400"/>
                <a:gd name="connsiteY5" fmla="*/ 839913 h 84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3400" h="847725">
                  <a:moveTo>
                    <a:pt x="519277" y="797050"/>
                  </a:moveTo>
                  <a:lnTo>
                    <a:pt x="326872" y="111250"/>
                  </a:lnTo>
                  <a:cubicBezTo>
                    <a:pt x="313537" y="86485"/>
                    <a:pt x="264007" y="50290"/>
                    <a:pt x="249719" y="40765"/>
                  </a:cubicBezTo>
                  <a:cubicBezTo>
                    <a:pt x="199237" y="7428"/>
                    <a:pt x="130657" y="4570"/>
                    <a:pt x="83984" y="37908"/>
                  </a:cubicBezTo>
                  <a:cubicBezTo>
                    <a:pt x="28739" y="76960"/>
                    <a:pt x="3974" y="136015"/>
                    <a:pt x="18262" y="199833"/>
                  </a:cubicBezTo>
                  <a:cubicBezTo>
                    <a:pt x="81127" y="495108"/>
                    <a:pt x="154469" y="819910"/>
                    <a:pt x="160184" y="839913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1">
              <a:extLst>
                <a:ext uri="{FF2B5EF4-FFF2-40B4-BE49-F238E27FC236}">
                  <a16:creationId xmlns:a16="http://schemas.microsoft.com/office/drawing/2014/main" id="{BC5AF661-937D-48CF-A3D2-164D70BCEC31}"/>
                </a:ext>
              </a:extLst>
            </p:cNvPr>
            <p:cNvSpPr/>
            <p:nvPr/>
          </p:nvSpPr>
          <p:spPr>
            <a:xfrm>
              <a:off x="9171747" y="3241711"/>
              <a:ext cx="342900" cy="619125"/>
            </a:xfrm>
            <a:custGeom>
              <a:avLst/>
              <a:gdLst>
                <a:gd name="connsiteX0" fmla="*/ 175260 w 342900"/>
                <a:gd name="connsiteY0" fmla="*/ 609600 h 619125"/>
                <a:gd name="connsiteX1" fmla="*/ 175260 w 342900"/>
                <a:gd name="connsiteY1" fmla="*/ 609600 h 619125"/>
                <a:gd name="connsiteX2" fmla="*/ 14288 w 342900"/>
                <a:gd name="connsiteY2" fmla="*/ 448628 h 619125"/>
                <a:gd name="connsiteX3" fmla="*/ 14288 w 342900"/>
                <a:gd name="connsiteY3" fmla="*/ 175260 h 619125"/>
                <a:gd name="connsiteX4" fmla="*/ 175260 w 342900"/>
                <a:gd name="connsiteY4" fmla="*/ 14288 h 619125"/>
                <a:gd name="connsiteX5" fmla="*/ 175260 w 342900"/>
                <a:gd name="connsiteY5" fmla="*/ 14288 h 619125"/>
                <a:gd name="connsiteX6" fmla="*/ 336233 w 342900"/>
                <a:gd name="connsiteY6" fmla="*/ 175260 h 619125"/>
                <a:gd name="connsiteX7" fmla="*/ 336233 w 342900"/>
                <a:gd name="connsiteY7" fmla="*/ 448628 h 619125"/>
                <a:gd name="connsiteX8" fmla="*/ 175260 w 342900"/>
                <a:gd name="connsiteY8" fmla="*/ 609600 h 619125"/>
                <a:gd name="connsiteX9" fmla="*/ 175260 w 342900"/>
                <a:gd name="connsiteY9" fmla="*/ 609600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2900" h="619125">
                  <a:moveTo>
                    <a:pt x="175260" y="609600"/>
                  </a:moveTo>
                  <a:lnTo>
                    <a:pt x="175260" y="609600"/>
                  </a:lnTo>
                  <a:cubicBezTo>
                    <a:pt x="86677" y="609600"/>
                    <a:pt x="14288" y="538163"/>
                    <a:pt x="14288" y="448628"/>
                  </a:cubicBezTo>
                  <a:lnTo>
                    <a:pt x="14288" y="175260"/>
                  </a:lnTo>
                  <a:cubicBezTo>
                    <a:pt x="14288" y="86677"/>
                    <a:pt x="85725" y="14288"/>
                    <a:pt x="175260" y="14288"/>
                  </a:cubicBezTo>
                  <a:lnTo>
                    <a:pt x="175260" y="14288"/>
                  </a:lnTo>
                  <a:cubicBezTo>
                    <a:pt x="263842" y="14288"/>
                    <a:pt x="336233" y="85725"/>
                    <a:pt x="336233" y="175260"/>
                  </a:cubicBezTo>
                  <a:lnTo>
                    <a:pt x="336233" y="448628"/>
                  </a:lnTo>
                  <a:cubicBezTo>
                    <a:pt x="336233" y="537210"/>
                    <a:pt x="263842" y="609600"/>
                    <a:pt x="175260" y="609600"/>
                  </a:cubicBezTo>
                  <a:lnTo>
                    <a:pt x="175260" y="609600"/>
                  </a:lnTo>
                  <a:close/>
                </a:path>
              </a:pathLst>
            </a:custGeom>
            <a:noFill/>
            <a:ln w="28575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2">
              <a:extLst>
                <a:ext uri="{FF2B5EF4-FFF2-40B4-BE49-F238E27FC236}">
                  <a16:creationId xmlns:a16="http://schemas.microsoft.com/office/drawing/2014/main" id="{125AB1F9-299A-4F85-9CDB-69009B27D68C}"/>
                </a:ext>
              </a:extLst>
            </p:cNvPr>
            <p:cNvSpPr/>
            <p:nvPr/>
          </p:nvSpPr>
          <p:spPr>
            <a:xfrm>
              <a:off x="9505122" y="3289336"/>
              <a:ext cx="342900" cy="571500"/>
            </a:xfrm>
            <a:custGeom>
              <a:avLst/>
              <a:gdLst>
                <a:gd name="connsiteX0" fmla="*/ 175260 w 342900"/>
                <a:gd name="connsiteY0" fmla="*/ 561975 h 571500"/>
                <a:gd name="connsiteX1" fmla="*/ 175260 w 342900"/>
                <a:gd name="connsiteY1" fmla="*/ 561975 h 571500"/>
                <a:gd name="connsiteX2" fmla="*/ 14288 w 342900"/>
                <a:gd name="connsiteY2" fmla="*/ 401003 h 571500"/>
                <a:gd name="connsiteX3" fmla="*/ 14288 w 342900"/>
                <a:gd name="connsiteY3" fmla="*/ 175260 h 571500"/>
                <a:gd name="connsiteX4" fmla="*/ 175260 w 342900"/>
                <a:gd name="connsiteY4" fmla="*/ 14288 h 571500"/>
                <a:gd name="connsiteX5" fmla="*/ 175260 w 342900"/>
                <a:gd name="connsiteY5" fmla="*/ 14288 h 571500"/>
                <a:gd name="connsiteX6" fmla="*/ 336233 w 342900"/>
                <a:gd name="connsiteY6" fmla="*/ 175260 h 571500"/>
                <a:gd name="connsiteX7" fmla="*/ 336233 w 342900"/>
                <a:gd name="connsiteY7" fmla="*/ 401003 h 571500"/>
                <a:gd name="connsiteX8" fmla="*/ 175260 w 342900"/>
                <a:gd name="connsiteY8" fmla="*/ 561975 h 571500"/>
                <a:gd name="connsiteX9" fmla="*/ 175260 w 342900"/>
                <a:gd name="connsiteY9" fmla="*/ 561975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2900" h="571500">
                  <a:moveTo>
                    <a:pt x="175260" y="561975"/>
                  </a:moveTo>
                  <a:lnTo>
                    <a:pt x="175260" y="561975"/>
                  </a:lnTo>
                  <a:cubicBezTo>
                    <a:pt x="86678" y="561975"/>
                    <a:pt x="14288" y="490538"/>
                    <a:pt x="14288" y="401003"/>
                  </a:cubicBezTo>
                  <a:lnTo>
                    <a:pt x="14288" y="175260"/>
                  </a:lnTo>
                  <a:cubicBezTo>
                    <a:pt x="14288" y="86677"/>
                    <a:pt x="85725" y="14288"/>
                    <a:pt x="175260" y="14288"/>
                  </a:cubicBezTo>
                  <a:lnTo>
                    <a:pt x="175260" y="14288"/>
                  </a:lnTo>
                  <a:cubicBezTo>
                    <a:pt x="263842" y="14288"/>
                    <a:pt x="336233" y="85725"/>
                    <a:pt x="336233" y="175260"/>
                  </a:cubicBezTo>
                  <a:lnTo>
                    <a:pt x="336233" y="401003"/>
                  </a:lnTo>
                  <a:cubicBezTo>
                    <a:pt x="336233" y="489585"/>
                    <a:pt x="264795" y="561975"/>
                    <a:pt x="175260" y="561975"/>
                  </a:cubicBezTo>
                  <a:lnTo>
                    <a:pt x="175260" y="561975"/>
                  </a:lnTo>
                  <a:close/>
                </a:path>
              </a:pathLst>
            </a:custGeom>
            <a:noFill/>
            <a:ln w="28575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7">
              <a:extLst>
                <a:ext uri="{FF2B5EF4-FFF2-40B4-BE49-F238E27FC236}">
                  <a16:creationId xmlns:a16="http://schemas.microsoft.com/office/drawing/2014/main" id="{AEBA5EA6-0DCD-4C01-9146-6B852997A4B7}"/>
                </a:ext>
              </a:extLst>
            </p:cNvPr>
            <p:cNvSpPr/>
            <p:nvPr/>
          </p:nvSpPr>
          <p:spPr>
            <a:xfrm>
              <a:off x="8547860" y="4058003"/>
              <a:ext cx="619125" cy="523875"/>
            </a:xfrm>
            <a:custGeom>
              <a:avLst/>
              <a:gdLst>
                <a:gd name="connsiteX0" fmla="*/ 14288 w 619125"/>
                <a:gd name="connsiteY0" fmla="*/ 17145 h 523875"/>
                <a:gd name="connsiteX1" fmla="*/ 157163 w 619125"/>
                <a:gd name="connsiteY1" fmla="*/ 14288 h 523875"/>
                <a:gd name="connsiteX2" fmla="*/ 414338 w 619125"/>
                <a:gd name="connsiteY2" fmla="*/ 34290 h 523875"/>
                <a:gd name="connsiteX3" fmla="*/ 530543 w 619125"/>
                <a:gd name="connsiteY3" fmla="*/ 125730 h 523875"/>
                <a:gd name="connsiteX4" fmla="*/ 552450 w 619125"/>
                <a:gd name="connsiteY4" fmla="*/ 501967 h 523875"/>
                <a:gd name="connsiteX5" fmla="*/ 543878 w 619125"/>
                <a:gd name="connsiteY5" fmla="*/ 516255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125" h="523875">
                  <a:moveTo>
                    <a:pt x="14288" y="17145"/>
                  </a:moveTo>
                  <a:cubicBezTo>
                    <a:pt x="61913" y="16192"/>
                    <a:pt x="109538" y="15240"/>
                    <a:pt x="157163" y="14288"/>
                  </a:cubicBezTo>
                  <a:cubicBezTo>
                    <a:pt x="168592" y="14288"/>
                    <a:pt x="412433" y="31433"/>
                    <a:pt x="414338" y="34290"/>
                  </a:cubicBezTo>
                  <a:cubicBezTo>
                    <a:pt x="472440" y="59055"/>
                    <a:pt x="495300" y="90488"/>
                    <a:pt x="530543" y="125730"/>
                  </a:cubicBezTo>
                  <a:cubicBezTo>
                    <a:pt x="627698" y="222885"/>
                    <a:pt x="644843" y="386715"/>
                    <a:pt x="552450" y="501967"/>
                  </a:cubicBezTo>
                  <a:cubicBezTo>
                    <a:pt x="548640" y="505778"/>
                    <a:pt x="546735" y="511492"/>
                    <a:pt x="543878" y="516255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8">
              <a:extLst>
                <a:ext uri="{FF2B5EF4-FFF2-40B4-BE49-F238E27FC236}">
                  <a16:creationId xmlns:a16="http://schemas.microsoft.com/office/drawing/2014/main" id="{1E41F7B8-0FF2-4515-B496-1ED8A4F255D2}"/>
                </a:ext>
              </a:extLst>
            </p:cNvPr>
            <p:cNvSpPr/>
            <p:nvPr/>
          </p:nvSpPr>
          <p:spPr>
            <a:xfrm>
              <a:off x="8342281" y="3497934"/>
              <a:ext cx="1504950" cy="1762124"/>
            </a:xfrm>
            <a:custGeom>
              <a:avLst/>
              <a:gdLst>
                <a:gd name="connsiteX0" fmla="*/ 623727 w 1504950"/>
                <a:gd name="connsiteY0" fmla="*/ 594360 h 1762125"/>
                <a:gd name="connsiteX1" fmla="*/ 668494 w 1504950"/>
                <a:gd name="connsiteY1" fmla="*/ 571500 h 1762125"/>
                <a:gd name="connsiteX2" fmla="*/ 758029 w 1504950"/>
                <a:gd name="connsiteY2" fmla="*/ 535305 h 1762125"/>
                <a:gd name="connsiteX3" fmla="*/ 862804 w 1504950"/>
                <a:gd name="connsiteY3" fmla="*/ 268605 h 1762125"/>
                <a:gd name="connsiteX4" fmla="*/ 237012 w 1504950"/>
                <a:gd name="connsiteY4" fmla="*/ 186690 h 1762125"/>
                <a:gd name="connsiteX5" fmla="*/ 77944 w 1504950"/>
                <a:gd name="connsiteY5" fmla="*/ 282892 h 1762125"/>
                <a:gd name="connsiteX6" fmla="*/ 42702 w 1504950"/>
                <a:gd name="connsiteY6" fmla="*/ 402907 h 1762125"/>
                <a:gd name="connsiteX7" fmla="*/ 15079 w 1504950"/>
                <a:gd name="connsiteY7" fmla="*/ 560070 h 1762125"/>
                <a:gd name="connsiteX8" fmla="*/ 31272 w 1504950"/>
                <a:gd name="connsiteY8" fmla="*/ 627698 h 1762125"/>
                <a:gd name="connsiteX9" fmla="*/ 299877 w 1504950"/>
                <a:gd name="connsiteY9" fmla="*/ 1050608 h 1762125"/>
                <a:gd name="connsiteX10" fmla="*/ 385602 w 1504950"/>
                <a:gd name="connsiteY10" fmla="*/ 1133475 h 1762125"/>
                <a:gd name="connsiteX11" fmla="*/ 406557 w 1504950"/>
                <a:gd name="connsiteY11" fmla="*/ 1181100 h 1762125"/>
                <a:gd name="connsiteX12" fmla="*/ 415129 w 1504950"/>
                <a:gd name="connsiteY12" fmla="*/ 1703070 h 1762125"/>
                <a:gd name="connsiteX13" fmla="*/ 469422 w 1504950"/>
                <a:gd name="connsiteY13" fmla="*/ 1753553 h 1762125"/>
                <a:gd name="connsiteX14" fmla="*/ 1221897 w 1504950"/>
                <a:gd name="connsiteY14" fmla="*/ 1755458 h 1762125"/>
                <a:gd name="connsiteX15" fmla="*/ 1268569 w 1504950"/>
                <a:gd name="connsiteY15" fmla="*/ 1708785 h 1762125"/>
                <a:gd name="connsiteX16" fmla="*/ 1259997 w 1504950"/>
                <a:gd name="connsiteY16" fmla="*/ 1161098 h 1762125"/>
                <a:gd name="connsiteX17" fmla="*/ 1290477 w 1504950"/>
                <a:gd name="connsiteY17" fmla="*/ 1106805 h 1762125"/>
                <a:gd name="connsiteX18" fmla="*/ 1466689 w 1504950"/>
                <a:gd name="connsiteY18" fmla="*/ 876300 h 1762125"/>
                <a:gd name="connsiteX19" fmla="*/ 1481929 w 1504950"/>
                <a:gd name="connsiteY19" fmla="*/ 793432 h 1762125"/>
                <a:gd name="connsiteX20" fmla="*/ 1495264 w 1504950"/>
                <a:gd name="connsiteY20" fmla="*/ 14288 h 1762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04950" h="1762125">
                  <a:moveTo>
                    <a:pt x="623727" y="594360"/>
                  </a:moveTo>
                  <a:cubicBezTo>
                    <a:pt x="636109" y="581978"/>
                    <a:pt x="651349" y="575310"/>
                    <a:pt x="668494" y="571500"/>
                  </a:cubicBezTo>
                  <a:cubicBezTo>
                    <a:pt x="700879" y="564832"/>
                    <a:pt x="731359" y="553403"/>
                    <a:pt x="758029" y="535305"/>
                  </a:cubicBezTo>
                  <a:cubicBezTo>
                    <a:pt x="834229" y="483870"/>
                    <a:pt x="859947" y="361950"/>
                    <a:pt x="862804" y="268605"/>
                  </a:cubicBezTo>
                  <a:cubicBezTo>
                    <a:pt x="863757" y="252413"/>
                    <a:pt x="321784" y="190500"/>
                    <a:pt x="237012" y="186690"/>
                  </a:cubicBezTo>
                  <a:cubicBezTo>
                    <a:pt x="166527" y="182880"/>
                    <a:pt x="98899" y="217170"/>
                    <a:pt x="77944" y="282892"/>
                  </a:cubicBezTo>
                  <a:cubicBezTo>
                    <a:pt x="65562" y="322898"/>
                    <a:pt x="55084" y="362903"/>
                    <a:pt x="42702" y="402907"/>
                  </a:cubicBezTo>
                  <a:cubicBezTo>
                    <a:pt x="34129" y="432435"/>
                    <a:pt x="22699" y="511493"/>
                    <a:pt x="15079" y="560070"/>
                  </a:cubicBezTo>
                  <a:cubicBezTo>
                    <a:pt x="12222" y="583882"/>
                    <a:pt x="16984" y="607695"/>
                    <a:pt x="31272" y="627698"/>
                  </a:cubicBezTo>
                  <a:cubicBezTo>
                    <a:pt x="89374" y="712470"/>
                    <a:pt x="240822" y="954405"/>
                    <a:pt x="299877" y="1050608"/>
                  </a:cubicBezTo>
                  <a:cubicBezTo>
                    <a:pt x="311307" y="1069658"/>
                    <a:pt x="365599" y="1121093"/>
                    <a:pt x="385602" y="1133475"/>
                  </a:cubicBezTo>
                  <a:cubicBezTo>
                    <a:pt x="396079" y="1140143"/>
                    <a:pt x="406557" y="1161098"/>
                    <a:pt x="406557" y="1181100"/>
                  </a:cubicBezTo>
                  <a:cubicBezTo>
                    <a:pt x="401794" y="1352550"/>
                    <a:pt x="407509" y="1530668"/>
                    <a:pt x="415129" y="1703070"/>
                  </a:cubicBezTo>
                  <a:cubicBezTo>
                    <a:pt x="417034" y="1744028"/>
                    <a:pt x="425607" y="1753553"/>
                    <a:pt x="469422" y="1753553"/>
                  </a:cubicBezTo>
                  <a:cubicBezTo>
                    <a:pt x="717072" y="1751647"/>
                    <a:pt x="974247" y="1757362"/>
                    <a:pt x="1221897" y="1755458"/>
                  </a:cubicBezTo>
                  <a:cubicBezTo>
                    <a:pt x="1263807" y="1755458"/>
                    <a:pt x="1268569" y="1749743"/>
                    <a:pt x="1268569" y="1708785"/>
                  </a:cubicBezTo>
                  <a:cubicBezTo>
                    <a:pt x="1266664" y="1528762"/>
                    <a:pt x="1258092" y="1342073"/>
                    <a:pt x="1259997" y="1161098"/>
                  </a:cubicBezTo>
                  <a:cubicBezTo>
                    <a:pt x="1259997" y="1135380"/>
                    <a:pt x="1268569" y="1121093"/>
                    <a:pt x="1290477" y="1106805"/>
                  </a:cubicBezTo>
                  <a:cubicBezTo>
                    <a:pt x="1378107" y="1047750"/>
                    <a:pt x="1434304" y="977265"/>
                    <a:pt x="1466689" y="876300"/>
                  </a:cubicBezTo>
                  <a:cubicBezTo>
                    <a:pt x="1475262" y="848678"/>
                    <a:pt x="1480977" y="822007"/>
                    <a:pt x="1481929" y="793432"/>
                  </a:cubicBezTo>
                  <a:cubicBezTo>
                    <a:pt x="1490502" y="541973"/>
                    <a:pt x="1496217" y="287655"/>
                    <a:pt x="1495264" y="14288"/>
                  </a:cubicBezTo>
                </a:path>
              </a:pathLst>
            </a:custGeom>
            <a:noFill/>
            <a:ln w="28575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7" name="Graphic 1">
            <a:extLst>
              <a:ext uri="{FF2B5EF4-FFF2-40B4-BE49-F238E27FC236}">
                <a16:creationId xmlns:a16="http://schemas.microsoft.com/office/drawing/2014/main" id="{ADDC03B9-8CEC-44FD-92D4-5AB8258CEAC6}"/>
              </a:ext>
            </a:extLst>
          </p:cNvPr>
          <p:cNvGrpSpPr/>
          <p:nvPr/>
        </p:nvGrpSpPr>
        <p:grpSpPr>
          <a:xfrm>
            <a:off x="1414129" y="2701633"/>
            <a:ext cx="1068560" cy="1616876"/>
            <a:chOff x="6081713" y="3426067"/>
            <a:chExt cx="1776412" cy="2687954"/>
          </a:xfrm>
        </p:grpSpPr>
        <p:sp>
          <p:nvSpPr>
            <p:cNvPr id="28" name="Freeform: Shape 30">
              <a:extLst>
                <a:ext uri="{FF2B5EF4-FFF2-40B4-BE49-F238E27FC236}">
                  <a16:creationId xmlns:a16="http://schemas.microsoft.com/office/drawing/2014/main" id="{67A34CFB-7996-4757-8577-87861CCF479A}"/>
                </a:ext>
              </a:extLst>
            </p:cNvPr>
            <p:cNvSpPr/>
            <p:nvPr/>
          </p:nvSpPr>
          <p:spPr>
            <a:xfrm>
              <a:off x="6081713" y="3426067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31">
              <a:extLst>
                <a:ext uri="{FF2B5EF4-FFF2-40B4-BE49-F238E27FC236}">
                  <a16:creationId xmlns:a16="http://schemas.microsoft.com/office/drawing/2014/main" id="{FA3E8D50-035E-4BB5-B7EF-564F02B06FA6}"/>
                </a:ext>
              </a:extLst>
            </p:cNvPr>
            <p:cNvSpPr/>
            <p:nvPr/>
          </p:nvSpPr>
          <p:spPr>
            <a:xfrm>
              <a:off x="6081713" y="3426067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B8658B32-936F-4BA8-B13B-44C69F7B9B18}"/>
                </a:ext>
              </a:extLst>
            </p:cNvPr>
            <p:cNvSpPr/>
            <p:nvPr/>
          </p:nvSpPr>
          <p:spPr>
            <a:xfrm>
              <a:off x="6081713" y="3426067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3">
              <a:extLst>
                <a:ext uri="{FF2B5EF4-FFF2-40B4-BE49-F238E27FC236}">
                  <a16:creationId xmlns:a16="http://schemas.microsoft.com/office/drawing/2014/main" id="{A48D3278-3B1B-40DE-ACBB-028DD83DF763}"/>
                </a:ext>
              </a:extLst>
            </p:cNvPr>
            <p:cNvSpPr/>
            <p:nvPr/>
          </p:nvSpPr>
          <p:spPr>
            <a:xfrm>
              <a:off x="6081713" y="3426067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4">
              <a:extLst>
                <a:ext uri="{FF2B5EF4-FFF2-40B4-BE49-F238E27FC236}">
                  <a16:creationId xmlns:a16="http://schemas.microsoft.com/office/drawing/2014/main" id="{0CDEC7E9-B21C-42F6-8604-D92BE0325759}"/>
                </a:ext>
              </a:extLst>
            </p:cNvPr>
            <p:cNvSpPr/>
            <p:nvPr/>
          </p:nvSpPr>
          <p:spPr>
            <a:xfrm>
              <a:off x="6081713" y="3426067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5">
              <a:extLst>
                <a:ext uri="{FF2B5EF4-FFF2-40B4-BE49-F238E27FC236}">
                  <a16:creationId xmlns:a16="http://schemas.microsoft.com/office/drawing/2014/main" id="{3D76599A-1D21-41F1-BA63-B2A9D5E7E0C7}"/>
                </a:ext>
              </a:extLst>
            </p:cNvPr>
            <p:cNvSpPr/>
            <p:nvPr/>
          </p:nvSpPr>
          <p:spPr>
            <a:xfrm>
              <a:off x="6529011" y="3493633"/>
              <a:ext cx="337968" cy="1054630"/>
            </a:xfrm>
            <a:custGeom>
              <a:avLst/>
              <a:gdLst>
                <a:gd name="connsiteX0" fmla="*/ 352188 w 361950"/>
                <a:gd name="connsiteY0" fmla="*/ 961278 h 1123950"/>
                <a:gd name="connsiteX1" fmla="*/ 343616 w 361950"/>
                <a:gd name="connsiteY1" fmla="*/ 277383 h 1123950"/>
                <a:gd name="connsiteX2" fmla="*/ 329328 w 361950"/>
                <a:gd name="connsiteY2" fmla="*/ 145938 h 1123950"/>
                <a:gd name="connsiteX3" fmla="*/ 188358 w 361950"/>
                <a:gd name="connsiteY3" fmla="*/ 14493 h 1123950"/>
                <a:gd name="connsiteX4" fmla="*/ 29291 w 361950"/>
                <a:gd name="connsiteY4" fmla="*/ 144033 h 1123950"/>
                <a:gd name="connsiteX5" fmla="*/ 15956 w 361950"/>
                <a:gd name="connsiteY5" fmla="*/ 1113678 h 1123950"/>
                <a:gd name="connsiteX0" fmla="*/ 337901 w 337968"/>
                <a:gd name="connsiteY0" fmla="*/ 946991 h 1054630"/>
                <a:gd name="connsiteX1" fmla="*/ 329329 w 337968"/>
                <a:gd name="connsiteY1" fmla="*/ 263096 h 1054630"/>
                <a:gd name="connsiteX2" fmla="*/ 315041 w 337968"/>
                <a:gd name="connsiteY2" fmla="*/ 131651 h 1054630"/>
                <a:gd name="connsiteX3" fmla="*/ 174071 w 337968"/>
                <a:gd name="connsiteY3" fmla="*/ 206 h 1054630"/>
                <a:gd name="connsiteX4" fmla="*/ 15004 w 337968"/>
                <a:gd name="connsiteY4" fmla="*/ 129746 h 1054630"/>
                <a:gd name="connsiteX5" fmla="*/ 1669 w 337968"/>
                <a:gd name="connsiteY5" fmla="*/ 1054630 h 1054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968" h="1054630">
                  <a:moveTo>
                    <a:pt x="337901" y="946991"/>
                  </a:moveTo>
                  <a:cubicBezTo>
                    <a:pt x="338854" y="943181"/>
                    <a:pt x="329329" y="283099"/>
                    <a:pt x="329329" y="263096"/>
                  </a:cubicBezTo>
                  <a:cubicBezTo>
                    <a:pt x="329329" y="238331"/>
                    <a:pt x="317899" y="144033"/>
                    <a:pt x="315041" y="131651"/>
                  </a:cubicBezTo>
                  <a:cubicBezTo>
                    <a:pt x="307421" y="83073"/>
                    <a:pt x="255034" y="4968"/>
                    <a:pt x="174071" y="206"/>
                  </a:cubicBezTo>
                  <a:cubicBezTo>
                    <a:pt x="88346" y="-4557"/>
                    <a:pt x="18814" y="74501"/>
                    <a:pt x="15004" y="129746"/>
                  </a:cubicBezTo>
                  <a:cubicBezTo>
                    <a:pt x="15004" y="130698"/>
                    <a:pt x="-5951" y="500275"/>
                    <a:pt x="1669" y="1054630"/>
                  </a:cubicBezTo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6">
              <a:extLst>
                <a:ext uri="{FF2B5EF4-FFF2-40B4-BE49-F238E27FC236}">
                  <a16:creationId xmlns:a16="http://schemas.microsoft.com/office/drawing/2014/main" id="{DD02EE89-84D5-428D-96B8-266F37E92546}"/>
                </a:ext>
              </a:extLst>
            </p:cNvPr>
            <p:cNvSpPr/>
            <p:nvPr/>
          </p:nvSpPr>
          <p:spPr>
            <a:xfrm>
              <a:off x="6081713" y="3426067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7">
              <a:extLst>
                <a:ext uri="{FF2B5EF4-FFF2-40B4-BE49-F238E27FC236}">
                  <a16:creationId xmlns:a16="http://schemas.microsoft.com/office/drawing/2014/main" id="{46DC8FF1-F0DD-4EED-911D-C515298B1356}"/>
                </a:ext>
              </a:extLst>
            </p:cNvPr>
            <p:cNvSpPr/>
            <p:nvPr/>
          </p:nvSpPr>
          <p:spPr>
            <a:xfrm>
              <a:off x="6081713" y="3426067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8">
              <a:extLst>
                <a:ext uri="{FF2B5EF4-FFF2-40B4-BE49-F238E27FC236}">
                  <a16:creationId xmlns:a16="http://schemas.microsoft.com/office/drawing/2014/main" id="{BD0AE1F6-02C1-45FA-95EB-1F7E721BC3E2}"/>
                </a:ext>
              </a:extLst>
            </p:cNvPr>
            <p:cNvSpPr/>
            <p:nvPr/>
          </p:nvSpPr>
          <p:spPr>
            <a:xfrm>
              <a:off x="6854190" y="4090912"/>
              <a:ext cx="342900" cy="523875"/>
            </a:xfrm>
            <a:custGeom>
              <a:avLst/>
              <a:gdLst>
                <a:gd name="connsiteX0" fmla="*/ 14288 w 342900"/>
                <a:gd name="connsiteY0" fmla="*/ 464820 h 523875"/>
                <a:gd name="connsiteX1" fmla="*/ 14288 w 342900"/>
                <a:gd name="connsiteY1" fmla="*/ 175260 h 523875"/>
                <a:gd name="connsiteX2" fmla="*/ 175260 w 342900"/>
                <a:gd name="connsiteY2" fmla="*/ 14288 h 523875"/>
                <a:gd name="connsiteX3" fmla="*/ 175260 w 342900"/>
                <a:gd name="connsiteY3" fmla="*/ 14288 h 523875"/>
                <a:gd name="connsiteX4" fmla="*/ 336233 w 342900"/>
                <a:gd name="connsiteY4" fmla="*/ 175260 h 523875"/>
                <a:gd name="connsiteX5" fmla="*/ 336233 w 342900"/>
                <a:gd name="connsiteY5" fmla="*/ 516255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" h="523875">
                  <a:moveTo>
                    <a:pt x="14288" y="464820"/>
                  </a:moveTo>
                  <a:lnTo>
                    <a:pt x="14288" y="175260"/>
                  </a:lnTo>
                  <a:cubicBezTo>
                    <a:pt x="14288" y="86677"/>
                    <a:pt x="85725" y="14288"/>
                    <a:pt x="175260" y="14288"/>
                  </a:cubicBezTo>
                  <a:lnTo>
                    <a:pt x="175260" y="14288"/>
                  </a:lnTo>
                  <a:cubicBezTo>
                    <a:pt x="263843" y="14288"/>
                    <a:pt x="336233" y="85725"/>
                    <a:pt x="336233" y="175260"/>
                  </a:cubicBezTo>
                  <a:lnTo>
                    <a:pt x="336233" y="516255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9">
              <a:extLst>
                <a:ext uri="{FF2B5EF4-FFF2-40B4-BE49-F238E27FC236}">
                  <a16:creationId xmlns:a16="http://schemas.microsoft.com/office/drawing/2014/main" id="{737EC7B9-D738-4FD0-AD4C-651FF78F86E2}"/>
                </a:ext>
              </a:extLst>
            </p:cNvPr>
            <p:cNvSpPr/>
            <p:nvPr/>
          </p:nvSpPr>
          <p:spPr>
            <a:xfrm>
              <a:off x="7181850" y="4095674"/>
              <a:ext cx="342900" cy="619125"/>
            </a:xfrm>
            <a:custGeom>
              <a:avLst/>
              <a:gdLst>
                <a:gd name="connsiteX0" fmla="*/ 175260 w 342900"/>
                <a:gd name="connsiteY0" fmla="*/ 609600 h 619125"/>
                <a:gd name="connsiteX1" fmla="*/ 175260 w 342900"/>
                <a:gd name="connsiteY1" fmla="*/ 609600 h 619125"/>
                <a:gd name="connsiteX2" fmla="*/ 14288 w 342900"/>
                <a:gd name="connsiteY2" fmla="*/ 448628 h 619125"/>
                <a:gd name="connsiteX3" fmla="*/ 14288 w 342900"/>
                <a:gd name="connsiteY3" fmla="*/ 175260 h 619125"/>
                <a:gd name="connsiteX4" fmla="*/ 175260 w 342900"/>
                <a:gd name="connsiteY4" fmla="*/ 14288 h 619125"/>
                <a:gd name="connsiteX5" fmla="*/ 175260 w 342900"/>
                <a:gd name="connsiteY5" fmla="*/ 14288 h 619125"/>
                <a:gd name="connsiteX6" fmla="*/ 336233 w 342900"/>
                <a:gd name="connsiteY6" fmla="*/ 175260 h 619125"/>
                <a:gd name="connsiteX7" fmla="*/ 336233 w 342900"/>
                <a:gd name="connsiteY7" fmla="*/ 448628 h 619125"/>
                <a:gd name="connsiteX8" fmla="*/ 175260 w 342900"/>
                <a:gd name="connsiteY8" fmla="*/ 609600 h 619125"/>
                <a:gd name="connsiteX9" fmla="*/ 175260 w 342900"/>
                <a:gd name="connsiteY9" fmla="*/ 609600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2900" h="619125">
                  <a:moveTo>
                    <a:pt x="175260" y="609600"/>
                  </a:moveTo>
                  <a:lnTo>
                    <a:pt x="175260" y="609600"/>
                  </a:lnTo>
                  <a:cubicBezTo>
                    <a:pt x="86677" y="609600"/>
                    <a:pt x="14288" y="538163"/>
                    <a:pt x="14288" y="448628"/>
                  </a:cubicBezTo>
                  <a:lnTo>
                    <a:pt x="14288" y="175260"/>
                  </a:lnTo>
                  <a:cubicBezTo>
                    <a:pt x="14288" y="86677"/>
                    <a:pt x="85725" y="14288"/>
                    <a:pt x="175260" y="14288"/>
                  </a:cubicBezTo>
                  <a:lnTo>
                    <a:pt x="175260" y="14288"/>
                  </a:lnTo>
                  <a:cubicBezTo>
                    <a:pt x="263842" y="14288"/>
                    <a:pt x="336233" y="85725"/>
                    <a:pt x="336233" y="175260"/>
                  </a:cubicBezTo>
                  <a:lnTo>
                    <a:pt x="336233" y="448628"/>
                  </a:lnTo>
                  <a:cubicBezTo>
                    <a:pt x="336233" y="537210"/>
                    <a:pt x="263842" y="609600"/>
                    <a:pt x="175260" y="609600"/>
                  </a:cubicBezTo>
                  <a:lnTo>
                    <a:pt x="175260" y="609600"/>
                  </a:lnTo>
                  <a:close/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40">
              <a:extLst>
                <a:ext uri="{FF2B5EF4-FFF2-40B4-BE49-F238E27FC236}">
                  <a16:creationId xmlns:a16="http://schemas.microsoft.com/office/drawing/2014/main" id="{E1CCB326-9DBE-478E-AFC3-19A7B325B9B7}"/>
                </a:ext>
              </a:extLst>
            </p:cNvPr>
            <p:cNvSpPr/>
            <p:nvPr/>
          </p:nvSpPr>
          <p:spPr>
            <a:xfrm>
              <a:off x="7515225" y="4143299"/>
              <a:ext cx="342900" cy="571500"/>
            </a:xfrm>
            <a:custGeom>
              <a:avLst/>
              <a:gdLst>
                <a:gd name="connsiteX0" fmla="*/ 175260 w 342900"/>
                <a:gd name="connsiteY0" fmla="*/ 561975 h 571500"/>
                <a:gd name="connsiteX1" fmla="*/ 175260 w 342900"/>
                <a:gd name="connsiteY1" fmla="*/ 561975 h 571500"/>
                <a:gd name="connsiteX2" fmla="*/ 14288 w 342900"/>
                <a:gd name="connsiteY2" fmla="*/ 401003 h 571500"/>
                <a:gd name="connsiteX3" fmla="*/ 14288 w 342900"/>
                <a:gd name="connsiteY3" fmla="*/ 175260 h 571500"/>
                <a:gd name="connsiteX4" fmla="*/ 175260 w 342900"/>
                <a:gd name="connsiteY4" fmla="*/ 14288 h 571500"/>
                <a:gd name="connsiteX5" fmla="*/ 175260 w 342900"/>
                <a:gd name="connsiteY5" fmla="*/ 14288 h 571500"/>
                <a:gd name="connsiteX6" fmla="*/ 336233 w 342900"/>
                <a:gd name="connsiteY6" fmla="*/ 175260 h 571500"/>
                <a:gd name="connsiteX7" fmla="*/ 336233 w 342900"/>
                <a:gd name="connsiteY7" fmla="*/ 401003 h 571500"/>
                <a:gd name="connsiteX8" fmla="*/ 175260 w 342900"/>
                <a:gd name="connsiteY8" fmla="*/ 561975 h 571500"/>
                <a:gd name="connsiteX9" fmla="*/ 175260 w 342900"/>
                <a:gd name="connsiteY9" fmla="*/ 561975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2900" h="571500">
                  <a:moveTo>
                    <a:pt x="175260" y="561975"/>
                  </a:moveTo>
                  <a:lnTo>
                    <a:pt x="175260" y="561975"/>
                  </a:lnTo>
                  <a:cubicBezTo>
                    <a:pt x="86678" y="561975"/>
                    <a:pt x="14288" y="490538"/>
                    <a:pt x="14288" y="401003"/>
                  </a:cubicBezTo>
                  <a:lnTo>
                    <a:pt x="14288" y="175260"/>
                  </a:lnTo>
                  <a:cubicBezTo>
                    <a:pt x="14288" y="86677"/>
                    <a:pt x="85725" y="14288"/>
                    <a:pt x="175260" y="14288"/>
                  </a:cubicBezTo>
                  <a:lnTo>
                    <a:pt x="175260" y="14288"/>
                  </a:lnTo>
                  <a:cubicBezTo>
                    <a:pt x="263842" y="14288"/>
                    <a:pt x="336233" y="85725"/>
                    <a:pt x="336233" y="175260"/>
                  </a:cubicBezTo>
                  <a:lnTo>
                    <a:pt x="336233" y="401003"/>
                  </a:lnTo>
                  <a:cubicBezTo>
                    <a:pt x="336233" y="489585"/>
                    <a:pt x="264795" y="561975"/>
                    <a:pt x="175260" y="561975"/>
                  </a:cubicBezTo>
                  <a:lnTo>
                    <a:pt x="175260" y="561975"/>
                  </a:lnTo>
                  <a:close/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41">
              <a:extLst>
                <a:ext uri="{FF2B5EF4-FFF2-40B4-BE49-F238E27FC236}">
                  <a16:creationId xmlns:a16="http://schemas.microsoft.com/office/drawing/2014/main" id="{D27019ED-28CA-4385-BFB3-25E69A2D1980}"/>
                </a:ext>
              </a:extLst>
            </p:cNvPr>
            <p:cNvSpPr/>
            <p:nvPr/>
          </p:nvSpPr>
          <p:spPr>
            <a:xfrm>
              <a:off x="6557963" y="4911967"/>
              <a:ext cx="619125" cy="523875"/>
            </a:xfrm>
            <a:custGeom>
              <a:avLst/>
              <a:gdLst>
                <a:gd name="connsiteX0" fmla="*/ 14288 w 619125"/>
                <a:gd name="connsiteY0" fmla="*/ 17145 h 523875"/>
                <a:gd name="connsiteX1" fmla="*/ 157163 w 619125"/>
                <a:gd name="connsiteY1" fmla="*/ 14288 h 523875"/>
                <a:gd name="connsiteX2" fmla="*/ 414338 w 619125"/>
                <a:gd name="connsiteY2" fmla="*/ 34290 h 523875"/>
                <a:gd name="connsiteX3" fmla="*/ 530543 w 619125"/>
                <a:gd name="connsiteY3" fmla="*/ 125730 h 523875"/>
                <a:gd name="connsiteX4" fmla="*/ 552450 w 619125"/>
                <a:gd name="connsiteY4" fmla="*/ 501967 h 523875"/>
                <a:gd name="connsiteX5" fmla="*/ 543878 w 619125"/>
                <a:gd name="connsiteY5" fmla="*/ 516255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125" h="523875">
                  <a:moveTo>
                    <a:pt x="14288" y="17145"/>
                  </a:moveTo>
                  <a:cubicBezTo>
                    <a:pt x="61913" y="16192"/>
                    <a:pt x="109538" y="15240"/>
                    <a:pt x="157163" y="14288"/>
                  </a:cubicBezTo>
                  <a:cubicBezTo>
                    <a:pt x="168592" y="14288"/>
                    <a:pt x="412433" y="31433"/>
                    <a:pt x="414338" y="34290"/>
                  </a:cubicBezTo>
                  <a:cubicBezTo>
                    <a:pt x="472440" y="59055"/>
                    <a:pt x="495300" y="90488"/>
                    <a:pt x="530543" y="125730"/>
                  </a:cubicBezTo>
                  <a:cubicBezTo>
                    <a:pt x="627698" y="222885"/>
                    <a:pt x="644843" y="386715"/>
                    <a:pt x="552450" y="501967"/>
                  </a:cubicBezTo>
                  <a:cubicBezTo>
                    <a:pt x="548640" y="505778"/>
                    <a:pt x="546735" y="511492"/>
                    <a:pt x="543878" y="516255"/>
                  </a:cubicBezTo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42">
              <a:extLst>
                <a:ext uri="{FF2B5EF4-FFF2-40B4-BE49-F238E27FC236}">
                  <a16:creationId xmlns:a16="http://schemas.microsoft.com/office/drawing/2014/main" id="{27288004-5CAA-4688-8738-E20C291F5377}"/>
                </a:ext>
              </a:extLst>
            </p:cNvPr>
            <p:cNvSpPr/>
            <p:nvPr/>
          </p:nvSpPr>
          <p:spPr>
            <a:xfrm>
              <a:off x="6352383" y="4351896"/>
              <a:ext cx="1504950" cy="1762125"/>
            </a:xfrm>
            <a:custGeom>
              <a:avLst/>
              <a:gdLst>
                <a:gd name="connsiteX0" fmla="*/ 623727 w 1504950"/>
                <a:gd name="connsiteY0" fmla="*/ 594360 h 1762125"/>
                <a:gd name="connsiteX1" fmla="*/ 668494 w 1504950"/>
                <a:gd name="connsiteY1" fmla="*/ 571500 h 1762125"/>
                <a:gd name="connsiteX2" fmla="*/ 758029 w 1504950"/>
                <a:gd name="connsiteY2" fmla="*/ 535305 h 1762125"/>
                <a:gd name="connsiteX3" fmla="*/ 862804 w 1504950"/>
                <a:gd name="connsiteY3" fmla="*/ 268605 h 1762125"/>
                <a:gd name="connsiteX4" fmla="*/ 237012 w 1504950"/>
                <a:gd name="connsiteY4" fmla="*/ 186690 h 1762125"/>
                <a:gd name="connsiteX5" fmla="*/ 77944 w 1504950"/>
                <a:gd name="connsiteY5" fmla="*/ 282893 h 1762125"/>
                <a:gd name="connsiteX6" fmla="*/ 42702 w 1504950"/>
                <a:gd name="connsiteY6" fmla="*/ 402908 h 1762125"/>
                <a:gd name="connsiteX7" fmla="*/ 15079 w 1504950"/>
                <a:gd name="connsiteY7" fmla="*/ 560070 h 1762125"/>
                <a:gd name="connsiteX8" fmla="*/ 31272 w 1504950"/>
                <a:gd name="connsiteY8" fmla="*/ 627698 h 1762125"/>
                <a:gd name="connsiteX9" fmla="*/ 299877 w 1504950"/>
                <a:gd name="connsiteY9" fmla="*/ 1050608 h 1762125"/>
                <a:gd name="connsiteX10" fmla="*/ 385602 w 1504950"/>
                <a:gd name="connsiteY10" fmla="*/ 1133475 h 1762125"/>
                <a:gd name="connsiteX11" fmla="*/ 406557 w 1504950"/>
                <a:gd name="connsiteY11" fmla="*/ 1181100 h 1762125"/>
                <a:gd name="connsiteX12" fmla="*/ 415129 w 1504950"/>
                <a:gd name="connsiteY12" fmla="*/ 1703070 h 1762125"/>
                <a:gd name="connsiteX13" fmla="*/ 469422 w 1504950"/>
                <a:gd name="connsiteY13" fmla="*/ 1753552 h 1762125"/>
                <a:gd name="connsiteX14" fmla="*/ 1221897 w 1504950"/>
                <a:gd name="connsiteY14" fmla="*/ 1755458 h 1762125"/>
                <a:gd name="connsiteX15" fmla="*/ 1268569 w 1504950"/>
                <a:gd name="connsiteY15" fmla="*/ 1708785 h 1762125"/>
                <a:gd name="connsiteX16" fmla="*/ 1259997 w 1504950"/>
                <a:gd name="connsiteY16" fmla="*/ 1161098 h 1762125"/>
                <a:gd name="connsiteX17" fmla="*/ 1290477 w 1504950"/>
                <a:gd name="connsiteY17" fmla="*/ 1106805 h 1762125"/>
                <a:gd name="connsiteX18" fmla="*/ 1466689 w 1504950"/>
                <a:gd name="connsiteY18" fmla="*/ 876300 h 1762125"/>
                <a:gd name="connsiteX19" fmla="*/ 1481929 w 1504950"/>
                <a:gd name="connsiteY19" fmla="*/ 793433 h 1762125"/>
                <a:gd name="connsiteX20" fmla="*/ 1495264 w 1504950"/>
                <a:gd name="connsiteY20" fmla="*/ 14288 h 1762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04950" h="1762125">
                  <a:moveTo>
                    <a:pt x="623727" y="594360"/>
                  </a:moveTo>
                  <a:cubicBezTo>
                    <a:pt x="636109" y="581978"/>
                    <a:pt x="651349" y="575310"/>
                    <a:pt x="668494" y="571500"/>
                  </a:cubicBezTo>
                  <a:cubicBezTo>
                    <a:pt x="700879" y="564833"/>
                    <a:pt x="731359" y="553403"/>
                    <a:pt x="758029" y="535305"/>
                  </a:cubicBezTo>
                  <a:cubicBezTo>
                    <a:pt x="834229" y="483870"/>
                    <a:pt x="859947" y="361950"/>
                    <a:pt x="862804" y="268605"/>
                  </a:cubicBezTo>
                  <a:cubicBezTo>
                    <a:pt x="863757" y="252413"/>
                    <a:pt x="321784" y="190500"/>
                    <a:pt x="237012" y="186690"/>
                  </a:cubicBezTo>
                  <a:cubicBezTo>
                    <a:pt x="166527" y="182880"/>
                    <a:pt x="98899" y="217170"/>
                    <a:pt x="77944" y="282893"/>
                  </a:cubicBezTo>
                  <a:cubicBezTo>
                    <a:pt x="65562" y="322898"/>
                    <a:pt x="55084" y="362903"/>
                    <a:pt x="42702" y="402908"/>
                  </a:cubicBezTo>
                  <a:cubicBezTo>
                    <a:pt x="34129" y="432435"/>
                    <a:pt x="22699" y="511492"/>
                    <a:pt x="15079" y="560070"/>
                  </a:cubicBezTo>
                  <a:cubicBezTo>
                    <a:pt x="12222" y="583883"/>
                    <a:pt x="16984" y="607695"/>
                    <a:pt x="31272" y="627698"/>
                  </a:cubicBezTo>
                  <a:cubicBezTo>
                    <a:pt x="89374" y="712470"/>
                    <a:pt x="240822" y="954405"/>
                    <a:pt x="299877" y="1050608"/>
                  </a:cubicBezTo>
                  <a:cubicBezTo>
                    <a:pt x="311307" y="1069658"/>
                    <a:pt x="365599" y="1121093"/>
                    <a:pt x="385602" y="1133475"/>
                  </a:cubicBezTo>
                  <a:cubicBezTo>
                    <a:pt x="396079" y="1140143"/>
                    <a:pt x="406557" y="1161098"/>
                    <a:pt x="406557" y="1181100"/>
                  </a:cubicBezTo>
                  <a:cubicBezTo>
                    <a:pt x="401794" y="1352550"/>
                    <a:pt x="407509" y="1530668"/>
                    <a:pt x="415129" y="1703070"/>
                  </a:cubicBezTo>
                  <a:cubicBezTo>
                    <a:pt x="417034" y="1744027"/>
                    <a:pt x="425607" y="1753552"/>
                    <a:pt x="469422" y="1753552"/>
                  </a:cubicBezTo>
                  <a:cubicBezTo>
                    <a:pt x="717072" y="1751648"/>
                    <a:pt x="974247" y="1757363"/>
                    <a:pt x="1221897" y="1755458"/>
                  </a:cubicBezTo>
                  <a:cubicBezTo>
                    <a:pt x="1263807" y="1755458"/>
                    <a:pt x="1268569" y="1749743"/>
                    <a:pt x="1268569" y="1708785"/>
                  </a:cubicBezTo>
                  <a:cubicBezTo>
                    <a:pt x="1266664" y="1528763"/>
                    <a:pt x="1258092" y="1342073"/>
                    <a:pt x="1259997" y="1161098"/>
                  </a:cubicBezTo>
                  <a:cubicBezTo>
                    <a:pt x="1259997" y="1135380"/>
                    <a:pt x="1268569" y="1121093"/>
                    <a:pt x="1290477" y="1106805"/>
                  </a:cubicBezTo>
                  <a:cubicBezTo>
                    <a:pt x="1378107" y="1047750"/>
                    <a:pt x="1434304" y="977265"/>
                    <a:pt x="1466689" y="876300"/>
                  </a:cubicBezTo>
                  <a:cubicBezTo>
                    <a:pt x="1475262" y="848678"/>
                    <a:pt x="1480977" y="822008"/>
                    <a:pt x="1481929" y="793433"/>
                  </a:cubicBezTo>
                  <a:cubicBezTo>
                    <a:pt x="1490502" y="541973"/>
                    <a:pt x="1496217" y="287655"/>
                    <a:pt x="1495264" y="14288"/>
                  </a:cubicBezTo>
                </a:path>
              </a:pathLst>
            </a:custGeom>
            <a:noFill/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1" name="Graphic 73">
            <a:extLst>
              <a:ext uri="{FF2B5EF4-FFF2-40B4-BE49-F238E27FC236}">
                <a16:creationId xmlns:a16="http://schemas.microsoft.com/office/drawing/2014/main" id="{7D8DDCBD-DCC5-43FC-A5E0-7F49E86DA9B5}"/>
              </a:ext>
            </a:extLst>
          </p:cNvPr>
          <p:cNvGrpSpPr/>
          <p:nvPr/>
        </p:nvGrpSpPr>
        <p:grpSpPr>
          <a:xfrm>
            <a:off x="8874217" y="1325710"/>
            <a:ext cx="1065695" cy="1575624"/>
            <a:chOff x="5210175" y="2119312"/>
            <a:chExt cx="1771650" cy="2619375"/>
          </a:xfrm>
        </p:grpSpPr>
        <p:sp>
          <p:nvSpPr>
            <p:cNvPr id="42" name="Freeform: Shape 44">
              <a:extLst>
                <a:ext uri="{FF2B5EF4-FFF2-40B4-BE49-F238E27FC236}">
                  <a16:creationId xmlns:a16="http://schemas.microsoft.com/office/drawing/2014/main" id="{CE16378C-FE3A-435D-A009-3DE62042BC5B}"/>
                </a:ext>
              </a:extLst>
            </p:cNvPr>
            <p:cNvSpPr/>
            <p:nvPr/>
          </p:nvSpPr>
          <p:spPr>
            <a:xfrm>
              <a:off x="5195888" y="2105025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5">
              <a:extLst>
                <a:ext uri="{FF2B5EF4-FFF2-40B4-BE49-F238E27FC236}">
                  <a16:creationId xmlns:a16="http://schemas.microsoft.com/office/drawing/2014/main" id="{5507931C-8481-4E14-9B3B-EE2D6AD34CC6}"/>
                </a:ext>
              </a:extLst>
            </p:cNvPr>
            <p:cNvSpPr/>
            <p:nvPr/>
          </p:nvSpPr>
          <p:spPr>
            <a:xfrm>
              <a:off x="5195888" y="2105025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6">
              <a:extLst>
                <a:ext uri="{FF2B5EF4-FFF2-40B4-BE49-F238E27FC236}">
                  <a16:creationId xmlns:a16="http://schemas.microsoft.com/office/drawing/2014/main" id="{9CF796EA-F4D1-48EF-8029-97F028CC7A66}"/>
                </a:ext>
              </a:extLst>
            </p:cNvPr>
            <p:cNvSpPr/>
            <p:nvPr/>
          </p:nvSpPr>
          <p:spPr>
            <a:xfrm>
              <a:off x="5195888" y="2105025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7">
              <a:extLst>
                <a:ext uri="{FF2B5EF4-FFF2-40B4-BE49-F238E27FC236}">
                  <a16:creationId xmlns:a16="http://schemas.microsoft.com/office/drawing/2014/main" id="{651C0134-A870-4654-9A85-A7C0617BEA1F}"/>
                </a:ext>
              </a:extLst>
            </p:cNvPr>
            <p:cNvSpPr/>
            <p:nvPr/>
          </p:nvSpPr>
          <p:spPr>
            <a:xfrm>
              <a:off x="5195888" y="2105025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8">
              <a:extLst>
                <a:ext uri="{FF2B5EF4-FFF2-40B4-BE49-F238E27FC236}">
                  <a16:creationId xmlns:a16="http://schemas.microsoft.com/office/drawing/2014/main" id="{EBDF85E7-B301-4735-ADAC-31C5024705CC}"/>
                </a:ext>
              </a:extLst>
            </p:cNvPr>
            <p:cNvSpPr/>
            <p:nvPr/>
          </p:nvSpPr>
          <p:spPr>
            <a:xfrm>
              <a:off x="5195888" y="2105025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9">
              <a:extLst>
                <a:ext uri="{FF2B5EF4-FFF2-40B4-BE49-F238E27FC236}">
                  <a16:creationId xmlns:a16="http://schemas.microsoft.com/office/drawing/2014/main" id="{590F06ED-0D0D-403F-9471-C0671028D204}"/>
                </a:ext>
              </a:extLst>
            </p:cNvPr>
            <p:cNvSpPr/>
            <p:nvPr/>
          </p:nvSpPr>
          <p:spPr>
            <a:xfrm>
              <a:off x="5195888" y="2105025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/>
              </a:pathLst>
            </a:custGeom>
            <a:noFill/>
            <a:ln w="28575" cap="rnd">
              <a:solidFill>
                <a:schemeClr val="accent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50">
              <a:extLst>
                <a:ext uri="{FF2B5EF4-FFF2-40B4-BE49-F238E27FC236}">
                  <a16:creationId xmlns:a16="http://schemas.microsoft.com/office/drawing/2014/main" id="{FA7B2011-8C63-4FFF-B0C0-B695A501B4A3}"/>
                </a:ext>
              </a:extLst>
            </p:cNvPr>
            <p:cNvSpPr/>
            <p:nvPr/>
          </p:nvSpPr>
          <p:spPr>
            <a:xfrm>
              <a:off x="5672138" y="3526154"/>
              <a:ext cx="619125" cy="523875"/>
            </a:xfrm>
            <a:custGeom>
              <a:avLst/>
              <a:gdLst>
                <a:gd name="connsiteX0" fmla="*/ 14288 w 619125"/>
                <a:gd name="connsiteY0" fmla="*/ 17145 h 523875"/>
                <a:gd name="connsiteX1" fmla="*/ 157163 w 619125"/>
                <a:gd name="connsiteY1" fmla="*/ 14288 h 523875"/>
                <a:gd name="connsiteX2" fmla="*/ 414338 w 619125"/>
                <a:gd name="connsiteY2" fmla="*/ 34290 h 523875"/>
                <a:gd name="connsiteX3" fmla="*/ 530543 w 619125"/>
                <a:gd name="connsiteY3" fmla="*/ 125730 h 523875"/>
                <a:gd name="connsiteX4" fmla="*/ 552450 w 619125"/>
                <a:gd name="connsiteY4" fmla="*/ 501967 h 523875"/>
                <a:gd name="connsiteX5" fmla="*/ 543878 w 619125"/>
                <a:gd name="connsiteY5" fmla="*/ 516255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125" h="523875">
                  <a:moveTo>
                    <a:pt x="14288" y="17145"/>
                  </a:moveTo>
                  <a:cubicBezTo>
                    <a:pt x="61913" y="16192"/>
                    <a:pt x="109538" y="15240"/>
                    <a:pt x="157163" y="14288"/>
                  </a:cubicBezTo>
                  <a:cubicBezTo>
                    <a:pt x="168592" y="14288"/>
                    <a:pt x="412433" y="31433"/>
                    <a:pt x="414338" y="34290"/>
                  </a:cubicBezTo>
                  <a:cubicBezTo>
                    <a:pt x="472440" y="59055"/>
                    <a:pt x="495300" y="90488"/>
                    <a:pt x="530543" y="125730"/>
                  </a:cubicBezTo>
                  <a:cubicBezTo>
                    <a:pt x="627698" y="222885"/>
                    <a:pt x="644843" y="386715"/>
                    <a:pt x="552450" y="501967"/>
                  </a:cubicBezTo>
                  <a:cubicBezTo>
                    <a:pt x="548640" y="505778"/>
                    <a:pt x="546735" y="511492"/>
                    <a:pt x="543878" y="516255"/>
                  </a:cubicBezTo>
                </a:path>
              </a:pathLst>
            </a:custGeom>
            <a:noFill/>
            <a:ln w="28575" cap="rnd">
              <a:solidFill>
                <a:schemeClr val="accent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51">
              <a:extLst>
                <a:ext uri="{FF2B5EF4-FFF2-40B4-BE49-F238E27FC236}">
                  <a16:creationId xmlns:a16="http://schemas.microsoft.com/office/drawing/2014/main" id="{C84507DB-DA30-44EC-AA39-2C530A6E5B74}"/>
                </a:ext>
              </a:extLst>
            </p:cNvPr>
            <p:cNvSpPr/>
            <p:nvPr/>
          </p:nvSpPr>
          <p:spPr>
            <a:xfrm>
              <a:off x="5466558" y="2539892"/>
              <a:ext cx="1495425" cy="2190750"/>
            </a:xfrm>
            <a:custGeom>
              <a:avLst/>
              <a:gdLst>
                <a:gd name="connsiteX0" fmla="*/ 623727 w 1495425"/>
                <a:gd name="connsiteY0" fmla="*/ 1020553 h 2190750"/>
                <a:gd name="connsiteX1" fmla="*/ 668494 w 1495425"/>
                <a:gd name="connsiteY1" fmla="*/ 997693 h 2190750"/>
                <a:gd name="connsiteX2" fmla="*/ 758029 w 1495425"/>
                <a:gd name="connsiteY2" fmla="*/ 961498 h 2190750"/>
                <a:gd name="connsiteX3" fmla="*/ 862804 w 1495425"/>
                <a:gd name="connsiteY3" fmla="*/ 694798 h 2190750"/>
                <a:gd name="connsiteX4" fmla="*/ 237012 w 1495425"/>
                <a:gd name="connsiteY4" fmla="*/ 612883 h 2190750"/>
                <a:gd name="connsiteX5" fmla="*/ 77944 w 1495425"/>
                <a:gd name="connsiteY5" fmla="*/ 709085 h 2190750"/>
                <a:gd name="connsiteX6" fmla="*/ 42702 w 1495425"/>
                <a:gd name="connsiteY6" fmla="*/ 829100 h 2190750"/>
                <a:gd name="connsiteX7" fmla="*/ 15079 w 1495425"/>
                <a:gd name="connsiteY7" fmla="*/ 986263 h 2190750"/>
                <a:gd name="connsiteX8" fmla="*/ 31272 w 1495425"/>
                <a:gd name="connsiteY8" fmla="*/ 1053890 h 2190750"/>
                <a:gd name="connsiteX9" fmla="*/ 299877 w 1495425"/>
                <a:gd name="connsiteY9" fmla="*/ 1476800 h 2190750"/>
                <a:gd name="connsiteX10" fmla="*/ 385602 w 1495425"/>
                <a:gd name="connsiteY10" fmla="*/ 1559668 h 2190750"/>
                <a:gd name="connsiteX11" fmla="*/ 406557 w 1495425"/>
                <a:gd name="connsiteY11" fmla="*/ 1607293 h 2190750"/>
                <a:gd name="connsiteX12" fmla="*/ 415129 w 1495425"/>
                <a:gd name="connsiteY12" fmla="*/ 2129263 h 2190750"/>
                <a:gd name="connsiteX13" fmla="*/ 469422 w 1495425"/>
                <a:gd name="connsiteY13" fmla="*/ 2179745 h 2190750"/>
                <a:gd name="connsiteX14" fmla="*/ 1221897 w 1495425"/>
                <a:gd name="connsiteY14" fmla="*/ 2181650 h 2190750"/>
                <a:gd name="connsiteX15" fmla="*/ 1268569 w 1495425"/>
                <a:gd name="connsiteY15" fmla="*/ 2134978 h 2190750"/>
                <a:gd name="connsiteX16" fmla="*/ 1259997 w 1495425"/>
                <a:gd name="connsiteY16" fmla="*/ 1587290 h 2190750"/>
                <a:gd name="connsiteX17" fmla="*/ 1290477 w 1495425"/>
                <a:gd name="connsiteY17" fmla="*/ 1532998 h 2190750"/>
                <a:gd name="connsiteX18" fmla="*/ 1466689 w 1495425"/>
                <a:gd name="connsiteY18" fmla="*/ 1302493 h 2190750"/>
                <a:gd name="connsiteX19" fmla="*/ 1481929 w 1495425"/>
                <a:gd name="connsiteY19" fmla="*/ 1219625 h 2190750"/>
                <a:gd name="connsiteX20" fmla="*/ 1478119 w 1495425"/>
                <a:gd name="connsiteY20" fmla="*/ 139490 h 2190750"/>
                <a:gd name="connsiteX21" fmla="*/ 1416207 w 1495425"/>
                <a:gd name="connsiteY21" fmla="*/ 34715 h 2190750"/>
                <a:gd name="connsiteX22" fmla="*/ 1286667 w 1495425"/>
                <a:gd name="connsiteY22" fmla="*/ 31858 h 2190750"/>
                <a:gd name="connsiteX23" fmla="*/ 1244757 w 1495425"/>
                <a:gd name="connsiteY23" fmla="*/ 77578 h 219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95425" h="2190750">
                  <a:moveTo>
                    <a:pt x="623727" y="1020553"/>
                  </a:moveTo>
                  <a:cubicBezTo>
                    <a:pt x="636109" y="1008170"/>
                    <a:pt x="651349" y="1001503"/>
                    <a:pt x="668494" y="997693"/>
                  </a:cubicBezTo>
                  <a:cubicBezTo>
                    <a:pt x="700879" y="991025"/>
                    <a:pt x="731359" y="979595"/>
                    <a:pt x="758029" y="961498"/>
                  </a:cubicBezTo>
                  <a:cubicBezTo>
                    <a:pt x="834229" y="910063"/>
                    <a:pt x="859947" y="788143"/>
                    <a:pt x="862804" y="694798"/>
                  </a:cubicBezTo>
                  <a:cubicBezTo>
                    <a:pt x="863757" y="678605"/>
                    <a:pt x="321784" y="616693"/>
                    <a:pt x="237012" y="612883"/>
                  </a:cubicBezTo>
                  <a:cubicBezTo>
                    <a:pt x="166527" y="609073"/>
                    <a:pt x="98899" y="643363"/>
                    <a:pt x="77944" y="709085"/>
                  </a:cubicBezTo>
                  <a:cubicBezTo>
                    <a:pt x="65562" y="749090"/>
                    <a:pt x="55084" y="789095"/>
                    <a:pt x="42702" y="829100"/>
                  </a:cubicBezTo>
                  <a:cubicBezTo>
                    <a:pt x="34129" y="858628"/>
                    <a:pt x="22699" y="937685"/>
                    <a:pt x="15079" y="986263"/>
                  </a:cubicBezTo>
                  <a:cubicBezTo>
                    <a:pt x="12222" y="1010075"/>
                    <a:pt x="16984" y="1033888"/>
                    <a:pt x="31272" y="1053890"/>
                  </a:cubicBezTo>
                  <a:cubicBezTo>
                    <a:pt x="89374" y="1138663"/>
                    <a:pt x="240822" y="1380598"/>
                    <a:pt x="299877" y="1476800"/>
                  </a:cubicBezTo>
                  <a:cubicBezTo>
                    <a:pt x="311307" y="1495850"/>
                    <a:pt x="365599" y="1547285"/>
                    <a:pt x="385602" y="1559668"/>
                  </a:cubicBezTo>
                  <a:cubicBezTo>
                    <a:pt x="396079" y="1566335"/>
                    <a:pt x="406557" y="1587290"/>
                    <a:pt x="406557" y="1607293"/>
                  </a:cubicBezTo>
                  <a:cubicBezTo>
                    <a:pt x="401794" y="1778743"/>
                    <a:pt x="407509" y="1956860"/>
                    <a:pt x="415129" y="2129263"/>
                  </a:cubicBezTo>
                  <a:cubicBezTo>
                    <a:pt x="417034" y="2170220"/>
                    <a:pt x="425607" y="2179745"/>
                    <a:pt x="469422" y="2179745"/>
                  </a:cubicBezTo>
                  <a:cubicBezTo>
                    <a:pt x="717072" y="2177840"/>
                    <a:pt x="974247" y="2183555"/>
                    <a:pt x="1221897" y="2181650"/>
                  </a:cubicBezTo>
                  <a:cubicBezTo>
                    <a:pt x="1263807" y="2181650"/>
                    <a:pt x="1268569" y="2175935"/>
                    <a:pt x="1268569" y="2134978"/>
                  </a:cubicBezTo>
                  <a:cubicBezTo>
                    <a:pt x="1266664" y="1954955"/>
                    <a:pt x="1258092" y="1768265"/>
                    <a:pt x="1259997" y="1587290"/>
                  </a:cubicBezTo>
                  <a:cubicBezTo>
                    <a:pt x="1259997" y="1561573"/>
                    <a:pt x="1268569" y="1547285"/>
                    <a:pt x="1290477" y="1532998"/>
                  </a:cubicBezTo>
                  <a:cubicBezTo>
                    <a:pt x="1378107" y="1473943"/>
                    <a:pt x="1434304" y="1403458"/>
                    <a:pt x="1466689" y="1302493"/>
                  </a:cubicBezTo>
                  <a:cubicBezTo>
                    <a:pt x="1475262" y="1274870"/>
                    <a:pt x="1480977" y="1248200"/>
                    <a:pt x="1481929" y="1219625"/>
                  </a:cubicBezTo>
                  <a:cubicBezTo>
                    <a:pt x="1490502" y="968165"/>
                    <a:pt x="1478119" y="139490"/>
                    <a:pt x="1478119" y="139490"/>
                  </a:cubicBezTo>
                  <a:cubicBezTo>
                    <a:pt x="1478119" y="90913"/>
                    <a:pt x="1455259" y="54718"/>
                    <a:pt x="1416207" y="34715"/>
                  </a:cubicBezTo>
                  <a:cubicBezTo>
                    <a:pt x="1379059" y="14713"/>
                    <a:pt x="1323814" y="2330"/>
                    <a:pt x="1286667" y="31858"/>
                  </a:cubicBezTo>
                  <a:cubicBezTo>
                    <a:pt x="1273332" y="42335"/>
                    <a:pt x="1263807" y="50908"/>
                    <a:pt x="1244757" y="77578"/>
                  </a:cubicBezTo>
                </a:path>
              </a:pathLst>
            </a:custGeom>
            <a:noFill/>
            <a:ln w="28575" cap="rnd">
              <a:solidFill>
                <a:schemeClr val="accent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52">
              <a:extLst>
                <a:ext uri="{FF2B5EF4-FFF2-40B4-BE49-F238E27FC236}">
                  <a16:creationId xmlns:a16="http://schemas.microsoft.com/office/drawing/2014/main" id="{0D0919DA-C095-4F2A-A42D-2B12B44DED77}"/>
                </a:ext>
              </a:extLst>
            </p:cNvPr>
            <p:cNvSpPr/>
            <p:nvPr/>
          </p:nvSpPr>
          <p:spPr>
            <a:xfrm>
              <a:off x="5738813" y="2238693"/>
              <a:ext cx="333375" cy="923925"/>
            </a:xfrm>
            <a:custGeom>
              <a:avLst/>
              <a:gdLst>
                <a:gd name="connsiteX0" fmla="*/ 321945 w 333375"/>
                <a:gd name="connsiteY0" fmla="*/ 102551 h 923925"/>
                <a:gd name="connsiteX1" fmla="*/ 278130 w 333375"/>
                <a:gd name="connsiteY1" fmla="*/ 61594 h 923925"/>
                <a:gd name="connsiteX2" fmla="*/ 112395 w 333375"/>
                <a:gd name="connsiteY2" fmla="*/ 24446 h 923925"/>
                <a:gd name="connsiteX3" fmla="*/ 14288 w 333375"/>
                <a:gd name="connsiteY3" fmla="*/ 168274 h 923925"/>
                <a:gd name="connsiteX4" fmla="*/ 14288 w 333375"/>
                <a:gd name="connsiteY4" fmla="*/ 917891 h 923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375" h="923925">
                  <a:moveTo>
                    <a:pt x="321945" y="102551"/>
                  </a:moveTo>
                  <a:cubicBezTo>
                    <a:pt x="309563" y="87311"/>
                    <a:pt x="290513" y="73976"/>
                    <a:pt x="278130" y="61594"/>
                  </a:cubicBezTo>
                  <a:cubicBezTo>
                    <a:pt x="236220" y="18731"/>
                    <a:pt x="164783" y="1586"/>
                    <a:pt x="112395" y="24446"/>
                  </a:cubicBezTo>
                  <a:cubicBezTo>
                    <a:pt x="50482" y="50164"/>
                    <a:pt x="14288" y="102551"/>
                    <a:pt x="14288" y="168274"/>
                  </a:cubicBezTo>
                  <a:cubicBezTo>
                    <a:pt x="14288" y="470216"/>
                    <a:pt x="14288" y="615949"/>
                    <a:pt x="14288" y="917891"/>
                  </a:cubicBezTo>
                </a:path>
              </a:pathLst>
            </a:custGeom>
            <a:noFill/>
            <a:ln w="28575" cap="rnd">
              <a:solidFill>
                <a:schemeClr val="accent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3">
              <a:extLst>
                <a:ext uri="{FF2B5EF4-FFF2-40B4-BE49-F238E27FC236}">
                  <a16:creationId xmlns:a16="http://schemas.microsoft.com/office/drawing/2014/main" id="{1C5DF171-85C8-4246-93D9-A11F99AB4ABE}"/>
                </a:ext>
              </a:extLst>
            </p:cNvPr>
            <p:cNvSpPr/>
            <p:nvPr/>
          </p:nvSpPr>
          <p:spPr>
            <a:xfrm>
              <a:off x="6053138" y="2140069"/>
              <a:ext cx="342900" cy="1009650"/>
            </a:xfrm>
            <a:custGeom>
              <a:avLst/>
              <a:gdLst>
                <a:gd name="connsiteX0" fmla="*/ 337185 w 342900"/>
                <a:gd name="connsiteY0" fmla="*/ 997466 h 1009650"/>
                <a:gd name="connsiteX1" fmla="*/ 325755 w 342900"/>
                <a:gd name="connsiteY1" fmla="*/ 146883 h 1009650"/>
                <a:gd name="connsiteX2" fmla="*/ 183833 w 342900"/>
                <a:gd name="connsiteY2" fmla="*/ 14486 h 1009650"/>
                <a:gd name="connsiteX3" fmla="*/ 14288 w 342900"/>
                <a:gd name="connsiteY3" fmla="*/ 135453 h 1009650"/>
                <a:gd name="connsiteX4" fmla="*/ 14288 w 342900"/>
                <a:gd name="connsiteY4" fmla="*/ 996514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2900" h="1009650">
                  <a:moveTo>
                    <a:pt x="337185" y="997466"/>
                  </a:moveTo>
                  <a:cubicBezTo>
                    <a:pt x="337185" y="770771"/>
                    <a:pt x="328613" y="167838"/>
                    <a:pt x="325755" y="146883"/>
                  </a:cubicBezTo>
                  <a:cubicBezTo>
                    <a:pt x="317183" y="70683"/>
                    <a:pt x="249555" y="18296"/>
                    <a:pt x="183833" y="14486"/>
                  </a:cubicBezTo>
                  <a:cubicBezTo>
                    <a:pt x="101917" y="10676"/>
                    <a:pt x="24765" y="62111"/>
                    <a:pt x="14288" y="135453"/>
                  </a:cubicBezTo>
                  <a:cubicBezTo>
                    <a:pt x="14288" y="137358"/>
                    <a:pt x="14288" y="751721"/>
                    <a:pt x="14288" y="996514"/>
                  </a:cubicBezTo>
                </a:path>
              </a:pathLst>
            </a:custGeom>
            <a:noFill/>
            <a:ln w="28575" cap="rnd">
              <a:solidFill>
                <a:schemeClr val="accent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4">
              <a:extLst>
                <a:ext uri="{FF2B5EF4-FFF2-40B4-BE49-F238E27FC236}">
                  <a16:creationId xmlns:a16="http://schemas.microsoft.com/office/drawing/2014/main" id="{7B4C4D5E-F3F7-4729-9338-DC15631812D7}"/>
                </a:ext>
              </a:extLst>
            </p:cNvPr>
            <p:cNvSpPr/>
            <p:nvPr/>
          </p:nvSpPr>
          <p:spPr>
            <a:xfrm>
              <a:off x="6376035" y="2281520"/>
              <a:ext cx="342900" cy="876300"/>
            </a:xfrm>
            <a:custGeom>
              <a:avLst/>
              <a:gdLst>
                <a:gd name="connsiteX0" fmla="*/ 14288 w 342900"/>
                <a:gd name="connsiteY0" fmla="*/ 97824 h 876300"/>
                <a:gd name="connsiteX1" fmla="*/ 64770 w 342900"/>
                <a:gd name="connsiteY1" fmla="*/ 53057 h 876300"/>
                <a:gd name="connsiteX2" fmla="*/ 227648 w 342900"/>
                <a:gd name="connsiteY2" fmla="*/ 27339 h 876300"/>
                <a:gd name="connsiteX3" fmla="*/ 329565 w 342900"/>
                <a:gd name="connsiteY3" fmla="*/ 176882 h 876300"/>
                <a:gd name="connsiteX4" fmla="*/ 329565 w 342900"/>
                <a:gd name="connsiteY4" fmla="*/ 274989 h 876300"/>
                <a:gd name="connsiteX5" fmla="*/ 337185 w 342900"/>
                <a:gd name="connsiteY5" fmla="*/ 862682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" h="876300">
                  <a:moveTo>
                    <a:pt x="14288" y="97824"/>
                  </a:moveTo>
                  <a:cubicBezTo>
                    <a:pt x="38100" y="74012"/>
                    <a:pt x="52388" y="65439"/>
                    <a:pt x="64770" y="53057"/>
                  </a:cubicBezTo>
                  <a:cubicBezTo>
                    <a:pt x="111443" y="9242"/>
                    <a:pt x="167640" y="5432"/>
                    <a:pt x="227648" y="27339"/>
                  </a:cubicBezTo>
                  <a:cubicBezTo>
                    <a:pt x="298132" y="54009"/>
                    <a:pt x="329565" y="111159"/>
                    <a:pt x="329565" y="176882"/>
                  </a:cubicBezTo>
                  <a:cubicBezTo>
                    <a:pt x="329565" y="209267"/>
                    <a:pt x="329565" y="242604"/>
                    <a:pt x="329565" y="274989"/>
                  </a:cubicBezTo>
                  <a:cubicBezTo>
                    <a:pt x="329565" y="283562"/>
                    <a:pt x="337185" y="731237"/>
                    <a:pt x="337185" y="862682"/>
                  </a:cubicBezTo>
                </a:path>
              </a:pathLst>
            </a:custGeom>
            <a:noFill/>
            <a:ln w="28575" cap="rnd">
              <a:solidFill>
                <a:schemeClr val="accent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3" name="Rectangle 3">
            <a:extLst>
              <a:ext uri="{FF2B5EF4-FFF2-40B4-BE49-F238E27FC236}">
                <a16:creationId xmlns:a16="http://schemas.microsoft.com/office/drawing/2014/main" id="{1714CBC2-B9DC-40F0-BD38-1475FABAFF31}"/>
              </a:ext>
            </a:extLst>
          </p:cNvPr>
          <p:cNvSpPr/>
          <p:nvPr/>
        </p:nvSpPr>
        <p:spPr>
          <a:xfrm>
            <a:off x="5888330" y="3791641"/>
            <a:ext cx="2507688" cy="472852"/>
          </a:xfrm>
          <a:prstGeom prst="rect">
            <a:avLst/>
          </a:prstGeom>
          <a:solidFill>
            <a:schemeClr val="accent3"/>
          </a:solidFill>
          <a:ln>
            <a:noFill/>
          </a:ln>
          <a:scene3d>
            <a:camera prst="obliqueTopLeft">
              <a:rot lat="0" lon="0" rev="0"/>
            </a:camera>
            <a:lightRig rig="balanced" dir="t"/>
          </a:scene3d>
          <a:sp3d extrusionH="889000" prstMaterial="matte">
            <a:extrusionClr>
              <a:schemeClr val="accent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0987C01A-4CEE-4124-98DB-82BFF3854B59}"/>
              </a:ext>
            </a:extLst>
          </p:cNvPr>
          <p:cNvSpPr/>
          <p:nvPr/>
        </p:nvSpPr>
        <p:spPr>
          <a:xfrm>
            <a:off x="8396017" y="3312942"/>
            <a:ext cx="2507688" cy="472852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obliqueTopLeft">
              <a:rot lat="0" lon="0" rev="0"/>
            </a:camera>
            <a:lightRig rig="balanced" dir="t"/>
          </a:scene3d>
          <a:sp3d extrusionH="889000" prstMaterial="matte">
            <a:extrusionClr>
              <a:schemeClr val="accent4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2AE78FF-803D-4463-8871-6B2A530B665F}"/>
              </a:ext>
            </a:extLst>
          </p:cNvPr>
          <p:cNvSpPr/>
          <p:nvPr/>
        </p:nvSpPr>
        <p:spPr>
          <a:xfrm>
            <a:off x="883405" y="4752536"/>
            <a:ext cx="2507688" cy="472852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obliqueTopLeft">
              <a:rot lat="0" lon="0" rev="0"/>
            </a:camera>
            <a:lightRig rig="balanced" dir="t"/>
          </a:scene3d>
          <a:sp3d extrusionH="889000" prstMaterial="matte">
            <a:extrusionClr>
              <a:schemeClr val="accent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 smtClean="0"/>
              <a:t>player</a:t>
            </a:r>
            <a:endParaRPr lang="ko-KR" altLang="en-US" sz="2700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00B7D959-62CD-4232-8AFB-8AB633328D66}"/>
              </a:ext>
            </a:extLst>
          </p:cNvPr>
          <p:cNvSpPr/>
          <p:nvPr/>
        </p:nvSpPr>
        <p:spPr>
          <a:xfrm>
            <a:off x="3380642" y="4270340"/>
            <a:ext cx="2507688" cy="47285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obliqueTopLeft">
              <a:rot lat="0" lon="0" rev="0"/>
            </a:camera>
            <a:lightRig rig="balanced" dir="t"/>
          </a:scene3d>
          <a:sp3d extrusionH="889000" prstMaterial="matte">
            <a:extrusionClr>
              <a:schemeClr val="accent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E9F191-68BD-4CD0-8D97-8F6BB602A16F}"/>
              </a:ext>
            </a:extLst>
          </p:cNvPr>
          <p:cNvSpPr txBox="1"/>
          <p:nvPr/>
        </p:nvSpPr>
        <p:spPr>
          <a:xfrm>
            <a:off x="3497180" y="4309743"/>
            <a:ext cx="236329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spc="600" dirty="0" smtClean="0">
                <a:solidFill>
                  <a:schemeClr val="bg1"/>
                </a:solidFill>
                <a:latin typeface="Arial Black" panose="020B0A04020102020204" pitchFamily="34" charset="0"/>
                <a:cs typeface="Arial" pitchFamily="34" charset="0"/>
              </a:rPr>
              <a:t>QUIz:Qno</a:t>
            </a:r>
            <a:endParaRPr lang="ko-KR" altLang="en-US" sz="2000" b="1" spc="600" dirty="0">
              <a:solidFill>
                <a:schemeClr val="bg1"/>
              </a:solidFill>
              <a:latin typeface="Arial Black" panose="020B0A04020102020204" pitchFamily="34" charset="0"/>
              <a:cs typeface="Arial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D48607-A30C-47FE-9C7F-B9E9AA028C25}"/>
              </a:ext>
            </a:extLst>
          </p:cNvPr>
          <p:cNvSpPr txBox="1"/>
          <p:nvPr/>
        </p:nvSpPr>
        <p:spPr>
          <a:xfrm>
            <a:off x="5888330" y="3829527"/>
            <a:ext cx="250768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spc="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Subject</a:t>
            </a:r>
            <a:endParaRPr lang="ko-KR" altLang="en-US" sz="1400" b="1" spc="600" dirty="0">
              <a:solidFill>
                <a:schemeClr val="bg1"/>
              </a:solidFill>
              <a:latin typeface="Arial Black" panose="020B0A04020102020204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9DC220-BE84-4319-AC3E-4F13ACC78E86}"/>
              </a:ext>
            </a:extLst>
          </p:cNvPr>
          <p:cNvSpPr txBox="1"/>
          <p:nvPr/>
        </p:nvSpPr>
        <p:spPr>
          <a:xfrm>
            <a:off x="8618220" y="3287758"/>
            <a:ext cx="213047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Score/result and game </a:t>
            </a:r>
            <a:r>
              <a:rPr lang="en-US" sz="1400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nenu</a:t>
            </a:r>
            <a:endParaRPr lang="en-US" sz="1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61" name="그룹 3">
            <a:extLst>
              <a:ext uri="{FF2B5EF4-FFF2-40B4-BE49-F238E27FC236}">
                <a16:creationId xmlns:a16="http://schemas.microsoft.com/office/drawing/2014/main" id="{01DA8FE4-6F40-4B1E-AFE1-F34FB90332D5}"/>
              </a:ext>
            </a:extLst>
          </p:cNvPr>
          <p:cNvGrpSpPr/>
          <p:nvPr/>
        </p:nvGrpSpPr>
        <p:grpSpPr>
          <a:xfrm>
            <a:off x="3553176" y="4850895"/>
            <a:ext cx="2197664" cy="608894"/>
            <a:chOff x="1608973" y="4298882"/>
            <a:chExt cx="1416581" cy="608894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7609C9A-9421-4A42-AB57-E805AD4DD022}"/>
                </a:ext>
              </a:extLst>
            </p:cNvPr>
            <p:cNvSpPr txBox="1"/>
            <p:nvPr/>
          </p:nvSpPr>
          <p:spPr>
            <a:xfrm>
              <a:off x="1608973" y="4298882"/>
              <a:ext cx="1416581" cy="369332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ctr"/>
              <a:endParaRPr lang="ko-KR" altLang="en-US" b="1" dirty="0">
                <a:solidFill>
                  <a:srgbClr val="0070C0"/>
                </a:solidFill>
                <a:latin typeface="Arial Black" panose="020B0A04020102020204" pitchFamily="34" charset="0"/>
                <a:cs typeface="Arial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EDD5A32-5243-4CA3-8BC3-455629FC563A}"/>
                </a:ext>
              </a:extLst>
            </p:cNvPr>
            <p:cNvSpPr txBox="1"/>
            <p:nvPr/>
          </p:nvSpPr>
          <p:spPr>
            <a:xfrm>
              <a:off x="1608973" y="4599999"/>
              <a:ext cx="1416581" cy="307777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ctr"/>
              <a:r>
                <a:rPr lang="en-US" altLang="ko-KR" sz="1400" dirty="0" smtClean="0"/>
                <a:t>10 MCQZ per Subject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4" name="그룹 4">
            <a:extLst>
              <a:ext uri="{FF2B5EF4-FFF2-40B4-BE49-F238E27FC236}">
                <a16:creationId xmlns:a16="http://schemas.microsoft.com/office/drawing/2014/main" id="{F8CB037F-4FCD-4EC5-9ED5-41A2B2D339E9}"/>
              </a:ext>
            </a:extLst>
          </p:cNvPr>
          <p:cNvGrpSpPr/>
          <p:nvPr/>
        </p:nvGrpSpPr>
        <p:grpSpPr>
          <a:xfrm>
            <a:off x="6052103" y="4374650"/>
            <a:ext cx="2197664" cy="608895"/>
            <a:chOff x="3195050" y="3938841"/>
            <a:chExt cx="1416581" cy="608895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3E7CD2A-1EAD-47AB-BB09-11FBD07EB815}"/>
                </a:ext>
              </a:extLst>
            </p:cNvPr>
            <p:cNvSpPr txBox="1"/>
            <p:nvPr/>
          </p:nvSpPr>
          <p:spPr>
            <a:xfrm>
              <a:off x="3195050" y="3938841"/>
              <a:ext cx="1416581" cy="369332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ctr"/>
              <a:endParaRPr lang="ko-KR" altLang="en-US" b="1" dirty="0">
                <a:solidFill>
                  <a:srgbClr val="C00000"/>
                </a:solidFill>
                <a:cs typeface="Arial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0356420-3A18-4DA8-ACAC-3C4CB5BE2E2D}"/>
                </a:ext>
              </a:extLst>
            </p:cNvPr>
            <p:cNvSpPr txBox="1"/>
            <p:nvPr/>
          </p:nvSpPr>
          <p:spPr>
            <a:xfrm>
              <a:off x="3195050" y="4239959"/>
              <a:ext cx="1416581" cy="307777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ctr"/>
              <a:r>
                <a:rPr lang="en-US" altLang="ko-KR" sz="1400" dirty="0" smtClean="0"/>
                <a:t>ICT, CPP, English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67" name="그룹 5">
            <a:extLst>
              <a:ext uri="{FF2B5EF4-FFF2-40B4-BE49-F238E27FC236}">
                <a16:creationId xmlns:a16="http://schemas.microsoft.com/office/drawing/2014/main" id="{856435D7-80D1-4FB0-9900-B85A786BEA07}"/>
              </a:ext>
            </a:extLst>
          </p:cNvPr>
          <p:cNvGrpSpPr/>
          <p:nvPr/>
        </p:nvGrpSpPr>
        <p:grpSpPr>
          <a:xfrm>
            <a:off x="8551030" y="3929182"/>
            <a:ext cx="2197664" cy="1439891"/>
            <a:chOff x="4781127" y="3608730"/>
            <a:chExt cx="1416581" cy="1439891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A1E1489-6B96-430A-92B4-FFD2253D8841}"/>
                </a:ext>
              </a:extLst>
            </p:cNvPr>
            <p:cNvSpPr txBox="1"/>
            <p:nvPr/>
          </p:nvSpPr>
          <p:spPr>
            <a:xfrm>
              <a:off x="4781127" y="3608730"/>
              <a:ext cx="1416581" cy="307777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ctr"/>
              <a:endParaRPr lang="en-US" sz="1400" b="1" dirty="0">
                <a:solidFill>
                  <a:srgbClr val="0070C0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9A42C30-4F0B-4040-8E4A-41502A57F702}"/>
                </a:ext>
              </a:extLst>
            </p:cNvPr>
            <p:cNvSpPr txBox="1"/>
            <p:nvPr/>
          </p:nvSpPr>
          <p:spPr>
            <a:xfrm>
              <a:off x="4781127" y="3879070"/>
              <a:ext cx="1416581" cy="1169551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ctr"/>
              <a:r>
                <a:rPr lang="en-US" sz="1400" dirty="0" smtClean="0"/>
                <a:t>Score: Tracks </a:t>
              </a:r>
              <a:r>
                <a:rPr lang="en-US" sz="1400" dirty="0"/>
                <a:t>points and winner</a:t>
              </a:r>
              <a:r>
                <a:rPr lang="en-US" sz="1400" dirty="0" smtClean="0"/>
                <a:t>.</a:t>
              </a:r>
            </a:p>
            <a:p>
              <a:pPr algn="ctr"/>
              <a:r>
                <a:rPr lang="en-US" sz="1400" dirty="0" smtClean="0"/>
                <a:t>Menu: Options </a:t>
              </a:r>
              <a:r>
                <a:rPr lang="en-US" sz="1400" dirty="0"/>
                <a:t>to start, view rules, or exit.</a:t>
              </a:r>
            </a:p>
            <a:p>
              <a:pPr algn="ctr"/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70" name="그룹 6">
            <a:extLst>
              <a:ext uri="{FF2B5EF4-FFF2-40B4-BE49-F238E27FC236}">
                <a16:creationId xmlns:a16="http://schemas.microsoft.com/office/drawing/2014/main" id="{10E7B81C-7129-4E3F-B9B6-DC56C9A04B39}"/>
              </a:ext>
            </a:extLst>
          </p:cNvPr>
          <p:cNvGrpSpPr/>
          <p:nvPr/>
        </p:nvGrpSpPr>
        <p:grpSpPr>
          <a:xfrm>
            <a:off x="1054249" y="5311750"/>
            <a:ext cx="2197664" cy="624284"/>
            <a:chOff x="6367204" y="3219131"/>
            <a:chExt cx="1416581" cy="624284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1042C5A-52A6-4009-8916-8943F9877A93}"/>
                </a:ext>
              </a:extLst>
            </p:cNvPr>
            <p:cNvSpPr txBox="1"/>
            <p:nvPr/>
          </p:nvSpPr>
          <p:spPr>
            <a:xfrm>
              <a:off x="6367204" y="3219131"/>
              <a:ext cx="1416581" cy="400110"/>
            </a:xfrm>
            <a:prstGeom prst="rect">
              <a:avLst/>
            </a:prstGeom>
            <a:noFill/>
          </p:spPr>
          <p:txBody>
            <a:bodyPr wrap="square" lIns="0" rtlCol="0" anchor="ctr">
              <a:spAutoFit/>
            </a:bodyPr>
            <a:lstStyle/>
            <a:p>
              <a:pPr algn="ctr"/>
              <a:endParaRPr lang="ko-KR" altLang="en-US" sz="2000" dirty="0">
                <a:solidFill>
                  <a:srgbClr val="FF0000"/>
                </a:solidFill>
                <a:latin typeface="Arial Black" panose="020B0A04020102020204" pitchFamily="34" charset="0"/>
                <a:cs typeface="Arial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4200DE6-9FAA-4F39-9B74-721056D9A295}"/>
                </a:ext>
              </a:extLst>
            </p:cNvPr>
            <p:cNvSpPr txBox="1"/>
            <p:nvPr/>
          </p:nvSpPr>
          <p:spPr>
            <a:xfrm>
              <a:off x="6367204" y="3535638"/>
              <a:ext cx="1416581" cy="307777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ctr"/>
              <a:r>
                <a:rPr lang="en-US" altLang="ko-KR" sz="1400" dirty="0" smtClean="0"/>
                <a:t>Name and Score</a:t>
              </a:r>
              <a:endPara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</p:grpSp>
      <p:cxnSp>
        <p:nvCxnSpPr>
          <p:cNvPr id="74" name="Straight Connector 73"/>
          <p:cNvCxnSpPr/>
          <p:nvPr/>
        </p:nvCxnSpPr>
        <p:spPr>
          <a:xfrm flipH="1">
            <a:off x="3548702" y="1074056"/>
            <a:ext cx="4997854" cy="0"/>
          </a:xfrm>
          <a:prstGeom prst="line">
            <a:avLst/>
          </a:prstGeom>
          <a:ln w="5715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/>
          <p:cNvGrpSpPr/>
          <p:nvPr/>
        </p:nvGrpSpPr>
        <p:grpSpPr>
          <a:xfrm>
            <a:off x="508000" y="726744"/>
            <a:ext cx="2554514" cy="2849843"/>
            <a:chOff x="508000" y="685800"/>
            <a:chExt cx="2554514" cy="2849843"/>
          </a:xfrm>
        </p:grpSpPr>
        <p:cxnSp>
          <p:nvCxnSpPr>
            <p:cNvPr id="78" name="Straight Connector 77"/>
            <p:cNvCxnSpPr/>
            <p:nvPr/>
          </p:nvCxnSpPr>
          <p:spPr>
            <a:xfrm flipH="1">
              <a:off x="508000" y="725714"/>
              <a:ext cx="2554514" cy="0"/>
            </a:xfrm>
            <a:prstGeom prst="line">
              <a:avLst/>
            </a:prstGeom>
            <a:ln w="1016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561975" y="685800"/>
              <a:ext cx="0" cy="2849843"/>
            </a:xfrm>
            <a:prstGeom prst="line">
              <a:avLst/>
            </a:prstGeom>
            <a:ln w="11112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Straight Connector 82"/>
          <p:cNvCxnSpPr/>
          <p:nvPr/>
        </p:nvCxnSpPr>
        <p:spPr>
          <a:xfrm>
            <a:off x="6579906" y="6291618"/>
            <a:ext cx="5129870" cy="0"/>
          </a:xfrm>
          <a:prstGeom prst="line">
            <a:avLst/>
          </a:prstGeom>
          <a:ln w="1016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 flipH="1">
            <a:off x="11658600" y="4675768"/>
            <a:ext cx="6350" cy="1660300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00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5">
            <a:extLst>
              <a:ext uri="{FF2B5EF4-FFF2-40B4-BE49-F238E27FC236}">
                <a16:creationId xmlns:a16="http://schemas.microsoft.com/office/drawing/2014/main" id="{163E86EE-CEE6-405E-AA66-2659CA6F57A0}"/>
              </a:ext>
            </a:extLst>
          </p:cNvPr>
          <p:cNvSpPr/>
          <p:nvPr/>
        </p:nvSpPr>
        <p:spPr>
          <a:xfrm>
            <a:off x="3462321" y="2383801"/>
            <a:ext cx="2316618" cy="4130978"/>
          </a:xfrm>
          <a:custGeom>
            <a:avLst/>
            <a:gdLst>
              <a:gd name="connsiteX0" fmla="*/ 1010278 w 1010660"/>
              <a:gd name="connsiteY0" fmla="*/ 1613160 h 1802203"/>
              <a:gd name="connsiteX1" fmla="*/ 998557 w 1010660"/>
              <a:gd name="connsiteY1" fmla="*/ 1603308 h 1802203"/>
              <a:gd name="connsiteX2" fmla="*/ 990404 w 1010660"/>
              <a:gd name="connsiteY2" fmla="*/ 1596344 h 1802203"/>
              <a:gd name="connsiteX3" fmla="*/ 988536 w 1010660"/>
              <a:gd name="connsiteY3" fmla="*/ 1584624 h 1802203"/>
              <a:gd name="connsiteX4" fmla="*/ 968322 w 1010660"/>
              <a:gd name="connsiteY4" fmla="*/ 1564241 h 1802203"/>
              <a:gd name="connsiteX5" fmla="*/ 871163 w 1010660"/>
              <a:gd name="connsiteY5" fmla="*/ 1548444 h 1802203"/>
              <a:gd name="connsiteX6" fmla="*/ 749714 w 1010660"/>
              <a:gd name="connsiteY6" fmla="*/ 1529589 h 1802203"/>
              <a:gd name="connsiteX7" fmla="*/ 717101 w 1010660"/>
              <a:gd name="connsiteY7" fmla="*/ 1522625 h 1802203"/>
              <a:gd name="connsiteX8" fmla="*/ 717441 w 1010660"/>
              <a:gd name="connsiteY8" fmla="*/ 1520417 h 1802203"/>
              <a:gd name="connsiteX9" fmla="*/ 740032 w 1010660"/>
              <a:gd name="connsiteY9" fmla="*/ 1517020 h 1802203"/>
              <a:gd name="connsiteX10" fmla="*/ 743769 w 1010660"/>
              <a:gd name="connsiteY10" fmla="*/ 1518379 h 1802203"/>
              <a:gd name="connsiteX11" fmla="*/ 750563 w 1010660"/>
              <a:gd name="connsiteY11" fmla="*/ 1523474 h 1802203"/>
              <a:gd name="connsiteX12" fmla="*/ 804069 w 1010660"/>
              <a:gd name="connsiteY12" fmla="*/ 1521946 h 1802203"/>
              <a:gd name="connsiteX13" fmla="*/ 813581 w 1010660"/>
              <a:gd name="connsiteY13" fmla="*/ 1509036 h 1802203"/>
              <a:gd name="connsiteX14" fmla="*/ 816129 w 1010660"/>
              <a:gd name="connsiteY14" fmla="*/ 1490522 h 1802203"/>
              <a:gd name="connsiteX15" fmla="*/ 806277 w 1010660"/>
              <a:gd name="connsiteY15" fmla="*/ 1469459 h 1802203"/>
              <a:gd name="connsiteX16" fmla="*/ 798124 w 1010660"/>
              <a:gd name="connsiteY16" fmla="*/ 1455871 h 1802203"/>
              <a:gd name="connsiteX17" fmla="*/ 797274 w 1010660"/>
              <a:gd name="connsiteY17" fmla="*/ 1445849 h 1802203"/>
              <a:gd name="connsiteX18" fmla="*/ 786064 w 1010660"/>
              <a:gd name="connsiteY18" fmla="*/ 1441772 h 1802203"/>
              <a:gd name="connsiteX19" fmla="*/ 758037 w 1010660"/>
              <a:gd name="connsiteY19" fmla="*/ 1457739 h 1802203"/>
              <a:gd name="connsiteX20" fmla="*/ 698586 w 1010660"/>
              <a:gd name="connsiteY20" fmla="*/ 1490012 h 1802203"/>
              <a:gd name="connsiteX21" fmla="*/ 685507 w 1010660"/>
              <a:gd name="connsiteY21" fmla="*/ 1481859 h 1802203"/>
              <a:gd name="connsiteX22" fmla="*/ 683299 w 1010660"/>
              <a:gd name="connsiteY22" fmla="*/ 1417313 h 1802203"/>
              <a:gd name="connsiteX23" fmla="*/ 692302 w 1010660"/>
              <a:gd name="connsiteY23" fmla="*/ 1403214 h 1802203"/>
              <a:gd name="connsiteX24" fmla="*/ 708608 w 1010660"/>
              <a:gd name="connsiteY24" fmla="*/ 1399138 h 1802203"/>
              <a:gd name="connsiteX25" fmla="*/ 784875 w 1010660"/>
              <a:gd name="connsiteY25" fmla="*/ 1387417 h 1802203"/>
              <a:gd name="connsiteX26" fmla="*/ 833794 w 1010660"/>
              <a:gd name="connsiteY26" fmla="*/ 1365675 h 1802203"/>
              <a:gd name="connsiteX27" fmla="*/ 910231 w 1010660"/>
              <a:gd name="connsiteY27" fmla="*/ 1264100 h 1802203"/>
              <a:gd name="connsiteX28" fmla="*/ 935540 w 1010660"/>
              <a:gd name="connsiteY28" fmla="*/ 1186474 h 1802203"/>
              <a:gd name="connsiteX29" fmla="*/ 939616 w 1010660"/>
              <a:gd name="connsiteY29" fmla="*/ 1178661 h 1802203"/>
              <a:gd name="connsiteX30" fmla="*/ 960679 w 1010660"/>
              <a:gd name="connsiteY30" fmla="*/ 1157768 h 1802203"/>
              <a:gd name="connsiteX31" fmla="*/ 976646 w 1010660"/>
              <a:gd name="connsiteY31" fmla="*/ 1104602 h 1802203"/>
              <a:gd name="connsiteX32" fmla="*/ 958301 w 1010660"/>
              <a:gd name="connsiteY32" fmla="*/ 973301 h 1802203"/>
              <a:gd name="connsiteX33" fmla="*/ 956942 w 1010660"/>
              <a:gd name="connsiteY33" fmla="*/ 961751 h 1802203"/>
              <a:gd name="connsiteX34" fmla="*/ 957451 w 1010660"/>
              <a:gd name="connsiteY34" fmla="*/ 937970 h 1802203"/>
              <a:gd name="connsiteX35" fmla="*/ 957961 w 1010660"/>
              <a:gd name="connsiteY35" fmla="*/ 901281 h 1802203"/>
              <a:gd name="connsiteX36" fmla="*/ 957621 w 1010660"/>
              <a:gd name="connsiteY36" fmla="*/ 891259 h 1802203"/>
              <a:gd name="connsiteX37" fmla="*/ 957112 w 1010660"/>
              <a:gd name="connsiteY37" fmla="*/ 861364 h 1802203"/>
              <a:gd name="connsiteX38" fmla="*/ 959829 w 1010660"/>
              <a:gd name="connsiteY38" fmla="*/ 813804 h 1802203"/>
              <a:gd name="connsiteX39" fmla="*/ 962547 w 1010660"/>
              <a:gd name="connsiteY39" fmla="*/ 801064 h 1802203"/>
              <a:gd name="connsiteX40" fmla="*/ 953205 w 1010660"/>
              <a:gd name="connsiteY40" fmla="*/ 776435 h 1802203"/>
              <a:gd name="connsiteX41" fmla="*/ 944882 w 1010660"/>
              <a:gd name="connsiteY41" fmla="*/ 774566 h 1802203"/>
              <a:gd name="connsiteX42" fmla="*/ 930784 w 1010660"/>
              <a:gd name="connsiteY42" fmla="*/ 756561 h 1802203"/>
              <a:gd name="connsiteX43" fmla="*/ 931463 w 1010660"/>
              <a:gd name="connsiteY43" fmla="*/ 743822 h 1802203"/>
              <a:gd name="connsiteX44" fmla="*/ 939107 w 1010660"/>
              <a:gd name="connsiteY44" fmla="*/ 650059 h 1802203"/>
              <a:gd name="connsiteX45" fmla="*/ 916685 w 1010660"/>
              <a:gd name="connsiteY45" fmla="*/ 635112 h 1802203"/>
              <a:gd name="connsiteX46" fmla="*/ 902077 w 1010660"/>
              <a:gd name="connsiteY46" fmla="*/ 624581 h 1802203"/>
              <a:gd name="connsiteX47" fmla="*/ 902417 w 1010660"/>
              <a:gd name="connsiteY47" fmla="*/ 621183 h 1802203"/>
              <a:gd name="connsiteX48" fmla="*/ 907173 w 1010660"/>
              <a:gd name="connsiteY48" fmla="*/ 545087 h 1802203"/>
              <a:gd name="connsiteX49" fmla="*/ 896132 w 1010660"/>
              <a:gd name="connsiteY49" fmla="*/ 478162 h 1802203"/>
              <a:gd name="connsiteX50" fmla="*/ 888489 w 1010660"/>
              <a:gd name="connsiteY50" fmla="*/ 462195 h 1802203"/>
              <a:gd name="connsiteX51" fmla="*/ 887300 w 1010660"/>
              <a:gd name="connsiteY51" fmla="*/ 448267 h 1802203"/>
              <a:gd name="connsiteX52" fmla="*/ 891376 w 1010660"/>
              <a:gd name="connsiteY52" fmla="*/ 426355 h 1802203"/>
              <a:gd name="connsiteX53" fmla="*/ 908702 w 1010660"/>
              <a:gd name="connsiteY53" fmla="*/ 416333 h 1802203"/>
              <a:gd name="connsiteX54" fmla="*/ 919233 w 1010660"/>
              <a:gd name="connsiteY54" fmla="*/ 418881 h 1802203"/>
              <a:gd name="connsiteX55" fmla="*/ 913798 w 1010660"/>
              <a:gd name="connsiteY55" fmla="*/ 397819 h 1802203"/>
              <a:gd name="connsiteX56" fmla="*/ 915836 w 1010660"/>
              <a:gd name="connsiteY56" fmla="*/ 361129 h 1802203"/>
              <a:gd name="connsiteX57" fmla="*/ 915157 w 1010660"/>
              <a:gd name="connsiteY57" fmla="*/ 340067 h 1802203"/>
              <a:gd name="connsiteX58" fmla="*/ 933501 w 1010660"/>
              <a:gd name="connsiteY58" fmla="*/ 275520 h 1802203"/>
              <a:gd name="connsiteX59" fmla="*/ 941315 w 1010660"/>
              <a:gd name="connsiteY59" fmla="*/ 225922 h 1802203"/>
              <a:gd name="connsiteX60" fmla="*/ 940635 w 1010660"/>
              <a:gd name="connsiteY60" fmla="*/ 202141 h 1802203"/>
              <a:gd name="connsiteX61" fmla="*/ 934521 w 1010660"/>
              <a:gd name="connsiteY61" fmla="*/ 161205 h 1802203"/>
              <a:gd name="connsiteX62" fmla="*/ 920592 w 1010660"/>
              <a:gd name="connsiteY62" fmla="*/ 124006 h 1802203"/>
              <a:gd name="connsiteX63" fmla="*/ 914477 w 1010660"/>
              <a:gd name="connsiteY63" fmla="*/ 105661 h 1802203"/>
              <a:gd name="connsiteX64" fmla="*/ 893415 w 1010660"/>
              <a:gd name="connsiteY64" fmla="*/ 67783 h 1802203"/>
              <a:gd name="connsiteX65" fmla="*/ 792858 w 1010660"/>
              <a:gd name="connsiteY65" fmla="*/ 9 h 1802203"/>
              <a:gd name="connsiteX66" fmla="*/ 773834 w 1010660"/>
              <a:gd name="connsiteY66" fmla="*/ 8332 h 1802203"/>
              <a:gd name="connsiteX67" fmla="*/ 760415 w 1010660"/>
              <a:gd name="connsiteY67" fmla="*/ 28885 h 1802203"/>
              <a:gd name="connsiteX68" fmla="*/ 741221 w 1010660"/>
              <a:gd name="connsiteY68" fmla="*/ 35849 h 1802203"/>
              <a:gd name="connsiteX69" fmla="*/ 724235 w 1010660"/>
              <a:gd name="connsiteY69" fmla="*/ 30923 h 1802203"/>
              <a:gd name="connsiteX70" fmla="*/ 656801 w 1010660"/>
              <a:gd name="connsiteY70" fmla="*/ 30074 h 1802203"/>
              <a:gd name="connsiteX71" fmla="*/ 585630 w 1010660"/>
              <a:gd name="connsiteY71" fmla="*/ 72029 h 1802203"/>
              <a:gd name="connsiteX72" fmla="*/ 566946 w 1010660"/>
              <a:gd name="connsiteY72" fmla="*/ 104812 h 1802203"/>
              <a:gd name="connsiteX73" fmla="*/ 560491 w 1010660"/>
              <a:gd name="connsiteY73" fmla="*/ 189232 h 1802203"/>
              <a:gd name="connsiteX74" fmla="*/ 563209 w 1010660"/>
              <a:gd name="connsiteY74" fmla="*/ 206558 h 1802203"/>
              <a:gd name="connsiteX75" fmla="*/ 563379 w 1010660"/>
              <a:gd name="connsiteY75" fmla="*/ 259554 h 1802203"/>
              <a:gd name="connsiteX76" fmla="*/ 561340 w 1010660"/>
              <a:gd name="connsiteY76" fmla="*/ 276370 h 1802203"/>
              <a:gd name="connsiteX77" fmla="*/ 570853 w 1010660"/>
              <a:gd name="connsiteY77" fmla="*/ 288260 h 1802203"/>
              <a:gd name="connsiteX78" fmla="*/ 584781 w 1010660"/>
              <a:gd name="connsiteY78" fmla="*/ 303887 h 1802203"/>
              <a:gd name="connsiteX79" fmla="*/ 590386 w 1010660"/>
              <a:gd name="connsiteY79" fmla="*/ 312380 h 1802203"/>
              <a:gd name="connsiteX80" fmla="*/ 601937 w 1010660"/>
              <a:gd name="connsiteY80" fmla="*/ 335311 h 1802203"/>
              <a:gd name="connsiteX81" fmla="*/ 603635 w 1010660"/>
              <a:gd name="connsiteY81" fmla="*/ 341595 h 1802203"/>
              <a:gd name="connsiteX82" fmla="*/ 616205 w 1010660"/>
              <a:gd name="connsiteY82" fmla="*/ 359940 h 1802203"/>
              <a:gd name="connsiteX83" fmla="*/ 637947 w 1010660"/>
              <a:gd name="connsiteY83" fmla="*/ 374888 h 1802203"/>
              <a:gd name="connsiteX84" fmla="*/ 660708 w 1010660"/>
              <a:gd name="connsiteY84" fmla="*/ 372510 h 1802203"/>
              <a:gd name="connsiteX85" fmla="*/ 685168 w 1010660"/>
              <a:gd name="connsiteY85" fmla="*/ 382362 h 1802203"/>
              <a:gd name="connsiteX86" fmla="*/ 698247 w 1010660"/>
              <a:gd name="connsiteY86" fmla="*/ 402065 h 1802203"/>
              <a:gd name="connsiteX87" fmla="*/ 694680 w 1010660"/>
              <a:gd name="connsiteY87" fmla="*/ 422788 h 1802203"/>
              <a:gd name="connsiteX88" fmla="*/ 690603 w 1010660"/>
              <a:gd name="connsiteY88" fmla="*/ 425846 h 1802203"/>
              <a:gd name="connsiteX89" fmla="*/ 656971 w 1010660"/>
              <a:gd name="connsiteY89" fmla="*/ 466442 h 1802203"/>
              <a:gd name="connsiteX90" fmla="*/ 637607 w 1010660"/>
              <a:gd name="connsiteY90" fmla="*/ 500414 h 1802203"/>
              <a:gd name="connsiteX91" fmla="*/ 635229 w 1010660"/>
              <a:gd name="connsiteY91" fmla="*/ 507378 h 1802203"/>
              <a:gd name="connsiteX92" fmla="*/ 628605 w 1010660"/>
              <a:gd name="connsiteY92" fmla="*/ 536084 h 1802203"/>
              <a:gd name="connsiteX93" fmla="*/ 601597 w 1010660"/>
              <a:gd name="connsiteY93" fmla="*/ 588910 h 1802203"/>
              <a:gd name="connsiteX94" fmla="*/ 576118 w 1010660"/>
              <a:gd name="connsiteY94" fmla="*/ 666876 h 1802203"/>
              <a:gd name="connsiteX95" fmla="*/ 566776 w 1010660"/>
              <a:gd name="connsiteY95" fmla="*/ 710699 h 1802203"/>
              <a:gd name="connsiteX96" fmla="*/ 552847 w 1010660"/>
              <a:gd name="connsiteY96" fmla="*/ 799535 h 1802203"/>
              <a:gd name="connsiteX97" fmla="*/ 547582 w 1010660"/>
              <a:gd name="connsiteY97" fmla="*/ 812784 h 1802203"/>
              <a:gd name="connsiteX98" fmla="*/ 532804 w 1010660"/>
              <a:gd name="connsiteY98" fmla="*/ 815332 h 1802203"/>
              <a:gd name="connsiteX99" fmla="*/ 491189 w 1010660"/>
              <a:gd name="connsiteY99" fmla="*/ 818220 h 1802203"/>
              <a:gd name="connsiteX100" fmla="*/ 458406 w 1010660"/>
              <a:gd name="connsiteY100" fmla="*/ 835885 h 1802203"/>
              <a:gd name="connsiteX101" fmla="*/ 411015 w 1010660"/>
              <a:gd name="connsiteY101" fmla="*/ 853720 h 1802203"/>
              <a:gd name="connsiteX102" fmla="*/ 394199 w 1010660"/>
              <a:gd name="connsiteY102" fmla="*/ 854400 h 1802203"/>
              <a:gd name="connsiteX103" fmla="*/ 375345 w 1010660"/>
              <a:gd name="connsiteY103" fmla="*/ 856948 h 1802203"/>
              <a:gd name="connsiteX104" fmla="*/ 367361 w 1010660"/>
              <a:gd name="connsiteY104" fmla="*/ 858646 h 1802203"/>
              <a:gd name="connsiteX105" fmla="*/ 355471 w 1010660"/>
              <a:gd name="connsiteY105" fmla="*/ 859156 h 1802203"/>
              <a:gd name="connsiteX106" fmla="*/ 346469 w 1010660"/>
              <a:gd name="connsiteY106" fmla="*/ 866800 h 1802203"/>
              <a:gd name="connsiteX107" fmla="*/ 318102 w 1010660"/>
              <a:gd name="connsiteY107" fmla="*/ 884125 h 1802203"/>
              <a:gd name="connsiteX108" fmla="*/ 274788 w 1010660"/>
              <a:gd name="connsiteY108" fmla="*/ 891259 h 1802203"/>
              <a:gd name="connsiteX109" fmla="*/ 219754 w 1010660"/>
              <a:gd name="connsiteY109" fmla="*/ 894487 h 1802203"/>
              <a:gd name="connsiteX110" fmla="*/ 211771 w 1010660"/>
              <a:gd name="connsiteY110" fmla="*/ 889391 h 1802203"/>
              <a:gd name="connsiteX111" fmla="*/ 186801 w 1010660"/>
              <a:gd name="connsiteY111" fmla="*/ 833677 h 1802203"/>
              <a:gd name="connsiteX112" fmla="*/ 87094 w 1010660"/>
              <a:gd name="connsiteY112" fmla="*/ 610992 h 1802203"/>
              <a:gd name="connsiteX113" fmla="*/ 76393 w 1010660"/>
              <a:gd name="connsiteY113" fmla="*/ 607255 h 1802203"/>
              <a:gd name="connsiteX114" fmla="*/ 5222 w 1010660"/>
              <a:gd name="connsiteY114" fmla="*/ 643095 h 1802203"/>
              <a:gd name="connsiteX115" fmla="*/ 1655 w 1010660"/>
              <a:gd name="connsiteY115" fmla="*/ 654306 h 1802203"/>
              <a:gd name="connsiteX116" fmla="*/ 35117 w 1010660"/>
              <a:gd name="connsiteY116" fmla="*/ 727515 h 1802203"/>
              <a:gd name="connsiteX117" fmla="*/ 141789 w 1010660"/>
              <a:gd name="connsiteY117" fmla="*/ 969394 h 1802203"/>
              <a:gd name="connsiteX118" fmla="*/ 138561 w 1010660"/>
              <a:gd name="connsiteY118" fmla="*/ 994194 h 1802203"/>
              <a:gd name="connsiteX119" fmla="*/ 135334 w 1010660"/>
              <a:gd name="connsiteY119" fmla="*/ 999969 h 1802203"/>
              <a:gd name="connsiteX120" fmla="*/ 125143 w 1010660"/>
              <a:gd name="connsiteY120" fmla="*/ 1013897 h 1802203"/>
              <a:gd name="connsiteX121" fmla="*/ 96436 w 1010660"/>
              <a:gd name="connsiteY121" fmla="*/ 1073178 h 1802203"/>
              <a:gd name="connsiteX122" fmla="*/ 96946 w 1010660"/>
              <a:gd name="connsiteY122" fmla="*/ 1119040 h 1802203"/>
              <a:gd name="connsiteX123" fmla="*/ 98305 w 1010660"/>
              <a:gd name="connsiteY123" fmla="*/ 1129062 h 1802203"/>
              <a:gd name="connsiteX124" fmla="*/ 105779 w 1010660"/>
              <a:gd name="connsiteY124" fmla="*/ 1168979 h 1802203"/>
              <a:gd name="connsiteX125" fmla="*/ 120726 w 1010660"/>
              <a:gd name="connsiteY125" fmla="*/ 1260872 h 1802203"/>
              <a:gd name="connsiteX126" fmla="*/ 157076 w 1010660"/>
              <a:gd name="connsiteY126" fmla="*/ 1380793 h 1802203"/>
              <a:gd name="connsiteX127" fmla="*/ 171514 w 1010660"/>
              <a:gd name="connsiteY127" fmla="*/ 1439224 h 1802203"/>
              <a:gd name="connsiteX128" fmla="*/ 162512 w 1010660"/>
              <a:gd name="connsiteY128" fmla="*/ 1504110 h 1802203"/>
              <a:gd name="connsiteX129" fmla="*/ 140430 w 1010660"/>
              <a:gd name="connsiteY129" fmla="*/ 1544197 h 1802203"/>
              <a:gd name="connsiteX130" fmla="*/ 123274 w 1010660"/>
              <a:gd name="connsiteY130" fmla="*/ 1557786 h 1802203"/>
              <a:gd name="connsiteX131" fmla="*/ 94228 w 1010660"/>
              <a:gd name="connsiteY131" fmla="*/ 1563731 h 1802203"/>
              <a:gd name="connsiteX132" fmla="*/ 85226 w 1010660"/>
              <a:gd name="connsiteY132" fmla="*/ 1569167 h 1802203"/>
              <a:gd name="connsiteX133" fmla="*/ 59917 w 1010660"/>
              <a:gd name="connsiteY133" fmla="*/ 1597533 h 1802203"/>
              <a:gd name="connsiteX134" fmla="*/ 47347 w 1010660"/>
              <a:gd name="connsiteY134" fmla="*/ 1636940 h 1802203"/>
              <a:gd name="connsiteX135" fmla="*/ 82848 w 1010660"/>
              <a:gd name="connsiteY135" fmla="*/ 1670233 h 1802203"/>
              <a:gd name="connsiteX136" fmla="*/ 168626 w 1010660"/>
              <a:gd name="connsiteY136" fmla="*/ 1675668 h 1802203"/>
              <a:gd name="connsiteX137" fmla="*/ 225699 w 1010660"/>
              <a:gd name="connsiteY137" fmla="*/ 1626239 h 1802203"/>
              <a:gd name="connsiteX138" fmla="*/ 241496 w 1010660"/>
              <a:gd name="connsiteY138" fmla="*/ 1605007 h 1802203"/>
              <a:gd name="connsiteX139" fmla="*/ 272750 w 1010660"/>
              <a:gd name="connsiteY139" fmla="*/ 1588021 h 1802203"/>
              <a:gd name="connsiteX140" fmla="*/ 282092 w 1010660"/>
              <a:gd name="connsiteY140" fmla="*/ 1593966 h 1802203"/>
              <a:gd name="connsiteX141" fmla="*/ 279884 w 1010660"/>
              <a:gd name="connsiteY141" fmla="*/ 1643055 h 1802203"/>
              <a:gd name="connsiteX142" fmla="*/ 287698 w 1010660"/>
              <a:gd name="connsiteY142" fmla="*/ 1653417 h 1802203"/>
              <a:gd name="connsiteX143" fmla="*/ 291095 w 1010660"/>
              <a:gd name="connsiteY143" fmla="*/ 1645943 h 1802203"/>
              <a:gd name="connsiteX144" fmla="*/ 292963 w 1010660"/>
              <a:gd name="connsiteY144" fmla="*/ 1604327 h 1802203"/>
              <a:gd name="connsiteX145" fmla="*/ 295681 w 1010660"/>
              <a:gd name="connsiteY145" fmla="*/ 1579188 h 1802203"/>
              <a:gd name="connsiteX146" fmla="*/ 311648 w 1010660"/>
              <a:gd name="connsiteY146" fmla="*/ 1549633 h 1802203"/>
              <a:gd name="connsiteX147" fmla="*/ 316234 w 1010660"/>
              <a:gd name="connsiteY147" fmla="*/ 1517190 h 1802203"/>
              <a:gd name="connsiteX148" fmla="*/ 316743 w 1010660"/>
              <a:gd name="connsiteY148" fmla="*/ 1507338 h 1802203"/>
              <a:gd name="connsiteX149" fmla="*/ 313686 w 1010660"/>
              <a:gd name="connsiteY149" fmla="*/ 1474385 h 1802203"/>
              <a:gd name="connsiteX150" fmla="*/ 294662 w 1010660"/>
              <a:gd name="connsiteY150" fmla="*/ 1451794 h 1802203"/>
              <a:gd name="connsiteX151" fmla="*/ 281073 w 1010660"/>
              <a:gd name="connsiteY151" fmla="*/ 1446189 h 1802203"/>
              <a:gd name="connsiteX152" fmla="*/ 272071 w 1010660"/>
              <a:gd name="connsiteY152" fmla="*/ 1439734 h 1802203"/>
              <a:gd name="connsiteX153" fmla="*/ 270542 w 1010660"/>
              <a:gd name="connsiteY153" fmla="*/ 1428863 h 1802203"/>
              <a:gd name="connsiteX154" fmla="*/ 278355 w 1010660"/>
              <a:gd name="connsiteY154" fmla="*/ 1303677 h 1802203"/>
              <a:gd name="connsiteX155" fmla="*/ 285659 w 1010660"/>
              <a:gd name="connsiteY155" fmla="*/ 1212293 h 1802203"/>
              <a:gd name="connsiteX156" fmla="*/ 280564 w 1010660"/>
              <a:gd name="connsiteY156" fmla="*/ 1182398 h 1802203"/>
              <a:gd name="connsiteX157" fmla="*/ 269862 w 1010660"/>
              <a:gd name="connsiteY157" fmla="*/ 1148596 h 1802203"/>
              <a:gd name="connsiteX158" fmla="*/ 278016 w 1010660"/>
              <a:gd name="connsiteY158" fmla="*/ 1137725 h 1802203"/>
              <a:gd name="connsiteX159" fmla="*/ 313686 w 1010660"/>
              <a:gd name="connsiteY159" fmla="*/ 1138234 h 1802203"/>
              <a:gd name="connsiteX160" fmla="*/ 323708 w 1010660"/>
              <a:gd name="connsiteY160" fmla="*/ 1148596 h 1802203"/>
              <a:gd name="connsiteX161" fmla="*/ 337296 w 1010660"/>
              <a:gd name="connsiteY161" fmla="*/ 1174414 h 1802203"/>
              <a:gd name="connsiteX162" fmla="*/ 383668 w 1010660"/>
              <a:gd name="connsiteY162" fmla="*/ 1187663 h 1802203"/>
              <a:gd name="connsiteX163" fmla="*/ 507325 w 1010660"/>
              <a:gd name="connsiteY163" fmla="*/ 1194797 h 1802203"/>
              <a:gd name="connsiteX164" fmla="*/ 517007 w 1010660"/>
              <a:gd name="connsiteY164" fmla="*/ 1204309 h 1802203"/>
              <a:gd name="connsiteX165" fmla="*/ 509194 w 1010660"/>
              <a:gd name="connsiteY165" fmla="*/ 1295524 h 1802203"/>
              <a:gd name="connsiteX166" fmla="*/ 499851 w 1010660"/>
              <a:gd name="connsiteY166" fmla="*/ 1395910 h 1802203"/>
              <a:gd name="connsiteX167" fmla="*/ 506816 w 1010660"/>
              <a:gd name="connsiteY167" fmla="*/ 1404064 h 1802203"/>
              <a:gd name="connsiteX168" fmla="*/ 593104 w 1010660"/>
              <a:gd name="connsiteY168" fmla="*/ 1408140 h 1802203"/>
              <a:gd name="connsiteX169" fmla="*/ 606693 w 1010660"/>
              <a:gd name="connsiteY169" fmla="*/ 1407970 h 1802203"/>
              <a:gd name="connsiteX170" fmla="*/ 615016 w 1010660"/>
              <a:gd name="connsiteY170" fmla="*/ 1416293 h 1802203"/>
              <a:gd name="connsiteX171" fmla="*/ 614167 w 1010660"/>
              <a:gd name="connsiteY171" fmla="*/ 1485936 h 1802203"/>
              <a:gd name="connsiteX172" fmla="*/ 610430 w 1010660"/>
              <a:gd name="connsiteY172" fmla="*/ 1490861 h 1802203"/>
              <a:gd name="connsiteX173" fmla="*/ 560831 w 1010660"/>
              <a:gd name="connsiteY173" fmla="*/ 1486105 h 1802203"/>
              <a:gd name="connsiteX174" fmla="*/ 452801 w 1010660"/>
              <a:gd name="connsiteY174" fmla="*/ 1450945 h 1802203"/>
              <a:gd name="connsiteX175" fmla="*/ 429870 w 1010660"/>
              <a:gd name="connsiteY175" fmla="*/ 1458928 h 1802203"/>
              <a:gd name="connsiteX176" fmla="*/ 428341 w 1010660"/>
              <a:gd name="connsiteY176" fmla="*/ 1467081 h 1802203"/>
              <a:gd name="connsiteX177" fmla="*/ 428171 w 1010660"/>
              <a:gd name="connsiteY177" fmla="*/ 1505300 h 1802203"/>
              <a:gd name="connsiteX178" fmla="*/ 434626 w 1010660"/>
              <a:gd name="connsiteY178" fmla="*/ 1523474 h 1802203"/>
              <a:gd name="connsiteX179" fmla="*/ 438193 w 1010660"/>
              <a:gd name="connsiteY179" fmla="*/ 1531628 h 1802203"/>
              <a:gd name="connsiteX180" fmla="*/ 448214 w 1010660"/>
              <a:gd name="connsiteY180" fmla="*/ 1551671 h 1802203"/>
              <a:gd name="connsiteX181" fmla="*/ 451611 w 1010660"/>
              <a:gd name="connsiteY181" fmla="*/ 1557956 h 1802203"/>
              <a:gd name="connsiteX182" fmla="*/ 446346 w 1010660"/>
              <a:gd name="connsiteY182" fmla="*/ 1561523 h 1802203"/>
              <a:gd name="connsiteX183" fmla="*/ 350715 w 1010660"/>
              <a:gd name="connsiteY183" fmla="*/ 1584454 h 1802203"/>
              <a:gd name="connsiteX184" fmla="*/ 327954 w 1010660"/>
              <a:gd name="connsiteY184" fmla="*/ 1610782 h 1802203"/>
              <a:gd name="connsiteX185" fmla="*/ 327954 w 1010660"/>
              <a:gd name="connsiteY185" fmla="*/ 1649850 h 1802203"/>
              <a:gd name="connsiteX186" fmla="*/ 335428 w 1010660"/>
              <a:gd name="connsiteY186" fmla="*/ 1668194 h 1802203"/>
              <a:gd name="connsiteX187" fmla="*/ 346809 w 1010660"/>
              <a:gd name="connsiteY187" fmla="*/ 1688407 h 1802203"/>
              <a:gd name="connsiteX188" fmla="*/ 351904 w 1010660"/>
              <a:gd name="connsiteY188" fmla="*/ 1693673 h 1802203"/>
              <a:gd name="connsiteX189" fmla="*/ 395558 w 1010660"/>
              <a:gd name="connsiteY189" fmla="*/ 1687219 h 1802203"/>
              <a:gd name="connsiteX190" fmla="*/ 410166 w 1010660"/>
              <a:gd name="connsiteY190" fmla="*/ 1651888 h 1802203"/>
              <a:gd name="connsiteX191" fmla="*/ 398615 w 1010660"/>
              <a:gd name="connsiteY191" fmla="*/ 1632354 h 1802203"/>
              <a:gd name="connsiteX192" fmla="*/ 395388 w 1010660"/>
              <a:gd name="connsiteY192" fmla="*/ 1623182 h 1802203"/>
              <a:gd name="connsiteX193" fmla="*/ 403032 w 1010660"/>
              <a:gd name="connsiteY193" fmla="*/ 1619445 h 1802203"/>
              <a:gd name="connsiteX194" fmla="*/ 500701 w 1010660"/>
              <a:gd name="connsiteY194" fmla="*/ 1603478 h 1802203"/>
              <a:gd name="connsiteX195" fmla="*/ 566606 w 1010660"/>
              <a:gd name="connsiteY195" fmla="*/ 1591928 h 1802203"/>
              <a:gd name="connsiteX196" fmla="*/ 616205 w 1010660"/>
              <a:gd name="connsiteY196" fmla="*/ 1587341 h 1802203"/>
              <a:gd name="connsiteX197" fmla="*/ 638626 w 1010660"/>
              <a:gd name="connsiteY197" fmla="*/ 1604667 h 1802203"/>
              <a:gd name="connsiteX198" fmla="*/ 663935 w 1010660"/>
              <a:gd name="connsiteY198" fmla="*/ 1683312 h 1802203"/>
              <a:gd name="connsiteX199" fmla="*/ 667502 w 1010660"/>
              <a:gd name="connsiteY199" fmla="*/ 1731891 h 1802203"/>
              <a:gd name="connsiteX200" fmla="*/ 665634 w 1010660"/>
              <a:gd name="connsiteY200" fmla="*/ 1757200 h 1802203"/>
              <a:gd name="connsiteX201" fmla="*/ 712345 w 1010660"/>
              <a:gd name="connsiteY201" fmla="*/ 1803402 h 1802203"/>
              <a:gd name="connsiteX202" fmla="*/ 763642 w 1010660"/>
              <a:gd name="connsiteY202" fmla="*/ 1762976 h 1802203"/>
              <a:gd name="connsiteX203" fmla="*/ 760415 w 1010660"/>
              <a:gd name="connsiteY203" fmla="*/ 1742423 h 1802203"/>
              <a:gd name="connsiteX204" fmla="*/ 730860 w 1010660"/>
              <a:gd name="connsiteY204" fmla="*/ 1710319 h 1802203"/>
              <a:gd name="connsiteX205" fmla="*/ 725934 w 1010660"/>
              <a:gd name="connsiteY205" fmla="*/ 1704204 h 1802203"/>
              <a:gd name="connsiteX206" fmla="*/ 695189 w 1010660"/>
              <a:gd name="connsiteY206" fmla="*/ 1594985 h 1802203"/>
              <a:gd name="connsiteX207" fmla="*/ 705890 w 1010660"/>
              <a:gd name="connsiteY207" fmla="*/ 1581736 h 1802203"/>
              <a:gd name="connsiteX208" fmla="*/ 711835 w 1010660"/>
              <a:gd name="connsiteY208" fmla="*/ 1582246 h 1802203"/>
              <a:gd name="connsiteX209" fmla="*/ 783516 w 1010660"/>
              <a:gd name="connsiteY209" fmla="*/ 1589719 h 1802203"/>
              <a:gd name="connsiteX210" fmla="*/ 928236 w 1010660"/>
              <a:gd name="connsiteY210" fmla="*/ 1601270 h 1802203"/>
              <a:gd name="connsiteX211" fmla="*/ 942844 w 1010660"/>
              <a:gd name="connsiteY211" fmla="*/ 1623182 h 1802203"/>
              <a:gd name="connsiteX212" fmla="*/ 943353 w 1010660"/>
              <a:gd name="connsiteY212" fmla="*/ 1639488 h 1802203"/>
              <a:gd name="connsiteX213" fmla="*/ 951506 w 1010660"/>
              <a:gd name="connsiteY213" fmla="*/ 1656984 h 1802203"/>
              <a:gd name="connsiteX214" fmla="*/ 958980 w 1010660"/>
              <a:gd name="connsiteY214" fmla="*/ 1663778 h 1802203"/>
              <a:gd name="connsiteX215" fmla="*/ 989385 w 1010660"/>
              <a:gd name="connsiteY215" fmla="*/ 1666496 h 1802203"/>
              <a:gd name="connsiteX216" fmla="*/ 1002974 w 1010660"/>
              <a:gd name="connsiteY216" fmla="*/ 1659531 h 1802203"/>
              <a:gd name="connsiteX217" fmla="*/ 1010278 w 1010660"/>
              <a:gd name="connsiteY217" fmla="*/ 1613160 h 1802203"/>
              <a:gd name="connsiteX218" fmla="*/ 893245 w 1010660"/>
              <a:gd name="connsiteY218" fmla="*/ 959203 h 1802203"/>
              <a:gd name="connsiteX219" fmla="*/ 911929 w 1010660"/>
              <a:gd name="connsiteY219" fmla="*/ 957674 h 1802203"/>
              <a:gd name="connsiteX220" fmla="*/ 923310 w 1010660"/>
              <a:gd name="connsiteY220" fmla="*/ 963110 h 1802203"/>
              <a:gd name="connsiteX221" fmla="*/ 941655 w 1010660"/>
              <a:gd name="connsiteY221" fmla="*/ 1071989 h 1802203"/>
              <a:gd name="connsiteX222" fmla="*/ 943183 w 1010660"/>
              <a:gd name="connsiteY222" fmla="*/ 1086257 h 1802203"/>
              <a:gd name="connsiteX223" fmla="*/ 942504 w 1010660"/>
              <a:gd name="connsiteY223" fmla="*/ 1086257 h 1802203"/>
              <a:gd name="connsiteX224" fmla="*/ 942504 w 1010660"/>
              <a:gd name="connsiteY224" fmla="*/ 1098147 h 1802203"/>
              <a:gd name="connsiteX225" fmla="*/ 937748 w 1010660"/>
              <a:gd name="connsiteY225" fmla="*/ 1103073 h 1802203"/>
              <a:gd name="connsiteX226" fmla="*/ 932822 w 1010660"/>
              <a:gd name="connsiteY226" fmla="*/ 1098317 h 1802203"/>
              <a:gd name="connsiteX227" fmla="*/ 912269 w 1010660"/>
              <a:gd name="connsiteY227" fmla="*/ 1033261 h 1802203"/>
              <a:gd name="connsiteX228" fmla="*/ 893245 w 1010660"/>
              <a:gd name="connsiteY228" fmla="*/ 974830 h 1802203"/>
              <a:gd name="connsiteX229" fmla="*/ 888998 w 1010660"/>
              <a:gd name="connsiteY229" fmla="*/ 962940 h 1802203"/>
              <a:gd name="connsiteX230" fmla="*/ 893245 w 1010660"/>
              <a:gd name="connsiteY230" fmla="*/ 959203 h 1802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1010660" h="1802203">
                <a:moveTo>
                  <a:pt x="1010278" y="1613160"/>
                </a:moveTo>
                <a:cubicBezTo>
                  <a:pt x="1009089" y="1607894"/>
                  <a:pt x="1006031" y="1602459"/>
                  <a:pt x="998557" y="1603308"/>
                </a:cubicBezTo>
                <a:cubicBezTo>
                  <a:pt x="993801" y="1603818"/>
                  <a:pt x="991253" y="1600760"/>
                  <a:pt x="990404" y="1596344"/>
                </a:cubicBezTo>
                <a:cubicBezTo>
                  <a:pt x="989725" y="1592437"/>
                  <a:pt x="989215" y="1588530"/>
                  <a:pt x="988536" y="1584624"/>
                </a:cubicBezTo>
                <a:cubicBezTo>
                  <a:pt x="986328" y="1571545"/>
                  <a:pt x="981232" y="1566449"/>
                  <a:pt x="968322" y="1564241"/>
                </a:cubicBezTo>
                <a:cubicBezTo>
                  <a:pt x="935879" y="1558975"/>
                  <a:pt x="903606" y="1553540"/>
                  <a:pt x="871163" y="1548444"/>
                </a:cubicBezTo>
                <a:cubicBezTo>
                  <a:pt x="830737" y="1542159"/>
                  <a:pt x="790140" y="1536214"/>
                  <a:pt x="749714" y="1529589"/>
                </a:cubicBezTo>
                <a:cubicBezTo>
                  <a:pt x="738843" y="1527721"/>
                  <a:pt x="728821" y="1521606"/>
                  <a:pt x="717101" y="1522625"/>
                </a:cubicBezTo>
                <a:cubicBezTo>
                  <a:pt x="717271" y="1521946"/>
                  <a:pt x="717441" y="1521096"/>
                  <a:pt x="717441" y="1520417"/>
                </a:cubicBezTo>
                <a:cubicBezTo>
                  <a:pt x="724915" y="1519228"/>
                  <a:pt x="732558" y="1518039"/>
                  <a:pt x="740032" y="1517020"/>
                </a:cubicBezTo>
                <a:cubicBezTo>
                  <a:pt x="741391" y="1516850"/>
                  <a:pt x="743599" y="1515491"/>
                  <a:pt x="743769" y="1518379"/>
                </a:cubicBezTo>
                <a:cubicBezTo>
                  <a:pt x="744109" y="1522795"/>
                  <a:pt x="748015" y="1522455"/>
                  <a:pt x="750563" y="1523474"/>
                </a:cubicBezTo>
                <a:cubicBezTo>
                  <a:pt x="768568" y="1530099"/>
                  <a:pt x="786404" y="1525853"/>
                  <a:pt x="804069" y="1521946"/>
                </a:cubicBezTo>
                <a:cubicBezTo>
                  <a:pt x="810354" y="1520587"/>
                  <a:pt x="812562" y="1514981"/>
                  <a:pt x="813581" y="1509036"/>
                </a:cubicBezTo>
                <a:cubicBezTo>
                  <a:pt x="814600" y="1502922"/>
                  <a:pt x="815110" y="1496637"/>
                  <a:pt x="816129" y="1490522"/>
                </a:cubicBezTo>
                <a:cubicBezTo>
                  <a:pt x="817827" y="1479821"/>
                  <a:pt x="815789" y="1474895"/>
                  <a:pt x="806277" y="1469459"/>
                </a:cubicBezTo>
                <a:cubicBezTo>
                  <a:pt x="800672" y="1466402"/>
                  <a:pt x="798124" y="1462155"/>
                  <a:pt x="798124" y="1455871"/>
                </a:cubicBezTo>
                <a:cubicBezTo>
                  <a:pt x="798124" y="1452473"/>
                  <a:pt x="798124" y="1449076"/>
                  <a:pt x="797274" y="1445849"/>
                </a:cubicBezTo>
                <a:cubicBezTo>
                  <a:pt x="795576" y="1439394"/>
                  <a:pt x="791839" y="1438375"/>
                  <a:pt x="786064" y="1441772"/>
                </a:cubicBezTo>
                <a:cubicBezTo>
                  <a:pt x="776722" y="1447208"/>
                  <a:pt x="767549" y="1452643"/>
                  <a:pt x="758037" y="1457739"/>
                </a:cubicBezTo>
                <a:cubicBezTo>
                  <a:pt x="738164" y="1468440"/>
                  <a:pt x="719649" y="1481349"/>
                  <a:pt x="698586" y="1490012"/>
                </a:cubicBezTo>
                <a:cubicBezTo>
                  <a:pt x="689584" y="1493749"/>
                  <a:pt x="685847" y="1491201"/>
                  <a:pt x="685507" y="1481859"/>
                </a:cubicBezTo>
                <a:cubicBezTo>
                  <a:pt x="684828" y="1460287"/>
                  <a:pt x="683979" y="1438885"/>
                  <a:pt x="683299" y="1417313"/>
                </a:cubicBezTo>
                <a:cubicBezTo>
                  <a:pt x="683129" y="1410688"/>
                  <a:pt x="686526" y="1405932"/>
                  <a:pt x="692302" y="1403214"/>
                </a:cubicBezTo>
                <a:cubicBezTo>
                  <a:pt x="697397" y="1400836"/>
                  <a:pt x="703003" y="1399817"/>
                  <a:pt x="708608" y="1399138"/>
                </a:cubicBezTo>
                <a:cubicBezTo>
                  <a:pt x="734087" y="1395910"/>
                  <a:pt x="759736" y="1392853"/>
                  <a:pt x="784875" y="1387417"/>
                </a:cubicBezTo>
                <a:cubicBezTo>
                  <a:pt x="802710" y="1383681"/>
                  <a:pt x="820375" y="1378755"/>
                  <a:pt x="833794" y="1365675"/>
                </a:cubicBezTo>
                <a:cubicBezTo>
                  <a:pt x="864369" y="1335780"/>
                  <a:pt x="892565" y="1303507"/>
                  <a:pt x="910231" y="1264100"/>
                </a:cubicBezTo>
                <a:cubicBezTo>
                  <a:pt x="921441" y="1239300"/>
                  <a:pt x="934011" y="1214671"/>
                  <a:pt x="935540" y="1186474"/>
                </a:cubicBezTo>
                <a:cubicBezTo>
                  <a:pt x="935710" y="1183417"/>
                  <a:pt x="936219" y="1180020"/>
                  <a:pt x="939616" y="1178661"/>
                </a:cubicBezTo>
                <a:cubicBezTo>
                  <a:pt x="949468" y="1174584"/>
                  <a:pt x="955243" y="1165582"/>
                  <a:pt x="960679" y="1157768"/>
                </a:cubicBezTo>
                <a:cubicBezTo>
                  <a:pt x="971380" y="1142141"/>
                  <a:pt x="975626" y="1123966"/>
                  <a:pt x="976646" y="1104602"/>
                </a:cubicBezTo>
                <a:cubicBezTo>
                  <a:pt x="978684" y="1059590"/>
                  <a:pt x="967473" y="1016615"/>
                  <a:pt x="958301" y="973301"/>
                </a:cubicBezTo>
                <a:cubicBezTo>
                  <a:pt x="957451" y="969564"/>
                  <a:pt x="954904" y="965318"/>
                  <a:pt x="956942" y="961751"/>
                </a:cubicBezTo>
                <a:cubicBezTo>
                  <a:pt x="961698" y="953767"/>
                  <a:pt x="959150" y="945784"/>
                  <a:pt x="957451" y="937970"/>
                </a:cubicBezTo>
                <a:cubicBezTo>
                  <a:pt x="954904" y="925571"/>
                  <a:pt x="953545" y="913511"/>
                  <a:pt x="957961" y="901281"/>
                </a:cubicBezTo>
                <a:cubicBezTo>
                  <a:pt x="959150" y="897884"/>
                  <a:pt x="958980" y="894656"/>
                  <a:pt x="957621" y="891259"/>
                </a:cubicBezTo>
                <a:cubicBezTo>
                  <a:pt x="953884" y="881407"/>
                  <a:pt x="954054" y="871046"/>
                  <a:pt x="957112" y="861364"/>
                </a:cubicBezTo>
                <a:cubicBezTo>
                  <a:pt x="961868" y="845567"/>
                  <a:pt x="962547" y="829770"/>
                  <a:pt x="959829" y="813804"/>
                </a:cubicBezTo>
                <a:cubicBezTo>
                  <a:pt x="958980" y="809047"/>
                  <a:pt x="959660" y="804971"/>
                  <a:pt x="962547" y="801064"/>
                </a:cubicBezTo>
                <a:cubicBezTo>
                  <a:pt x="971210" y="789174"/>
                  <a:pt x="967813" y="780171"/>
                  <a:pt x="953205" y="776435"/>
                </a:cubicBezTo>
                <a:cubicBezTo>
                  <a:pt x="950487" y="775755"/>
                  <a:pt x="947600" y="775246"/>
                  <a:pt x="944882" y="774566"/>
                </a:cubicBezTo>
                <a:cubicBezTo>
                  <a:pt x="930953" y="770999"/>
                  <a:pt x="930614" y="770489"/>
                  <a:pt x="930784" y="756561"/>
                </a:cubicBezTo>
                <a:cubicBezTo>
                  <a:pt x="930784" y="752315"/>
                  <a:pt x="931293" y="748068"/>
                  <a:pt x="931463" y="743822"/>
                </a:cubicBezTo>
                <a:cubicBezTo>
                  <a:pt x="932992" y="712398"/>
                  <a:pt x="939786" y="681483"/>
                  <a:pt x="939107" y="650059"/>
                </a:cubicBezTo>
                <a:cubicBezTo>
                  <a:pt x="938767" y="637490"/>
                  <a:pt x="928406" y="630526"/>
                  <a:pt x="916685" y="635112"/>
                </a:cubicBezTo>
                <a:cubicBezTo>
                  <a:pt x="902587" y="640547"/>
                  <a:pt x="901228" y="639698"/>
                  <a:pt x="902077" y="624581"/>
                </a:cubicBezTo>
                <a:cubicBezTo>
                  <a:pt x="902077" y="623392"/>
                  <a:pt x="902247" y="622372"/>
                  <a:pt x="902417" y="621183"/>
                </a:cubicBezTo>
                <a:cubicBezTo>
                  <a:pt x="908702" y="596044"/>
                  <a:pt x="906154" y="570565"/>
                  <a:pt x="907173" y="545087"/>
                </a:cubicBezTo>
                <a:cubicBezTo>
                  <a:pt x="908022" y="521816"/>
                  <a:pt x="906324" y="499395"/>
                  <a:pt x="896132" y="478162"/>
                </a:cubicBezTo>
                <a:cubicBezTo>
                  <a:pt x="893584" y="472896"/>
                  <a:pt x="890697" y="467631"/>
                  <a:pt x="888489" y="462195"/>
                </a:cubicBezTo>
                <a:cubicBezTo>
                  <a:pt x="886620" y="457779"/>
                  <a:pt x="884412" y="452344"/>
                  <a:pt x="887300" y="448267"/>
                </a:cubicBezTo>
                <a:cubicBezTo>
                  <a:pt x="892396" y="441303"/>
                  <a:pt x="891376" y="433829"/>
                  <a:pt x="891376" y="426355"/>
                </a:cubicBezTo>
                <a:cubicBezTo>
                  <a:pt x="891376" y="415484"/>
                  <a:pt x="898850" y="411238"/>
                  <a:pt x="908702" y="416333"/>
                </a:cubicBezTo>
                <a:cubicBezTo>
                  <a:pt x="911759" y="417862"/>
                  <a:pt x="914817" y="420240"/>
                  <a:pt x="919233" y="418881"/>
                </a:cubicBezTo>
                <a:cubicBezTo>
                  <a:pt x="916515" y="411747"/>
                  <a:pt x="910401" y="405462"/>
                  <a:pt x="913798" y="397819"/>
                </a:cubicBezTo>
                <a:cubicBezTo>
                  <a:pt x="919233" y="385759"/>
                  <a:pt x="916855" y="373359"/>
                  <a:pt x="915836" y="361129"/>
                </a:cubicBezTo>
                <a:cubicBezTo>
                  <a:pt x="915326" y="354165"/>
                  <a:pt x="912779" y="346861"/>
                  <a:pt x="915157" y="340067"/>
                </a:cubicBezTo>
                <a:cubicBezTo>
                  <a:pt x="922460" y="318834"/>
                  <a:pt x="918724" y="294545"/>
                  <a:pt x="933501" y="275520"/>
                </a:cubicBezTo>
                <a:cubicBezTo>
                  <a:pt x="933841" y="258704"/>
                  <a:pt x="943693" y="243417"/>
                  <a:pt x="941315" y="225922"/>
                </a:cubicBezTo>
                <a:cubicBezTo>
                  <a:pt x="940296" y="218108"/>
                  <a:pt x="940805" y="210125"/>
                  <a:pt x="940635" y="202141"/>
                </a:cubicBezTo>
                <a:cubicBezTo>
                  <a:pt x="940466" y="188213"/>
                  <a:pt x="939616" y="173945"/>
                  <a:pt x="934521" y="161205"/>
                </a:cubicBezTo>
                <a:cubicBezTo>
                  <a:pt x="929765" y="148806"/>
                  <a:pt x="933162" y="133348"/>
                  <a:pt x="920592" y="124006"/>
                </a:cubicBezTo>
                <a:cubicBezTo>
                  <a:pt x="914307" y="119250"/>
                  <a:pt x="917704" y="111437"/>
                  <a:pt x="914477" y="105661"/>
                </a:cubicBezTo>
                <a:cubicBezTo>
                  <a:pt x="907683" y="93262"/>
                  <a:pt x="900379" y="80692"/>
                  <a:pt x="893415" y="67783"/>
                </a:cubicBezTo>
                <a:cubicBezTo>
                  <a:pt x="871673" y="27696"/>
                  <a:pt x="841098" y="1028"/>
                  <a:pt x="792858" y="9"/>
                </a:cubicBezTo>
                <a:cubicBezTo>
                  <a:pt x="784535" y="-161"/>
                  <a:pt x="778420" y="2047"/>
                  <a:pt x="773834" y="8332"/>
                </a:cubicBezTo>
                <a:cubicBezTo>
                  <a:pt x="769078" y="14957"/>
                  <a:pt x="764322" y="21751"/>
                  <a:pt x="760415" y="28885"/>
                </a:cubicBezTo>
                <a:cubicBezTo>
                  <a:pt x="755659" y="37718"/>
                  <a:pt x="750393" y="40266"/>
                  <a:pt x="741221" y="35849"/>
                </a:cubicBezTo>
                <a:cubicBezTo>
                  <a:pt x="735786" y="33132"/>
                  <a:pt x="730010" y="32112"/>
                  <a:pt x="724235" y="30923"/>
                </a:cubicBezTo>
                <a:cubicBezTo>
                  <a:pt x="701814" y="26677"/>
                  <a:pt x="679053" y="25828"/>
                  <a:pt x="656801" y="30074"/>
                </a:cubicBezTo>
                <a:cubicBezTo>
                  <a:pt x="628435" y="35510"/>
                  <a:pt x="605674" y="52156"/>
                  <a:pt x="585630" y="72029"/>
                </a:cubicBezTo>
                <a:cubicBezTo>
                  <a:pt x="576628" y="81032"/>
                  <a:pt x="569833" y="91903"/>
                  <a:pt x="566946" y="104812"/>
                </a:cubicBezTo>
                <a:cubicBezTo>
                  <a:pt x="560831" y="132669"/>
                  <a:pt x="561171" y="161035"/>
                  <a:pt x="560491" y="189232"/>
                </a:cubicBezTo>
                <a:cubicBezTo>
                  <a:pt x="560321" y="195347"/>
                  <a:pt x="560831" y="200952"/>
                  <a:pt x="563209" y="206558"/>
                </a:cubicBezTo>
                <a:cubicBezTo>
                  <a:pt x="570853" y="224223"/>
                  <a:pt x="569324" y="241888"/>
                  <a:pt x="563379" y="259554"/>
                </a:cubicBezTo>
                <a:cubicBezTo>
                  <a:pt x="561510" y="264989"/>
                  <a:pt x="561680" y="270764"/>
                  <a:pt x="561340" y="276370"/>
                </a:cubicBezTo>
                <a:cubicBezTo>
                  <a:pt x="560831" y="283334"/>
                  <a:pt x="563039" y="287750"/>
                  <a:pt x="570853" y="288260"/>
                </a:cubicBezTo>
                <a:cubicBezTo>
                  <a:pt x="580534" y="288939"/>
                  <a:pt x="584951" y="294205"/>
                  <a:pt x="584781" y="303887"/>
                </a:cubicBezTo>
                <a:cubicBezTo>
                  <a:pt x="584781" y="307624"/>
                  <a:pt x="585970" y="311021"/>
                  <a:pt x="590386" y="312380"/>
                </a:cubicBezTo>
                <a:cubicBezTo>
                  <a:pt x="604654" y="317136"/>
                  <a:pt x="606353" y="320533"/>
                  <a:pt x="601937" y="335311"/>
                </a:cubicBezTo>
                <a:cubicBezTo>
                  <a:pt x="601087" y="338198"/>
                  <a:pt x="600918" y="339897"/>
                  <a:pt x="603635" y="341595"/>
                </a:cubicBezTo>
                <a:cubicBezTo>
                  <a:pt x="610599" y="345842"/>
                  <a:pt x="613827" y="352466"/>
                  <a:pt x="616205" y="359940"/>
                </a:cubicBezTo>
                <a:cubicBezTo>
                  <a:pt x="619772" y="370981"/>
                  <a:pt x="626227" y="375397"/>
                  <a:pt x="637947" y="374888"/>
                </a:cubicBezTo>
                <a:cubicBezTo>
                  <a:pt x="645590" y="374548"/>
                  <a:pt x="653234" y="373869"/>
                  <a:pt x="660708" y="372510"/>
                </a:cubicBezTo>
                <a:cubicBezTo>
                  <a:pt x="671239" y="370641"/>
                  <a:pt x="679222" y="374208"/>
                  <a:pt x="685168" y="382362"/>
                </a:cubicBezTo>
                <a:cubicBezTo>
                  <a:pt x="689924" y="388646"/>
                  <a:pt x="694000" y="395441"/>
                  <a:pt x="698247" y="402065"/>
                </a:cubicBezTo>
                <a:cubicBezTo>
                  <a:pt x="705381" y="413106"/>
                  <a:pt x="705041" y="414975"/>
                  <a:pt x="694680" y="422788"/>
                </a:cubicBezTo>
                <a:cubicBezTo>
                  <a:pt x="693321" y="423807"/>
                  <a:pt x="691962" y="424826"/>
                  <a:pt x="690603" y="425846"/>
                </a:cubicBezTo>
                <a:cubicBezTo>
                  <a:pt x="675995" y="436547"/>
                  <a:pt x="664954" y="450305"/>
                  <a:pt x="656971" y="466442"/>
                </a:cubicBezTo>
                <a:cubicBezTo>
                  <a:pt x="651196" y="478162"/>
                  <a:pt x="649327" y="492091"/>
                  <a:pt x="637607" y="500414"/>
                </a:cubicBezTo>
                <a:cubicBezTo>
                  <a:pt x="635399" y="501942"/>
                  <a:pt x="635908" y="505000"/>
                  <a:pt x="635229" y="507378"/>
                </a:cubicBezTo>
                <a:cubicBezTo>
                  <a:pt x="632851" y="516890"/>
                  <a:pt x="633021" y="527251"/>
                  <a:pt x="628605" y="536084"/>
                </a:cubicBezTo>
                <a:cubicBezTo>
                  <a:pt x="619942" y="553919"/>
                  <a:pt x="611449" y="571754"/>
                  <a:pt x="601597" y="588910"/>
                </a:cubicBezTo>
                <a:cubicBezTo>
                  <a:pt x="587499" y="613200"/>
                  <a:pt x="576798" y="638169"/>
                  <a:pt x="576118" y="666876"/>
                </a:cubicBezTo>
                <a:cubicBezTo>
                  <a:pt x="575778" y="681993"/>
                  <a:pt x="568474" y="695752"/>
                  <a:pt x="566776" y="710699"/>
                </a:cubicBezTo>
                <a:cubicBezTo>
                  <a:pt x="563209" y="740424"/>
                  <a:pt x="558453" y="769980"/>
                  <a:pt x="552847" y="799535"/>
                </a:cubicBezTo>
                <a:cubicBezTo>
                  <a:pt x="551998" y="804291"/>
                  <a:pt x="550300" y="808878"/>
                  <a:pt x="547582" y="812784"/>
                </a:cubicBezTo>
                <a:cubicBezTo>
                  <a:pt x="543505" y="818390"/>
                  <a:pt x="539768" y="819579"/>
                  <a:pt x="532804" y="815332"/>
                </a:cubicBezTo>
                <a:cubicBezTo>
                  <a:pt x="517177" y="805990"/>
                  <a:pt x="505457" y="802253"/>
                  <a:pt x="491189" y="818220"/>
                </a:cubicBezTo>
                <a:cubicBezTo>
                  <a:pt x="482866" y="827392"/>
                  <a:pt x="472334" y="835545"/>
                  <a:pt x="458406" y="835885"/>
                </a:cubicBezTo>
                <a:cubicBezTo>
                  <a:pt x="440571" y="836395"/>
                  <a:pt x="425114" y="844038"/>
                  <a:pt x="411015" y="853720"/>
                </a:cubicBezTo>
                <a:cubicBezTo>
                  <a:pt x="404391" y="858307"/>
                  <a:pt x="400654" y="861024"/>
                  <a:pt x="394199" y="854400"/>
                </a:cubicBezTo>
                <a:cubicBezTo>
                  <a:pt x="388424" y="848625"/>
                  <a:pt x="379761" y="850153"/>
                  <a:pt x="375345" y="856948"/>
                </a:cubicBezTo>
                <a:cubicBezTo>
                  <a:pt x="372967" y="860854"/>
                  <a:pt x="370249" y="861874"/>
                  <a:pt x="367361" y="858646"/>
                </a:cubicBezTo>
                <a:cubicBezTo>
                  <a:pt x="362945" y="853550"/>
                  <a:pt x="359208" y="855759"/>
                  <a:pt x="355471" y="859156"/>
                </a:cubicBezTo>
                <a:cubicBezTo>
                  <a:pt x="352414" y="861704"/>
                  <a:pt x="349526" y="864421"/>
                  <a:pt x="346469" y="866800"/>
                </a:cubicBezTo>
                <a:cubicBezTo>
                  <a:pt x="337806" y="873934"/>
                  <a:pt x="329143" y="882427"/>
                  <a:pt x="318102" y="884125"/>
                </a:cubicBezTo>
                <a:cubicBezTo>
                  <a:pt x="303664" y="886333"/>
                  <a:pt x="289566" y="890240"/>
                  <a:pt x="274788" y="891259"/>
                </a:cubicBezTo>
                <a:cubicBezTo>
                  <a:pt x="256444" y="892618"/>
                  <a:pt x="237929" y="891599"/>
                  <a:pt x="219754" y="894487"/>
                </a:cubicBezTo>
                <a:cubicBezTo>
                  <a:pt x="214998" y="895166"/>
                  <a:pt x="213469" y="893128"/>
                  <a:pt x="211771" y="889391"/>
                </a:cubicBezTo>
                <a:cubicBezTo>
                  <a:pt x="203617" y="870706"/>
                  <a:pt x="195124" y="852192"/>
                  <a:pt x="186801" y="833677"/>
                </a:cubicBezTo>
                <a:cubicBezTo>
                  <a:pt x="153509" y="759449"/>
                  <a:pt x="120047" y="685220"/>
                  <a:pt x="87094" y="610992"/>
                </a:cubicBezTo>
                <a:cubicBezTo>
                  <a:pt x="84207" y="604707"/>
                  <a:pt x="81998" y="604367"/>
                  <a:pt x="76393" y="607255"/>
                </a:cubicBezTo>
                <a:cubicBezTo>
                  <a:pt x="52783" y="619485"/>
                  <a:pt x="29172" y="631545"/>
                  <a:pt x="5222" y="643095"/>
                </a:cubicBezTo>
                <a:cubicBezTo>
                  <a:pt x="-1063" y="646153"/>
                  <a:pt x="-893" y="648701"/>
                  <a:pt x="1655" y="654306"/>
                </a:cubicBezTo>
                <a:cubicBezTo>
                  <a:pt x="13036" y="678596"/>
                  <a:pt x="23907" y="703225"/>
                  <a:pt x="35117" y="727515"/>
                </a:cubicBezTo>
                <a:cubicBezTo>
                  <a:pt x="71807" y="807689"/>
                  <a:pt x="107477" y="888202"/>
                  <a:pt x="141789" y="969394"/>
                </a:cubicBezTo>
                <a:cubicBezTo>
                  <a:pt x="145696" y="978567"/>
                  <a:pt x="147904" y="986890"/>
                  <a:pt x="138561" y="994194"/>
                </a:cubicBezTo>
                <a:cubicBezTo>
                  <a:pt x="136863" y="995553"/>
                  <a:pt x="135674" y="997931"/>
                  <a:pt x="135334" y="999969"/>
                </a:cubicBezTo>
                <a:cubicBezTo>
                  <a:pt x="133975" y="1006254"/>
                  <a:pt x="129729" y="1009991"/>
                  <a:pt x="125143" y="1013897"/>
                </a:cubicBezTo>
                <a:cubicBezTo>
                  <a:pt x="107138" y="1029524"/>
                  <a:pt x="94568" y="1047529"/>
                  <a:pt x="96436" y="1073178"/>
                </a:cubicBezTo>
                <a:cubicBezTo>
                  <a:pt x="97456" y="1088466"/>
                  <a:pt x="96776" y="1103753"/>
                  <a:pt x="96946" y="1119040"/>
                </a:cubicBezTo>
                <a:cubicBezTo>
                  <a:pt x="96946" y="1122437"/>
                  <a:pt x="97286" y="1125835"/>
                  <a:pt x="98305" y="1129062"/>
                </a:cubicBezTo>
                <a:cubicBezTo>
                  <a:pt x="102381" y="1142141"/>
                  <a:pt x="104760" y="1155390"/>
                  <a:pt x="105779" y="1168979"/>
                </a:cubicBezTo>
                <a:cubicBezTo>
                  <a:pt x="108157" y="1200063"/>
                  <a:pt x="112063" y="1230977"/>
                  <a:pt x="120726" y="1260872"/>
                </a:cubicBezTo>
                <a:cubicBezTo>
                  <a:pt x="132277" y="1300959"/>
                  <a:pt x="144676" y="1340876"/>
                  <a:pt x="157076" y="1380793"/>
                </a:cubicBezTo>
                <a:cubicBezTo>
                  <a:pt x="163021" y="1399987"/>
                  <a:pt x="167268" y="1419521"/>
                  <a:pt x="171514" y="1439224"/>
                </a:cubicBezTo>
                <a:cubicBezTo>
                  <a:pt x="176610" y="1461985"/>
                  <a:pt x="176270" y="1483727"/>
                  <a:pt x="162512" y="1504110"/>
                </a:cubicBezTo>
                <a:cubicBezTo>
                  <a:pt x="154019" y="1516680"/>
                  <a:pt x="147394" y="1530609"/>
                  <a:pt x="140430" y="1544197"/>
                </a:cubicBezTo>
                <a:cubicBezTo>
                  <a:pt x="136693" y="1551501"/>
                  <a:pt x="131597" y="1556257"/>
                  <a:pt x="123274" y="1557786"/>
                </a:cubicBezTo>
                <a:cubicBezTo>
                  <a:pt x="113592" y="1559485"/>
                  <a:pt x="103910" y="1561693"/>
                  <a:pt x="94228" y="1563731"/>
                </a:cubicBezTo>
                <a:cubicBezTo>
                  <a:pt x="90661" y="1564580"/>
                  <a:pt x="87604" y="1565599"/>
                  <a:pt x="85226" y="1569167"/>
                </a:cubicBezTo>
                <a:cubicBezTo>
                  <a:pt x="78092" y="1579698"/>
                  <a:pt x="70108" y="1589550"/>
                  <a:pt x="59917" y="1597533"/>
                </a:cubicBezTo>
                <a:cubicBezTo>
                  <a:pt x="47007" y="1607724"/>
                  <a:pt x="44120" y="1620974"/>
                  <a:pt x="47347" y="1636940"/>
                </a:cubicBezTo>
                <a:cubicBezTo>
                  <a:pt x="51424" y="1656984"/>
                  <a:pt x="66202" y="1666156"/>
                  <a:pt x="82848" y="1670233"/>
                </a:cubicBezTo>
                <a:cubicBezTo>
                  <a:pt x="110874" y="1677197"/>
                  <a:pt x="139750" y="1680764"/>
                  <a:pt x="168626" y="1675668"/>
                </a:cubicBezTo>
                <a:cubicBezTo>
                  <a:pt x="197333" y="1670572"/>
                  <a:pt x="219754" y="1658003"/>
                  <a:pt x="225699" y="1626239"/>
                </a:cubicBezTo>
                <a:cubicBezTo>
                  <a:pt x="227398" y="1616897"/>
                  <a:pt x="233343" y="1609763"/>
                  <a:pt x="241496" y="1605007"/>
                </a:cubicBezTo>
                <a:cubicBezTo>
                  <a:pt x="251687" y="1599062"/>
                  <a:pt x="262389" y="1593626"/>
                  <a:pt x="272750" y="1588021"/>
                </a:cubicBezTo>
                <a:cubicBezTo>
                  <a:pt x="280733" y="1583774"/>
                  <a:pt x="282092" y="1584284"/>
                  <a:pt x="282092" y="1593966"/>
                </a:cubicBezTo>
                <a:cubicBezTo>
                  <a:pt x="282262" y="1610272"/>
                  <a:pt x="283621" y="1626749"/>
                  <a:pt x="279884" y="1643055"/>
                </a:cubicBezTo>
                <a:cubicBezTo>
                  <a:pt x="278355" y="1649340"/>
                  <a:pt x="284300" y="1652397"/>
                  <a:pt x="287698" y="1653417"/>
                </a:cubicBezTo>
                <a:cubicBezTo>
                  <a:pt x="292114" y="1654606"/>
                  <a:pt x="290925" y="1648830"/>
                  <a:pt x="291095" y="1645943"/>
                </a:cubicBezTo>
                <a:cubicBezTo>
                  <a:pt x="291944" y="1632184"/>
                  <a:pt x="292284" y="1618256"/>
                  <a:pt x="292963" y="1604327"/>
                </a:cubicBezTo>
                <a:cubicBezTo>
                  <a:pt x="293473" y="1595834"/>
                  <a:pt x="293813" y="1587511"/>
                  <a:pt x="295681" y="1579188"/>
                </a:cubicBezTo>
                <a:cubicBezTo>
                  <a:pt x="298229" y="1567638"/>
                  <a:pt x="305363" y="1558805"/>
                  <a:pt x="311648" y="1549633"/>
                </a:cubicBezTo>
                <a:cubicBezTo>
                  <a:pt x="318612" y="1539441"/>
                  <a:pt x="322349" y="1529250"/>
                  <a:pt x="316234" y="1517190"/>
                </a:cubicBezTo>
                <a:cubicBezTo>
                  <a:pt x="314535" y="1513962"/>
                  <a:pt x="315045" y="1510395"/>
                  <a:pt x="316743" y="1507338"/>
                </a:cubicBezTo>
                <a:cubicBezTo>
                  <a:pt x="323028" y="1495618"/>
                  <a:pt x="319631" y="1484916"/>
                  <a:pt x="313686" y="1474385"/>
                </a:cubicBezTo>
                <a:cubicBezTo>
                  <a:pt x="308760" y="1465553"/>
                  <a:pt x="300947" y="1459268"/>
                  <a:pt x="294662" y="1451794"/>
                </a:cubicBezTo>
                <a:cubicBezTo>
                  <a:pt x="290755" y="1447378"/>
                  <a:pt x="287528" y="1444490"/>
                  <a:pt x="281073" y="1446189"/>
                </a:cubicBezTo>
                <a:cubicBezTo>
                  <a:pt x="276317" y="1447378"/>
                  <a:pt x="272920" y="1444830"/>
                  <a:pt x="272071" y="1439734"/>
                </a:cubicBezTo>
                <a:cubicBezTo>
                  <a:pt x="271391" y="1436167"/>
                  <a:pt x="270882" y="1432430"/>
                  <a:pt x="270542" y="1428863"/>
                </a:cubicBezTo>
                <a:cubicBezTo>
                  <a:pt x="266975" y="1386738"/>
                  <a:pt x="275298" y="1345292"/>
                  <a:pt x="278355" y="1303677"/>
                </a:cubicBezTo>
                <a:cubicBezTo>
                  <a:pt x="280564" y="1273272"/>
                  <a:pt x="285829" y="1243037"/>
                  <a:pt x="285659" y="1212293"/>
                </a:cubicBezTo>
                <a:cubicBezTo>
                  <a:pt x="285659" y="1202101"/>
                  <a:pt x="285150" y="1191230"/>
                  <a:pt x="280564" y="1182398"/>
                </a:cubicBezTo>
                <a:cubicBezTo>
                  <a:pt x="274958" y="1171527"/>
                  <a:pt x="273769" y="1159806"/>
                  <a:pt x="269862" y="1148596"/>
                </a:cubicBezTo>
                <a:cubicBezTo>
                  <a:pt x="267315" y="1141292"/>
                  <a:pt x="270372" y="1137725"/>
                  <a:pt x="278016" y="1137725"/>
                </a:cubicBezTo>
                <a:cubicBezTo>
                  <a:pt x="289906" y="1137555"/>
                  <a:pt x="301796" y="1138404"/>
                  <a:pt x="313686" y="1138234"/>
                </a:cubicBezTo>
                <a:cubicBezTo>
                  <a:pt x="321160" y="1138064"/>
                  <a:pt x="324217" y="1140952"/>
                  <a:pt x="323708" y="1148596"/>
                </a:cubicBezTo>
                <a:cubicBezTo>
                  <a:pt x="323198" y="1159636"/>
                  <a:pt x="328803" y="1167280"/>
                  <a:pt x="337296" y="1174414"/>
                </a:cubicBezTo>
                <a:cubicBezTo>
                  <a:pt x="351055" y="1185625"/>
                  <a:pt x="368041" y="1187154"/>
                  <a:pt x="383668" y="1187663"/>
                </a:cubicBezTo>
                <a:cubicBezTo>
                  <a:pt x="424944" y="1189362"/>
                  <a:pt x="466049" y="1193269"/>
                  <a:pt x="507325" y="1194797"/>
                </a:cubicBezTo>
                <a:cubicBezTo>
                  <a:pt x="514120" y="1194967"/>
                  <a:pt x="517007" y="1197345"/>
                  <a:pt x="517007" y="1204309"/>
                </a:cubicBezTo>
                <a:cubicBezTo>
                  <a:pt x="516837" y="1234884"/>
                  <a:pt x="513100" y="1265289"/>
                  <a:pt x="509194" y="1295524"/>
                </a:cubicBezTo>
                <a:cubicBezTo>
                  <a:pt x="504947" y="1328986"/>
                  <a:pt x="502229" y="1362448"/>
                  <a:pt x="499851" y="1395910"/>
                </a:cubicBezTo>
                <a:cubicBezTo>
                  <a:pt x="499512" y="1401176"/>
                  <a:pt x="501210" y="1403724"/>
                  <a:pt x="506816" y="1404064"/>
                </a:cubicBezTo>
                <a:cubicBezTo>
                  <a:pt x="535522" y="1405592"/>
                  <a:pt x="564228" y="1410688"/>
                  <a:pt x="593104" y="1408140"/>
                </a:cubicBezTo>
                <a:cubicBezTo>
                  <a:pt x="597520" y="1407801"/>
                  <a:pt x="602107" y="1407970"/>
                  <a:pt x="606693" y="1407970"/>
                </a:cubicBezTo>
                <a:cubicBezTo>
                  <a:pt x="612128" y="1407970"/>
                  <a:pt x="615016" y="1410348"/>
                  <a:pt x="615016" y="1416293"/>
                </a:cubicBezTo>
                <a:cubicBezTo>
                  <a:pt x="614676" y="1439564"/>
                  <a:pt x="614506" y="1462665"/>
                  <a:pt x="614167" y="1485936"/>
                </a:cubicBezTo>
                <a:cubicBezTo>
                  <a:pt x="614167" y="1488484"/>
                  <a:pt x="614336" y="1491201"/>
                  <a:pt x="610430" y="1490861"/>
                </a:cubicBezTo>
                <a:cubicBezTo>
                  <a:pt x="593953" y="1489672"/>
                  <a:pt x="577137" y="1491541"/>
                  <a:pt x="560831" y="1486105"/>
                </a:cubicBezTo>
                <a:cubicBezTo>
                  <a:pt x="524991" y="1474046"/>
                  <a:pt x="488980" y="1462325"/>
                  <a:pt x="452801" y="1450945"/>
                </a:cubicBezTo>
                <a:cubicBezTo>
                  <a:pt x="438363" y="1446358"/>
                  <a:pt x="436154" y="1447717"/>
                  <a:pt x="429870" y="1458928"/>
                </a:cubicBezTo>
                <a:cubicBezTo>
                  <a:pt x="428341" y="1461646"/>
                  <a:pt x="428341" y="1464194"/>
                  <a:pt x="428341" y="1467081"/>
                </a:cubicBezTo>
                <a:cubicBezTo>
                  <a:pt x="428341" y="1479821"/>
                  <a:pt x="428511" y="1492560"/>
                  <a:pt x="428171" y="1505300"/>
                </a:cubicBezTo>
                <a:cubicBezTo>
                  <a:pt x="428001" y="1512264"/>
                  <a:pt x="428341" y="1518718"/>
                  <a:pt x="434626" y="1523474"/>
                </a:cubicBezTo>
                <a:cubicBezTo>
                  <a:pt x="437004" y="1525343"/>
                  <a:pt x="439042" y="1528570"/>
                  <a:pt x="438193" y="1531628"/>
                </a:cubicBezTo>
                <a:cubicBezTo>
                  <a:pt x="435645" y="1541479"/>
                  <a:pt x="440571" y="1547085"/>
                  <a:pt x="448214" y="1551671"/>
                </a:cubicBezTo>
                <a:cubicBezTo>
                  <a:pt x="450592" y="1553030"/>
                  <a:pt x="451951" y="1555238"/>
                  <a:pt x="451611" y="1557956"/>
                </a:cubicBezTo>
                <a:cubicBezTo>
                  <a:pt x="451272" y="1560843"/>
                  <a:pt x="448554" y="1560843"/>
                  <a:pt x="446346" y="1561523"/>
                </a:cubicBezTo>
                <a:cubicBezTo>
                  <a:pt x="414582" y="1569846"/>
                  <a:pt x="382988" y="1578679"/>
                  <a:pt x="350715" y="1584454"/>
                </a:cubicBezTo>
                <a:cubicBezTo>
                  <a:pt x="336277" y="1587002"/>
                  <a:pt x="327954" y="1598722"/>
                  <a:pt x="327954" y="1610782"/>
                </a:cubicBezTo>
                <a:cubicBezTo>
                  <a:pt x="327954" y="1623861"/>
                  <a:pt x="327784" y="1636770"/>
                  <a:pt x="327954" y="1649850"/>
                </a:cubicBezTo>
                <a:cubicBezTo>
                  <a:pt x="327954" y="1656984"/>
                  <a:pt x="330332" y="1662929"/>
                  <a:pt x="335428" y="1668194"/>
                </a:cubicBezTo>
                <a:cubicBezTo>
                  <a:pt x="340863" y="1673800"/>
                  <a:pt x="346639" y="1679575"/>
                  <a:pt x="346809" y="1688407"/>
                </a:cubicBezTo>
                <a:cubicBezTo>
                  <a:pt x="346809" y="1691125"/>
                  <a:pt x="349866" y="1692314"/>
                  <a:pt x="351904" y="1693673"/>
                </a:cubicBezTo>
                <a:cubicBezTo>
                  <a:pt x="363285" y="1701317"/>
                  <a:pt x="383498" y="1698259"/>
                  <a:pt x="395558" y="1687219"/>
                </a:cubicBezTo>
                <a:cubicBezTo>
                  <a:pt x="405919" y="1677706"/>
                  <a:pt x="408637" y="1664627"/>
                  <a:pt x="410166" y="1651888"/>
                </a:cubicBezTo>
                <a:cubicBezTo>
                  <a:pt x="411015" y="1643905"/>
                  <a:pt x="405070" y="1637450"/>
                  <a:pt x="398615" y="1632354"/>
                </a:cubicBezTo>
                <a:cubicBezTo>
                  <a:pt x="395728" y="1630146"/>
                  <a:pt x="394539" y="1626919"/>
                  <a:pt x="395388" y="1623182"/>
                </a:cubicBezTo>
                <a:cubicBezTo>
                  <a:pt x="396407" y="1619105"/>
                  <a:pt x="400314" y="1619785"/>
                  <a:pt x="403032" y="1619445"/>
                </a:cubicBezTo>
                <a:cubicBezTo>
                  <a:pt x="435645" y="1614349"/>
                  <a:pt x="468597" y="1611971"/>
                  <a:pt x="500701" y="1603478"/>
                </a:cubicBezTo>
                <a:cubicBezTo>
                  <a:pt x="522103" y="1597703"/>
                  <a:pt x="544694" y="1595665"/>
                  <a:pt x="566606" y="1591928"/>
                </a:cubicBezTo>
                <a:cubicBezTo>
                  <a:pt x="583082" y="1589210"/>
                  <a:pt x="599389" y="1584963"/>
                  <a:pt x="616205" y="1587341"/>
                </a:cubicBezTo>
                <a:cubicBezTo>
                  <a:pt x="626736" y="1588870"/>
                  <a:pt x="634719" y="1592947"/>
                  <a:pt x="638626" y="1604667"/>
                </a:cubicBezTo>
                <a:cubicBezTo>
                  <a:pt x="647629" y="1630655"/>
                  <a:pt x="655952" y="1656984"/>
                  <a:pt x="663935" y="1683312"/>
                </a:cubicBezTo>
                <a:cubicBezTo>
                  <a:pt x="668861" y="1699448"/>
                  <a:pt x="672938" y="1715075"/>
                  <a:pt x="667502" y="1731891"/>
                </a:cubicBezTo>
                <a:cubicBezTo>
                  <a:pt x="664954" y="1739875"/>
                  <a:pt x="665124" y="1748707"/>
                  <a:pt x="665634" y="1757200"/>
                </a:cubicBezTo>
                <a:cubicBezTo>
                  <a:pt x="666993" y="1780471"/>
                  <a:pt x="688735" y="1802043"/>
                  <a:pt x="712345" y="1803402"/>
                </a:cubicBezTo>
                <a:cubicBezTo>
                  <a:pt x="734257" y="1804591"/>
                  <a:pt x="759905" y="1784378"/>
                  <a:pt x="763642" y="1762976"/>
                </a:cubicBezTo>
                <a:cubicBezTo>
                  <a:pt x="765001" y="1755842"/>
                  <a:pt x="763642" y="1748877"/>
                  <a:pt x="760415" y="1742423"/>
                </a:cubicBezTo>
                <a:cubicBezTo>
                  <a:pt x="753791" y="1728664"/>
                  <a:pt x="742580" y="1719152"/>
                  <a:pt x="730860" y="1710319"/>
                </a:cubicBezTo>
                <a:cubicBezTo>
                  <a:pt x="728482" y="1708451"/>
                  <a:pt x="726783" y="1707092"/>
                  <a:pt x="725934" y="1704204"/>
                </a:cubicBezTo>
                <a:cubicBezTo>
                  <a:pt x="714553" y="1668024"/>
                  <a:pt x="702663" y="1632184"/>
                  <a:pt x="695189" y="1594985"/>
                </a:cubicBezTo>
                <a:cubicBezTo>
                  <a:pt x="692811" y="1583435"/>
                  <a:pt x="694000" y="1581906"/>
                  <a:pt x="705890" y="1581736"/>
                </a:cubicBezTo>
                <a:cubicBezTo>
                  <a:pt x="707929" y="1581736"/>
                  <a:pt x="709797" y="1582076"/>
                  <a:pt x="711835" y="1582246"/>
                </a:cubicBezTo>
                <a:cubicBezTo>
                  <a:pt x="735786" y="1584793"/>
                  <a:pt x="759566" y="1587681"/>
                  <a:pt x="783516" y="1589719"/>
                </a:cubicBezTo>
                <a:cubicBezTo>
                  <a:pt x="831756" y="1593626"/>
                  <a:pt x="879996" y="1596514"/>
                  <a:pt x="928236" y="1601270"/>
                </a:cubicBezTo>
                <a:cubicBezTo>
                  <a:pt x="948449" y="1603308"/>
                  <a:pt x="948449" y="1603138"/>
                  <a:pt x="942844" y="1623182"/>
                </a:cubicBezTo>
                <a:cubicBezTo>
                  <a:pt x="941315" y="1628617"/>
                  <a:pt x="939446" y="1634732"/>
                  <a:pt x="943353" y="1639488"/>
                </a:cubicBezTo>
                <a:cubicBezTo>
                  <a:pt x="947600" y="1644754"/>
                  <a:pt x="950148" y="1650529"/>
                  <a:pt x="951506" y="1656984"/>
                </a:cubicBezTo>
                <a:cubicBezTo>
                  <a:pt x="952356" y="1661060"/>
                  <a:pt x="954734" y="1662759"/>
                  <a:pt x="958980" y="1663778"/>
                </a:cubicBezTo>
                <a:cubicBezTo>
                  <a:pt x="969002" y="1665986"/>
                  <a:pt x="979193" y="1665816"/>
                  <a:pt x="989385" y="1666496"/>
                </a:cubicBezTo>
                <a:cubicBezTo>
                  <a:pt x="996179" y="1667005"/>
                  <a:pt x="999916" y="1664118"/>
                  <a:pt x="1002974" y="1659531"/>
                </a:cubicBezTo>
                <a:cubicBezTo>
                  <a:pt x="1012656" y="1645263"/>
                  <a:pt x="1014015" y="1629297"/>
                  <a:pt x="1010278" y="1613160"/>
                </a:cubicBezTo>
                <a:close/>
                <a:moveTo>
                  <a:pt x="893245" y="959203"/>
                </a:moveTo>
                <a:cubicBezTo>
                  <a:pt x="900379" y="964808"/>
                  <a:pt x="906154" y="960732"/>
                  <a:pt x="911929" y="957674"/>
                </a:cubicBezTo>
                <a:cubicBezTo>
                  <a:pt x="921611" y="952748"/>
                  <a:pt x="921611" y="952578"/>
                  <a:pt x="923310" y="963110"/>
                </a:cubicBezTo>
                <a:cubicBezTo>
                  <a:pt x="929425" y="999459"/>
                  <a:pt x="935540" y="1035639"/>
                  <a:pt x="941655" y="1071989"/>
                </a:cubicBezTo>
                <a:cubicBezTo>
                  <a:pt x="942504" y="1076745"/>
                  <a:pt x="942674" y="1081501"/>
                  <a:pt x="943183" y="1086257"/>
                </a:cubicBezTo>
                <a:cubicBezTo>
                  <a:pt x="943013" y="1086257"/>
                  <a:pt x="942844" y="1086257"/>
                  <a:pt x="942504" y="1086257"/>
                </a:cubicBezTo>
                <a:cubicBezTo>
                  <a:pt x="942504" y="1090164"/>
                  <a:pt x="942674" y="1094241"/>
                  <a:pt x="942504" y="1098147"/>
                </a:cubicBezTo>
                <a:cubicBezTo>
                  <a:pt x="942334" y="1100865"/>
                  <a:pt x="940805" y="1103073"/>
                  <a:pt x="937748" y="1103073"/>
                </a:cubicBezTo>
                <a:cubicBezTo>
                  <a:pt x="934690" y="1103243"/>
                  <a:pt x="933501" y="1101205"/>
                  <a:pt x="932822" y="1098317"/>
                </a:cubicBezTo>
                <a:cubicBezTo>
                  <a:pt x="928066" y="1076066"/>
                  <a:pt x="919573" y="1054833"/>
                  <a:pt x="912269" y="1033261"/>
                </a:cubicBezTo>
                <a:cubicBezTo>
                  <a:pt x="905645" y="1013897"/>
                  <a:pt x="897152" y="995213"/>
                  <a:pt x="893245" y="974830"/>
                </a:cubicBezTo>
                <a:cubicBezTo>
                  <a:pt x="892565" y="970753"/>
                  <a:pt x="888828" y="967526"/>
                  <a:pt x="888998" y="962940"/>
                </a:cubicBezTo>
                <a:cubicBezTo>
                  <a:pt x="888998" y="960562"/>
                  <a:pt x="889508" y="956145"/>
                  <a:pt x="893245" y="959203"/>
                </a:cubicBezTo>
                <a:close/>
              </a:path>
            </a:pathLst>
          </a:custGeom>
          <a:solidFill>
            <a:srgbClr val="002060"/>
          </a:solidFill>
          <a:ln w="16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892802" y="537030"/>
            <a:ext cx="0" cy="5653314"/>
          </a:xfrm>
          <a:prstGeom prst="line">
            <a:avLst/>
          </a:prstGeom>
          <a:ln w="57150">
            <a:solidFill>
              <a:srgbClr val="0070C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2776160" y="245088"/>
            <a:ext cx="2672086" cy="945085"/>
            <a:chOff x="839244" y="1390390"/>
            <a:chExt cx="4225446" cy="4225446"/>
          </a:xfrm>
        </p:grpSpPr>
        <p:sp>
          <p:nvSpPr>
            <p:cNvPr id="9" name="Oval 8"/>
            <p:cNvSpPr/>
            <p:nvPr/>
          </p:nvSpPr>
          <p:spPr>
            <a:xfrm>
              <a:off x="839244" y="1390390"/>
              <a:ext cx="4225446" cy="4225446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1244895" y="1767241"/>
              <a:ext cx="3409970" cy="346756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  <a:latin typeface="Arial Black" panose="020B0A04020102020204" pitchFamily="34" charset="0"/>
                </a:rPr>
                <a:t>classes</a:t>
              </a:r>
              <a:endParaRPr lang="en-US" sz="2400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380590" y="193495"/>
            <a:ext cx="2670048" cy="941832"/>
            <a:chOff x="851770" y="1390390"/>
            <a:chExt cx="4225446" cy="4225446"/>
          </a:xfrm>
        </p:grpSpPr>
        <p:sp>
          <p:nvSpPr>
            <p:cNvPr id="12" name="Oval 11"/>
            <p:cNvSpPr/>
            <p:nvPr/>
          </p:nvSpPr>
          <p:spPr>
            <a:xfrm>
              <a:off x="851770" y="1390390"/>
              <a:ext cx="4225446" cy="4225446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1215024" y="1766172"/>
              <a:ext cx="3469710" cy="346971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  <a:latin typeface="Arial Black" panose="020B0A04020102020204" pitchFamily="34" charset="0"/>
                </a:rPr>
                <a:t>Function</a:t>
              </a:r>
              <a:endParaRPr lang="en-US" sz="2000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497630" y="1029892"/>
            <a:ext cx="2699657" cy="1728133"/>
          </a:xfrm>
          <a:prstGeom prst="roundRect">
            <a:avLst/>
          </a:prstGeom>
          <a:solidFill>
            <a:schemeClr val="bg1"/>
          </a:solidFill>
          <a:ln w="381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Quiz</a:t>
            </a:r>
          </a:p>
          <a:p>
            <a:pPr algn="ctr"/>
            <a:r>
              <a:rPr lang="en-US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Manage Quiz flow and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38" y="3003536"/>
            <a:ext cx="2699657" cy="1728133"/>
          </a:xfrm>
          <a:prstGeom prst="roundRect">
            <a:avLst/>
          </a:prstGeom>
          <a:solidFill>
            <a:schemeClr val="bg1"/>
          </a:solidFill>
          <a:ln w="381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Questions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Store question,options,anwer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98576" y="208010"/>
            <a:ext cx="2430565" cy="1299610"/>
          </a:xfrm>
          <a:prstGeom prst="roundRect">
            <a:avLst/>
          </a:prstGeom>
          <a:solidFill>
            <a:schemeClr val="bg1"/>
          </a:solidFill>
          <a:ln w="381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Showrules()</a:t>
            </a:r>
            <a:endParaRPr lang="en-US" sz="16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endParaRPr lang="en-US" sz="1600" dirty="0" smtClean="0">
              <a:solidFill>
                <a:schemeClr val="tx1"/>
              </a:solidFill>
            </a:endParaRPr>
          </a:p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Display the quiz rules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22416" y="1803644"/>
            <a:ext cx="2430565" cy="1299610"/>
          </a:xfrm>
          <a:prstGeom prst="roundRect">
            <a:avLst/>
          </a:prstGeom>
          <a:solidFill>
            <a:schemeClr val="bg1"/>
          </a:solidFill>
          <a:ln w="381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startquiz()</a:t>
            </a:r>
            <a:endParaRPr lang="en-US" sz="16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endParaRPr lang="en-US" sz="1600" dirty="0" smtClean="0">
              <a:solidFill>
                <a:schemeClr val="tx1"/>
              </a:solidFill>
            </a:endParaRPr>
          </a:p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Lets player choose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422416" y="3195312"/>
            <a:ext cx="2470979" cy="1728133"/>
          </a:xfrm>
          <a:prstGeom prst="roundRect">
            <a:avLst/>
          </a:prstGeom>
          <a:solidFill>
            <a:schemeClr val="bg1"/>
          </a:solidFill>
          <a:ln w="381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cpp()</a:t>
            </a:r>
            <a:endParaRPr lang="en-US" sz="16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endParaRPr lang="en-US" sz="1600" dirty="0" smtClean="0">
              <a:solidFill>
                <a:schemeClr val="tx1"/>
              </a:solidFill>
            </a:endParaRPr>
          </a:p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Handle quiz question and scoring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398576" y="4923445"/>
            <a:ext cx="2470979" cy="1321219"/>
          </a:xfrm>
          <a:prstGeom prst="roundRect">
            <a:avLst/>
          </a:prstGeom>
          <a:solidFill>
            <a:schemeClr val="bg1"/>
          </a:solidFill>
          <a:ln w="381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ICT()</a:t>
            </a:r>
            <a:endParaRPr lang="en-US" sz="16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endParaRPr lang="en-US" sz="1600" dirty="0" smtClean="0">
              <a:solidFill>
                <a:schemeClr val="tx1"/>
              </a:solidFill>
            </a:endParaRPr>
          </a:p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Handle ICT question and scoring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93738" y="4923445"/>
            <a:ext cx="2699657" cy="1728133"/>
          </a:xfrm>
          <a:prstGeom prst="roundRect">
            <a:avLst/>
          </a:prstGeom>
          <a:solidFill>
            <a:schemeClr val="bg1"/>
          </a:solidFill>
          <a:ln w="381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Player</a:t>
            </a:r>
          </a:p>
          <a:p>
            <a:pPr algn="ctr"/>
            <a:r>
              <a:rPr lang="en-US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Store name,and Score</a:t>
            </a: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723008" y="4923445"/>
            <a:ext cx="2470979" cy="1321219"/>
          </a:xfrm>
          <a:prstGeom prst="roundRect">
            <a:avLst/>
          </a:prstGeom>
          <a:solidFill>
            <a:schemeClr val="bg1"/>
          </a:solidFill>
          <a:ln w="381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Eng()</a:t>
            </a:r>
            <a:endParaRPr lang="en-US" sz="16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algn="ctr"/>
            <a:endParaRPr lang="en-US" sz="1600" dirty="0" smtClean="0">
              <a:solidFill>
                <a:schemeClr val="tx1"/>
              </a:solidFill>
            </a:endParaRPr>
          </a:p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Handle Eng question and scoring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35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 txBox="1">
            <a:spLocks/>
          </p:cNvSpPr>
          <p:nvPr/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solidFill>
                  <a:srgbClr val="0070C0"/>
                </a:solidFill>
              </a:rPr>
              <a:t>A</a:t>
            </a:r>
            <a:r>
              <a:rPr lang="en-US" sz="4000" b="1" dirty="0">
                <a:solidFill>
                  <a:srgbClr val="FF0000"/>
                </a:solidFill>
              </a:rPr>
              <a:t>d</a:t>
            </a:r>
            <a:r>
              <a:rPr lang="en-US" sz="4000" b="1" dirty="0">
                <a:solidFill>
                  <a:srgbClr val="0070C0"/>
                </a:solidFill>
              </a:rPr>
              <a:t>v</a:t>
            </a:r>
            <a:r>
              <a:rPr lang="en-US" sz="4000" b="1" dirty="0">
                <a:solidFill>
                  <a:srgbClr val="FF0000"/>
                </a:solidFill>
              </a:rPr>
              <a:t>a</a:t>
            </a:r>
            <a:r>
              <a:rPr lang="en-US" sz="4000" b="1" dirty="0">
                <a:solidFill>
                  <a:srgbClr val="0070C0"/>
                </a:solidFill>
              </a:rPr>
              <a:t>n</a:t>
            </a:r>
            <a:r>
              <a:rPr lang="en-US" sz="4000" b="1" dirty="0">
                <a:solidFill>
                  <a:srgbClr val="FF0000"/>
                </a:solidFill>
              </a:rPr>
              <a:t>t</a:t>
            </a:r>
            <a:r>
              <a:rPr lang="en-US" sz="4000" b="1" dirty="0">
                <a:solidFill>
                  <a:srgbClr val="0070C0"/>
                </a:solidFill>
              </a:rPr>
              <a:t>a</a:t>
            </a:r>
            <a:r>
              <a:rPr lang="en-US" sz="4000" b="1" dirty="0">
                <a:solidFill>
                  <a:srgbClr val="FF0000"/>
                </a:solidFill>
              </a:rPr>
              <a:t>g</a:t>
            </a:r>
            <a:r>
              <a:rPr lang="en-US" sz="4000" b="1" dirty="0">
                <a:solidFill>
                  <a:srgbClr val="0070C0"/>
                </a:solidFill>
              </a:rPr>
              <a:t>e</a:t>
            </a:r>
            <a:r>
              <a:rPr lang="en-US" sz="4000" b="1" dirty="0">
                <a:solidFill>
                  <a:srgbClr val="FF0000"/>
                </a:solidFill>
              </a:rPr>
              <a:t>s</a:t>
            </a:r>
            <a:endParaRPr lang="en-US" sz="1400" b="1" dirty="0">
              <a:solidFill>
                <a:srgbClr val="FF0000"/>
              </a:solidFill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2698364" y="1864244"/>
            <a:ext cx="3007844" cy="3159906"/>
            <a:chOff x="2698364" y="1806188"/>
            <a:chExt cx="3007844" cy="31599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D9BE6F-C76F-4281-BD41-2C6EEAF21763}"/>
                </a:ext>
              </a:extLst>
            </p:cNvPr>
            <p:cNvSpPr/>
            <p:nvPr/>
          </p:nvSpPr>
          <p:spPr>
            <a:xfrm>
              <a:off x="4777708" y="1837100"/>
              <a:ext cx="928500" cy="891459"/>
            </a:xfrm>
            <a:prstGeom prst="rect">
              <a:avLst/>
            </a:prstGeom>
            <a:solidFill>
              <a:schemeClr val="bg1"/>
            </a:solidFill>
            <a:ln w="63500">
              <a:solidFill>
                <a:srgbClr val="FF0000"/>
              </a:solidFill>
            </a:ln>
            <a:effectLst>
              <a:innerShdw blurRad="127000" dist="127000" dir="13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28F7F1A-31D9-45B0-A360-8DAB82E1C69B}"/>
                </a:ext>
              </a:extLst>
            </p:cNvPr>
            <p:cNvSpPr/>
            <p:nvPr/>
          </p:nvSpPr>
          <p:spPr>
            <a:xfrm>
              <a:off x="4777708" y="2938384"/>
              <a:ext cx="928500" cy="891459"/>
            </a:xfrm>
            <a:prstGeom prst="rect">
              <a:avLst/>
            </a:prstGeom>
            <a:solidFill>
              <a:schemeClr val="bg1"/>
            </a:solidFill>
            <a:ln w="63500">
              <a:solidFill>
                <a:srgbClr val="0070C0"/>
              </a:solidFill>
            </a:ln>
            <a:effectLst>
              <a:innerShdw blurRad="127000" dist="127000" dir="13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cs typeface="Arial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394C33-5B73-4411-B833-AE22A8EAEDA8}"/>
                </a:ext>
              </a:extLst>
            </p:cNvPr>
            <p:cNvSpPr/>
            <p:nvPr/>
          </p:nvSpPr>
          <p:spPr>
            <a:xfrm>
              <a:off x="4777708" y="4039668"/>
              <a:ext cx="928500" cy="891459"/>
            </a:xfrm>
            <a:prstGeom prst="rect">
              <a:avLst/>
            </a:prstGeom>
            <a:solidFill>
              <a:schemeClr val="bg1"/>
            </a:solidFill>
            <a:ln w="63500">
              <a:solidFill>
                <a:srgbClr val="FF0000"/>
              </a:solidFill>
            </a:ln>
            <a:effectLst>
              <a:innerShdw blurRad="127000" dist="127000" dir="13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cs typeface="Arial" pitchFamily="34" charset="0"/>
              </a:endParaRPr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1802F9F0-EBAF-4DB5-AEB9-98702B6FABB1}"/>
                </a:ext>
              </a:extLst>
            </p:cNvPr>
            <p:cNvSpPr/>
            <p:nvPr/>
          </p:nvSpPr>
          <p:spPr>
            <a:xfrm>
              <a:off x="2700682" y="2907813"/>
              <a:ext cx="2056195" cy="1032243"/>
            </a:xfrm>
            <a:custGeom>
              <a:avLst/>
              <a:gdLst>
                <a:gd name="connsiteX0" fmla="*/ 1621972 w 1621972"/>
                <a:gd name="connsiteY0" fmla="*/ 0 h 925286"/>
                <a:gd name="connsiteX1" fmla="*/ 0 w 1621972"/>
                <a:gd name="connsiteY1" fmla="*/ 925286 h 925286"/>
                <a:gd name="connsiteX2" fmla="*/ 1621972 w 1621972"/>
                <a:gd name="connsiteY2" fmla="*/ 849086 h 925286"/>
                <a:gd name="connsiteX3" fmla="*/ 1621972 w 1621972"/>
                <a:gd name="connsiteY3" fmla="*/ 0 h 925286"/>
                <a:gd name="connsiteX0" fmla="*/ 1632858 w 1632858"/>
                <a:gd name="connsiteY0" fmla="*/ 0 h 957943"/>
                <a:gd name="connsiteX1" fmla="*/ 0 w 1632858"/>
                <a:gd name="connsiteY1" fmla="*/ 957943 h 957943"/>
                <a:gd name="connsiteX2" fmla="*/ 1621972 w 1632858"/>
                <a:gd name="connsiteY2" fmla="*/ 881743 h 957943"/>
                <a:gd name="connsiteX3" fmla="*/ 1632858 w 1632858"/>
                <a:gd name="connsiteY3" fmla="*/ 0 h 957943"/>
                <a:gd name="connsiteX0" fmla="*/ 1632858 w 1654629"/>
                <a:gd name="connsiteY0" fmla="*/ 0 h 957943"/>
                <a:gd name="connsiteX1" fmla="*/ 0 w 1654629"/>
                <a:gd name="connsiteY1" fmla="*/ 957943 h 957943"/>
                <a:gd name="connsiteX2" fmla="*/ 1654629 w 1654629"/>
                <a:gd name="connsiteY2" fmla="*/ 903515 h 957943"/>
                <a:gd name="connsiteX3" fmla="*/ 1632858 w 1654629"/>
                <a:gd name="connsiteY3" fmla="*/ 0 h 957943"/>
                <a:gd name="connsiteX0" fmla="*/ 1643743 w 1654629"/>
                <a:gd name="connsiteY0" fmla="*/ 0 h 979714"/>
                <a:gd name="connsiteX1" fmla="*/ 0 w 1654629"/>
                <a:gd name="connsiteY1" fmla="*/ 979714 h 979714"/>
                <a:gd name="connsiteX2" fmla="*/ 1654629 w 1654629"/>
                <a:gd name="connsiteY2" fmla="*/ 925286 h 979714"/>
                <a:gd name="connsiteX3" fmla="*/ 1643743 w 1654629"/>
                <a:gd name="connsiteY3" fmla="*/ 0 h 979714"/>
                <a:gd name="connsiteX0" fmla="*/ 1630212 w 1654629"/>
                <a:gd name="connsiteY0" fmla="*/ 0 h 947057"/>
                <a:gd name="connsiteX1" fmla="*/ 0 w 1654629"/>
                <a:gd name="connsiteY1" fmla="*/ 947057 h 947057"/>
                <a:gd name="connsiteX2" fmla="*/ 1654629 w 1654629"/>
                <a:gd name="connsiteY2" fmla="*/ 892629 h 947057"/>
                <a:gd name="connsiteX3" fmla="*/ 1630212 w 1654629"/>
                <a:gd name="connsiteY3" fmla="*/ 0 h 947057"/>
                <a:gd name="connsiteX0" fmla="*/ 1657273 w 1657273"/>
                <a:gd name="connsiteY0" fmla="*/ 0 h 968828"/>
                <a:gd name="connsiteX1" fmla="*/ 0 w 1657273"/>
                <a:gd name="connsiteY1" fmla="*/ 968828 h 968828"/>
                <a:gd name="connsiteX2" fmla="*/ 1654629 w 1657273"/>
                <a:gd name="connsiteY2" fmla="*/ 914400 h 968828"/>
                <a:gd name="connsiteX3" fmla="*/ 1657273 w 1657273"/>
                <a:gd name="connsiteY3" fmla="*/ 0 h 968828"/>
                <a:gd name="connsiteX0" fmla="*/ 1684334 w 1684334"/>
                <a:gd name="connsiteY0" fmla="*/ 0 h 990599"/>
                <a:gd name="connsiteX1" fmla="*/ 0 w 1684334"/>
                <a:gd name="connsiteY1" fmla="*/ 990599 h 990599"/>
                <a:gd name="connsiteX2" fmla="*/ 1654629 w 1684334"/>
                <a:gd name="connsiteY2" fmla="*/ 936171 h 990599"/>
                <a:gd name="connsiteX3" fmla="*/ 1684334 w 1684334"/>
                <a:gd name="connsiteY3" fmla="*/ 0 h 990599"/>
                <a:gd name="connsiteX0" fmla="*/ 1589618 w 1654636"/>
                <a:gd name="connsiteY0" fmla="*/ 0 h 947056"/>
                <a:gd name="connsiteX1" fmla="*/ 0 w 1654636"/>
                <a:gd name="connsiteY1" fmla="*/ 947056 h 947056"/>
                <a:gd name="connsiteX2" fmla="*/ 1654629 w 1654636"/>
                <a:gd name="connsiteY2" fmla="*/ 892628 h 947056"/>
                <a:gd name="connsiteX3" fmla="*/ 1589618 w 1654636"/>
                <a:gd name="connsiteY3" fmla="*/ 0 h 947056"/>
                <a:gd name="connsiteX0" fmla="*/ 1603149 w 1654638"/>
                <a:gd name="connsiteY0" fmla="*/ 0 h 979713"/>
                <a:gd name="connsiteX1" fmla="*/ 0 w 1654638"/>
                <a:gd name="connsiteY1" fmla="*/ 979713 h 979713"/>
                <a:gd name="connsiteX2" fmla="*/ 1654629 w 1654638"/>
                <a:gd name="connsiteY2" fmla="*/ 925285 h 979713"/>
                <a:gd name="connsiteX3" fmla="*/ 1603149 w 1654638"/>
                <a:gd name="connsiteY3" fmla="*/ 0 h 979713"/>
                <a:gd name="connsiteX0" fmla="*/ 1603149 w 1627589"/>
                <a:gd name="connsiteY0" fmla="*/ 0 h 979713"/>
                <a:gd name="connsiteX1" fmla="*/ 0 w 1627589"/>
                <a:gd name="connsiteY1" fmla="*/ 979713 h 979713"/>
                <a:gd name="connsiteX2" fmla="*/ 1627568 w 1627589"/>
                <a:gd name="connsiteY2" fmla="*/ 914399 h 979713"/>
                <a:gd name="connsiteX3" fmla="*/ 1603149 w 1627589"/>
                <a:gd name="connsiteY3" fmla="*/ 0 h 979713"/>
                <a:gd name="connsiteX0" fmla="*/ 1603149 w 1611762"/>
                <a:gd name="connsiteY0" fmla="*/ 0 h 979713"/>
                <a:gd name="connsiteX1" fmla="*/ 0 w 1611762"/>
                <a:gd name="connsiteY1" fmla="*/ 979713 h 979713"/>
                <a:gd name="connsiteX2" fmla="*/ 1611709 w 1611762"/>
                <a:gd name="connsiteY2" fmla="*/ 910146 h 979713"/>
                <a:gd name="connsiteX3" fmla="*/ 1603149 w 1611762"/>
                <a:gd name="connsiteY3" fmla="*/ 0 h 979713"/>
                <a:gd name="connsiteX0" fmla="*/ 1581944 w 1611727"/>
                <a:gd name="connsiteY0" fmla="*/ 0 h 979713"/>
                <a:gd name="connsiteX1" fmla="*/ 0 w 1611727"/>
                <a:gd name="connsiteY1" fmla="*/ 979713 h 979713"/>
                <a:gd name="connsiteX2" fmla="*/ 1611709 w 1611727"/>
                <a:gd name="connsiteY2" fmla="*/ 910146 h 979713"/>
                <a:gd name="connsiteX3" fmla="*/ 1581944 w 1611727"/>
                <a:gd name="connsiteY3" fmla="*/ 0 h 979713"/>
                <a:gd name="connsiteX0" fmla="*/ 1581944 w 1586350"/>
                <a:gd name="connsiteY0" fmla="*/ 0 h 979713"/>
                <a:gd name="connsiteX1" fmla="*/ 0 w 1586350"/>
                <a:gd name="connsiteY1" fmla="*/ 979713 h 979713"/>
                <a:gd name="connsiteX2" fmla="*/ 1586263 w 1586350"/>
                <a:gd name="connsiteY2" fmla="*/ 920382 h 979713"/>
                <a:gd name="connsiteX3" fmla="*/ 1581944 w 1586350"/>
                <a:gd name="connsiteY3" fmla="*/ 0 h 979713"/>
                <a:gd name="connsiteX0" fmla="*/ 1581944 w 1586350"/>
                <a:gd name="connsiteY0" fmla="*/ 0 h 979713"/>
                <a:gd name="connsiteX1" fmla="*/ 0 w 1586350"/>
                <a:gd name="connsiteY1" fmla="*/ 979713 h 979713"/>
                <a:gd name="connsiteX2" fmla="*/ 1586263 w 1586350"/>
                <a:gd name="connsiteY2" fmla="*/ 920382 h 979713"/>
                <a:gd name="connsiteX3" fmla="*/ 1581944 w 1586350"/>
                <a:gd name="connsiteY3" fmla="*/ 0 h 979713"/>
                <a:gd name="connsiteX0" fmla="*/ 1581944 w 1582267"/>
                <a:gd name="connsiteY0" fmla="*/ 0 h 979713"/>
                <a:gd name="connsiteX1" fmla="*/ 0 w 1582267"/>
                <a:gd name="connsiteY1" fmla="*/ 979713 h 979713"/>
                <a:gd name="connsiteX2" fmla="*/ 1582022 w 1582267"/>
                <a:gd name="connsiteY2" fmla="*/ 920382 h 979713"/>
                <a:gd name="connsiteX3" fmla="*/ 1581944 w 1582267"/>
                <a:gd name="connsiteY3" fmla="*/ 0 h 979713"/>
                <a:gd name="connsiteX0" fmla="*/ 1581944 w 1582267"/>
                <a:gd name="connsiteY0" fmla="*/ 0 h 972229"/>
                <a:gd name="connsiteX1" fmla="*/ 0 w 1582267"/>
                <a:gd name="connsiteY1" fmla="*/ 972229 h 972229"/>
                <a:gd name="connsiteX2" fmla="*/ 1582022 w 1582267"/>
                <a:gd name="connsiteY2" fmla="*/ 912898 h 972229"/>
                <a:gd name="connsiteX3" fmla="*/ 1581944 w 1582267"/>
                <a:gd name="connsiteY3" fmla="*/ 0 h 972229"/>
                <a:gd name="connsiteX0" fmla="*/ 1577945 w 1582112"/>
                <a:gd name="connsiteY0" fmla="*/ 0 h 974723"/>
                <a:gd name="connsiteX1" fmla="*/ 0 w 1582112"/>
                <a:gd name="connsiteY1" fmla="*/ 974723 h 974723"/>
                <a:gd name="connsiteX2" fmla="*/ 1582022 w 1582112"/>
                <a:gd name="connsiteY2" fmla="*/ 915392 h 974723"/>
                <a:gd name="connsiteX3" fmla="*/ 1577945 w 1582112"/>
                <a:gd name="connsiteY3" fmla="*/ 0 h 974723"/>
                <a:gd name="connsiteX0" fmla="*/ 1575945 w 1582091"/>
                <a:gd name="connsiteY0" fmla="*/ 0 h 969734"/>
                <a:gd name="connsiteX1" fmla="*/ 0 w 1582091"/>
                <a:gd name="connsiteY1" fmla="*/ 969734 h 969734"/>
                <a:gd name="connsiteX2" fmla="*/ 1582022 w 1582091"/>
                <a:gd name="connsiteY2" fmla="*/ 910403 h 969734"/>
                <a:gd name="connsiteX3" fmla="*/ 1575945 w 1582091"/>
                <a:gd name="connsiteY3" fmla="*/ 0 h 969734"/>
                <a:gd name="connsiteX0" fmla="*/ 1575945 w 1582091"/>
                <a:gd name="connsiteY0" fmla="*/ 0 h 972229"/>
                <a:gd name="connsiteX1" fmla="*/ 0 w 1582091"/>
                <a:gd name="connsiteY1" fmla="*/ 972229 h 972229"/>
                <a:gd name="connsiteX2" fmla="*/ 1582022 w 1582091"/>
                <a:gd name="connsiteY2" fmla="*/ 912898 h 972229"/>
                <a:gd name="connsiteX3" fmla="*/ 1575945 w 1582091"/>
                <a:gd name="connsiteY3" fmla="*/ 0 h 972229"/>
                <a:gd name="connsiteX0" fmla="*/ 1575945 w 1582091"/>
                <a:gd name="connsiteY0" fmla="*/ 0 h 974724"/>
                <a:gd name="connsiteX1" fmla="*/ 0 w 1582091"/>
                <a:gd name="connsiteY1" fmla="*/ 974724 h 974724"/>
                <a:gd name="connsiteX2" fmla="*/ 1582022 w 1582091"/>
                <a:gd name="connsiteY2" fmla="*/ 915393 h 974724"/>
                <a:gd name="connsiteX3" fmla="*/ 1575945 w 1582091"/>
                <a:gd name="connsiteY3" fmla="*/ 0 h 974724"/>
                <a:gd name="connsiteX0" fmla="*/ 1575945 w 1578155"/>
                <a:gd name="connsiteY0" fmla="*/ 0 h 974724"/>
                <a:gd name="connsiteX1" fmla="*/ 0 w 1578155"/>
                <a:gd name="connsiteY1" fmla="*/ 974724 h 974724"/>
                <a:gd name="connsiteX2" fmla="*/ 1578023 w 1578155"/>
                <a:gd name="connsiteY2" fmla="*/ 920382 h 974724"/>
                <a:gd name="connsiteX3" fmla="*/ 1575945 w 1578155"/>
                <a:gd name="connsiteY3" fmla="*/ 0 h 974724"/>
                <a:gd name="connsiteX0" fmla="*/ 1575945 w 1578155"/>
                <a:gd name="connsiteY0" fmla="*/ 0 h 974724"/>
                <a:gd name="connsiteX1" fmla="*/ 0 w 1578155"/>
                <a:gd name="connsiteY1" fmla="*/ 974724 h 974724"/>
                <a:gd name="connsiteX2" fmla="*/ 1578023 w 1578155"/>
                <a:gd name="connsiteY2" fmla="*/ 922875 h 974724"/>
                <a:gd name="connsiteX3" fmla="*/ 1575945 w 1578155"/>
                <a:gd name="connsiteY3" fmla="*/ 0 h 974724"/>
                <a:gd name="connsiteX0" fmla="*/ 1585943 w 1588153"/>
                <a:gd name="connsiteY0" fmla="*/ 0 h 972229"/>
                <a:gd name="connsiteX1" fmla="*/ 0 w 1588153"/>
                <a:gd name="connsiteY1" fmla="*/ 972229 h 972229"/>
                <a:gd name="connsiteX2" fmla="*/ 1588021 w 1588153"/>
                <a:gd name="connsiteY2" fmla="*/ 922875 h 972229"/>
                <a:gd name="connsiteX3" fmla="*/ 1585943 w 1588153"/>
                <a:gd name="connsiteY3" fmla="*/ 0 h 972229"/>
                <a:gd name="connsiteX0" fmla="*/ 1593941 w 1596151"/>
                <a:gd name="connsiteY0" fmla="*/ 0 h 999669"/>
                <a:gd name="connsiteX1" fmla="*/ 0 w 1596151"/>
                <a:gd name="connsiteY1" fmla="*/ 999669 h 999669"/>
                <a:gd name="connsiteX2" fmla="*/ 1596019 w 1596151"/>
                <a:gd name="connsiteY2" fmla="*/ 922875 h 999669"/>
                <a:gd name="connsiteX3" fmla="*/ 1593941 w 1596151"/>
                <a:gd name="connsiteY3" fmla="*/ 0 h 99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6151" h="999669">
                  <a:moveTo>
                    <a:pt x="1593941" y="0"/>
                  </a:moveTo>
                  <a:lnTo>
                    <a:pt x="0" y="999669"/>
                  </a:lnTo>
                  <a:lnTo>
                    <a:pt x="1596019" y="922875"/>
                  </a:lnTo>
                  <a:cubicBezTo>
                    <a:pt x="1596900" y="618075"/>
                    <a:pt x="1593060" y="304800"/>
                    <a:pt x="1593941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86165E6-EF28-4952-84C7-1FA822DD9A0D}"/>
                </a:ext>
              </a:extLst>
            </p:cNvPr>
            <p:cNvSpPr/>
            <p:nvPr/>
          </p:nvSpPr>
          <p:spPr>
            <a:xfrm>
              <a:off x="2698364" y="1806188"/>
              <a:ext cx="2063810" cy="2133869"/>
            </a:xfrm>
            <a:custGeom>
              <a:avLst/>
              <a:gdLst>
                <a:gd name="connsiteX0" fmla="*/ 1621972 w 1621972"/>
                <a:gd name="connsiteY0" fmla="*/ 0 h 2035628"/>
                <a:gd name="connsiteX1" fmla="*/ 0 w 1621972"/>
                <a:gd name="connsiteY1" fmla="*/ 2035628 h 2035628"/>
                <a:gd name="connsiteX2" fmla="*/ 1621972 w 1621972"/>
                <a:gd name="connsiteY2" fmla="*/ 892628 h 2035628"/>
                <a:gd name="connsiteX3" fmla="*/ 1621972 w 1621972"/>
                <a:gd name="connsiteY3" fmla="*/ 0 h 2035628"/>
                <a:gd name="connsiteX0" fmla="*/ 1621972 w 1654629"/>
                <a:gd name="connsiteY0" fmla="*/ 0 h 2035628"/>
                <a:gd name="connsiteX1" fmla="*/ 0 w 1654629"/>
                <a:gd name="connsiteY1" fmla="*/ 2035628 h 2035628"/>
                <a:gd name="connsiteX2" fmla="*/ 1654629 w 1654629"/>
                <a:gd name="connsiteY2" fmla="*/ 881742 h 2035628"/>
                <a:gd name="connsiteX3" fmla="*/ 1621972 w 1654629"/>
                <a:gd name="connsiteY3" fmla="*/ 0 h 2035628"/>
                <a:gd name="connsiteX0" fmla="*/ 1635503 w 1654629"/>
                <a:gd name="connsiteY0" fmla="*/ 0 h 2013857"/>
                <a:gd name="connsiteX1" fmla="*/ 0 w 1654629"/>
                <a:gd name="connsiteY1" fmla="*/ 2013857 h 2013857"/>
                <a:gd name="connsiteX2" fmla="*/ 1654629 w 1654629"/>
                <a:gd name="connsiteY2" fmla="*/ 859971 h 2013857"/>
                <a:gd name="connsiteX3" fmla="*/ 1635503 w 1654629"/>
                <a:gd name="connsiteY3" fmla="*/ 0 h 2013857"/>
                <a:gd name="connsiteX0" fmla="*/ 1594911 w 1654629"/>
                <a:gd name="connsiteY0" fmla="*/ 0 h 2002971"/>
                <a:gd name="connsiteX1" fmla="*/ 0 w 1654629"/>
                <a:gd name="connsiteY1" fmla="*/ 2002971 h 2002971"/>
                <a:gd name="connsiteX2" fmla="*/ 1654629 w 1654629"/>
                <a:gd name="connsiteY2" fmla="*/ 849085 h 2002971"/>
                <a:gd name="connsiteX3" fmla="*/ 1594911 w 1654629"/>
                <a:gd name="connsiteY3" fmla="*/ 0 h 2002971"/>
                <a:gd name="connsiteX0" fmla="*/ 1600197 w 1654629"/>
                <a:gd name="connsiteY0" fmla="*/ 0 h 2002971"/>
                <a:gd name="connsiteX1" fmla="*/ 0 w 1654629"/>
                <a:gd name="connsiteY1" fmla="*/ 2002971 h 2002971"/>
                <a:gd name="connsiteX2" fmla="*/ 1654629 w 1654629"/>
                <a:gd name="connsiteY2" fmla="*/ 849085 h 2002971"/>
                <a:gd name="connsiteX3" fmla="*/ 1600197 w 1654629"/>
                <a:gd name="connsiteY3" fmla="*/ 0 h 2002971"/>
                <a:gd name="connsiteX0" fmla="*/ 1605484 w 1654629"/>
                <a:gd name="connsiteY0" fmla="*/ 0 h 2007224"/>
                <a:gd name="connsiteX1" fmla="*/ 0 w 1654629"/>
                <a:gd name="connsiteY1" fmla="*/ 2007224 h 2007224"/>
                <a:gd name="connsiteX2" fmla="*/ 1654629 w 1654629"/>
                <a:gd name="connsiteY2" fmla="*/ 853338 h 2007224"/>
                <a:gd name="connsiteX3" fmla="*/ 1605484 w 1654629"/>
                <a:gd name="connsiteY3" fmla="*/ 0 h 2007224"/>
                <a:gd name="connsiteX0" fmla="*/ 1605484 w 1612337"/>
                <a:gd name="connsiteY0" fmla="*/ 0 h 2007224"/>
                <a:gd name="connsiteX1" fmla="*/ 0 w 1612337"/>
                <a:gd name="connsiteY1" fmla="*/ 2007224 h 2007224"/>
                <a:gd name="connsiteX2" fmla="*/ 1612337 w 1612337"/>
                <a:gd name="connsiteY2" fmla="*/ 870350 h 2007224"/>
                <a:gd name="connsiteX3" fmla="*/ 1605484 w 1612337"/>
                <a:gd name="connsiteY3" fmla="*/ 0 h 2007224"/>
                <a:gd name="connsiteX0" fmla="*/ 1605484 w 1612337"/>
                <a:gd name="connsiteY0" fmla="*/ 0 h 2041344"/>
                <a:gd name="connsiteX1" fmla="*/ 0 w 1612337"/>
                <a:gd name="connsiteY1" fmla="*/ 2041344 h 2041344"/>
                <a:gd name="connsiteX2" fmla="*/ 1612337 w 1612337"/>
                <a:gd name="connsiteY2" fmla="*/ 904470 h 2041344"/>
                <a:gd name="connsiteX3" fmla="*/ 1605484 w 1612337"/>
                <a:gd name="connsiteY3" fmla="*/ 0 h 2041344"/>
                <a:gd name="connsiteX0" fmla="*/ 1605484 w 1612337"/>
                <a:gd name="connsiteY0" fmla="*/ 0 h 2041344"/>
                <a:gd name="connsiteX1" fmla="*/ 0 w 1612337"/>
                <a:gd name="connsiteY1" fmla="*/ 2041344 h 2041344"/>
                <a:gd name="connsiteX2" fmla="*/ 1612337 w 1612337"/>
                <a:gd name="connsiteY2" fmla="*/ 911293 h 2041344"/>
                <a:gd name="connsiteX3" fmla="*/ 1605484 w 1612337"/>
                <a:gd name="connsiteY3" fmla="*/ 0 h 2041344"/>
                <a:gd name="connsiteX0" fmla="*/ 1613967 w 1614481"/>
                <a:gd name="connsiteY0" fmla="*/ 0 h 2051579"/>
                <a:gd name="connsiteX1" fmla="*/ 0 w 1614481"/>
                <a:gd name="connsiteY1" fmla="*/ 2051579 h 2051579"/>
                <a:gd name="connsiteX2" fmla="*/ 1612337 w 1614481"/>
                <a:gd name="connsiteY2" fmla="*/ 921528 h 2051579"/>
                <a:gd name="connsiteX3" fmla="*/ 1613967 w 1614481"/>
                <a:gd name="connsiteY3" fmla="*/ 0 h 2051579"/>
                <a:gd name="connsiteX0" fmla="*/ 1597003 w 1612337"/>
                <a:gd name="connsiteY0" fmla="*/ 0 h 2048168"/>
                <a:gd name="connsiteX1" fmla="*/ 0 w 1612337"/>
                <a:gd name="connsiteY1" fmla="*/ 2048168 h 2048168"/>
                <a:gd name="connsiteX2" fmla="*/ 1612337 w 1612337"/>
                <a:gd name="connsiteY2" fmla="*/ 918117 h 2048168"/>
                <a:gd name="connsiteX3" fmla="*/ 1597003 w 1612337"/>
                <a:gd name="connsiteY3" fmla="*/ 0 h 2048168"/>
                <a:gd name="connsiteX0" fmla="*/ 1600839 w 1612337"/>
                <a:gd name="connsiteY0" fmla="*/ 0 h 2043403"/>
                <a:gd name="connsiteX1" fmla="*/ 0 w 1612337"/>
                <a:gd name="connsiteY1" fmla="*/ 2043403 h 2043403"/>
                <a:gd name="connsiteX2" fmla="*/ 1612337 w 1612337"/>
                <a:gd name="connsiteY2" fmla="*/ 913352 h 2043403"/>
                <a:gd name="connsiteX3" fmla="*/ 1600839 w 1612337"/>
                <a:gd name="connsiteY3" fmla="*/ 0 h 2043403"/>
                <a:gd name="connsiteX0" fmla="*/ 1600839 w 1612337"/>
                <a:gd name="connsiteY0" fmla="*/ 0 h 2043403"/>
                <a:gd name="connsiteX1" fmla="*/ 0 w 1612337"/>
                <a:gd name="connsiteY1" fmla="*/ 2043403 h 2043403"/>
                <a:gd name="connsiteX2" fmla="*/ 1612337 w 1612337"/>
                <a:gd name="connsiteY2" fmla="*/ 915735 h 2043403"/>
                <a:gd name="connsiteX3" fmla="*/ 1600839 w 1612337"/>
                <a:gd name="connsiteY3" fmla="*/ 0 h 2043403"/>
                <a:gd name="connsiteX0" fmla="*/ 1598829 w 1610327"/>
                <a:gd name="connsiteY0" fmla="*/ 0 h 2068370"/>
                <a:gd name="connsiteX1" fmla="*/ 0 w 1610327"/>
                <a:gd name="connsiteY1" fmla="*/ 2068370 h 2068370"/>
                <a:gd name="connsiteX2" fmla="*/ 1610327 w 1610327"/>
                <a:gd name="connsiteY2" fmla="*/ 915735 h 2068370"/>
                <a:gd name="connsiteX3" fmla="*/ 1598829 w 1610327"/>
                <a:gd name="connsiteY3" fmla="*/ 0 h 2068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0327" h="2068370">
                  <a:moveTo>
                    <a:pt x="1598829" y="0"/>
                  </a:moveTo>
                  <a:lnTo>
                    <a:pt x="0" y="2068370"/>
                  </a:lnTo>
                  <a:lnTo>
                    <a:pt x="1610327" y="915735"/>
                  </a:lnTo>
                  <a:cubicBezTo>
                    <a:pt x="1608043" y="625618"/>
                    <a:pt x="1601113" y="290117"/>
                    <a:pt x="1598829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9" name="Freeform 59">
              <a:extLst>
                <a:ext uri="{FF2B5EF4-FFF2-40B4-BE49-F238E27FC236}">
                  <a16:creationId xmlns:a16="http://schemas.microsoft.com/office/drawing/2014/main" id="{F72036ED-BE10-46C4-B688-A4B28C9FD018}"/>
                </a:ext>
              </a:extLst>
            </p:cNvPr>
            <p:cNvSpPr/>
            <p:nvPr/>
          </p:nvSpPr>
          <p:spPr>
            <a:xfrm flipV="1">
              <a:off x="2707979" y="3936415"/>
              <a:ext cx="2047004" cy="1029679"/>
            </a:xfrm>
            <a:custGeom>
              <a:avLst/>
              <a:gdLst>
                <a:gd name="connsiteX0" fmla="*/ 1621972 w 1621972"/>
                <a:gd name="connsiteY0" fmla="*/ 0 h 925286"/>
                <a:gd name="connsiteX1" fmla="*/ 0 w 1621972"/>
                <a:gd name="connsiteY1" fmla="*/ 925286 h 925286"/>
                <a:gd name="connsiteX2" fmla="*/ 1621972 w 1621972"/>
                <a:gd name="connsiteY2" fmla="*/ 849086 h 925286"/>
                <a:gd name="connsiteX3" fmla="*/ 1621972 w 1621972"/>
                <a:gd name="connsiteY3" fmla="*/ 0 h 925286"/>
                <a:gd name="connsiteX0" fmla="*/ 1632858 w 1632858"/>
                <a:gd name="connsiteY0" fmla="*/ 0 h 957943"/>
                <a:gd name="connsiteX1" fmla="*/ 0 w 1632858"/>
                <a:gd name="connsiteY1" fmla="*/ 957943 h 957943"/>
                <a:gd name="connsiteX2" fmla="*/ 1621972 w 1632858"/>
                <a:gd name="connsiteY2" fmla="*/ 881743 h 957943"/>
                <a:gd name="connsiteX3" fmla="*/ 1632858 w 1632858"/>
                <a:gd name="connsiteY3" fmla="*/ 0 h 957943"/>
                <a:gd name="connsiteX0" fmla="*/ 1632858 w 1654629"/>
                <a:gd name="connsiteY0" fmla="*/ 0 h 957943"/>
                <a:gd name="connsiteX1" fmla="*/ 0 w 1654629"/>
                <a:gd name="connsiteY1" fmla="*/ 957943 h 957943"/>
                <a:gd name="connsiteX2" fmla="*/ 1654629 w 1654629"/>
                <a:gd name="connsiteY2" fmla="*/ 903515 h 957943"/>
                <a:gd name="connsiteX3" fmla="*/ 1632858 w 1654629"/>
                <a:gd name="connsiteY3" fmla="*/ 0 h 957943"/>
                <a:gd name="connsiteX0" fmla="*/ 1643743 w 1654629"/>
                <a:gd name="connsiteY0" fmla="*/ 0 h 979714"/>
                <a:gd name="connsiteX1" fmla="*/ 0 w 1654629"/>
                <a:gd name="connsiteY1" fmla="*/ 979714 h 979714"/>
                <a:gd name="connsiteX2" fmla="*/ 1654629 w 1654629"/>
                <a:gd name="connsiteY2" fmla="*/ 925286 h 979714"/>
                <a:gd name="connsiteX3" fmla="*/ 1643743 w 1654629"/>
                <a:gd name="connsiteY3" fmla="*/ 0 h 979714"/>
                <a:gd name="connsiteX0" fmla="*/ 1630212 w 1654629"/>
                <a:gd name="connsiteY0" fmla="*/ 0 h 947057"/>
                <a:gd name="connsiteX1" fmla="*/ 0 w 1654629"/>
                <a:gd name="connsiteY1" fmla="*/ 947057 h 947057"/>
                <a:gd name="connsiteX2" fmla="*/ 1654629 w 1654629"/>
                <a:gd name="connsiteY2" fmla="*/ 892629 h 947057"/>
                <a:gd name="connsiteX3" fmla="*/ 1630212 w 1654629"/>
                <a:gd name="connsiteY3" fmla="*/ 0 h 947057"/>
                <a:gd name="connsiteX0" fmla="*/ 1657273 w 1657273"/>
                <a:gd name="connsiteY0" fmla="*/ 0 h 968828"/>
                <a:gd name="connsiteX1" fmla="*/ 0 w 1657273"/>
                <a:gd name="connsiteY1" fmla="*/ 968828 h 968828"/>
                <a:gd name="connsiteX2" fmla="*/ 1654629 w 1657273"/>
                <a:gd name="connsiteY2" fmla="*/ 914400 h 968828"/>
                <a:gd name="connsiteX3" fmla="*/ 1657273 w 1657273"/>
                <a:gd name="connsiteY3" fmla="*/ 0 h 968828"/>
                <a:gd name="connsiteX0" fmla="*/ 1684334 w 1684334"/>
                <a:gd name="connsiteY0" fmla="*/ 0 h 990599"/>
                <a:gd name="connsiteX1" fmla="*/ 0 w 1684334"/>
                <a:gd name="connsiteY1" fmla="*/ 990599 h 990599"/>
                <a:gd name="connsiteX2" fmla="*/ 1654629 w 1684334"/>
                <a:gd name="connsiteY2" fmla="*/ 936171 h 990599"/>
                <a:gd name="connsiteX3" fmla="*/ 1684334 w 1684334"/>
                <a:gd name="connsiteY3" fmla="*/ 0 h 990599"/>
                <a:gd name="connsiteX0" fmla="*/ 1589618 w 1654636"/>
                <a:gd name="connsiteY0" fmla="*/ 0 h 947056"/>
                <a:gd name="connsiteX1" fmla="*/ 0 w 1654636"/>
                <a:gd name="connsiteY1" fmla="*/ 947056 h 947056"/>
                <a:gd name="connsiteX2" fmla="*/ 1654629 w 1654636"/>
                <a:gd name="connsiteY2" fmla="*/ 892628 h 947056"/>
                <a:gd name="connsiteX3" fmla="*/ 1589618 w 1654636"/>
                <a:gd name="connsiteY3" fmla="*/ 0 h 947056"/>
                <a:gd name="connsiteX0" fmla="*/ 1603149 w 1654638"/>
                <a:gd name="connsiteY0" fmla="*/ 0 h 979713"/>
                <a:gd name="connsiteX1" fmla="*/ 0 w 1654638"/>
                <a:gd name="connsiteY1" fmla="*/ 979713 h 979713"/>
                <a:gd name="connsiteX2" fmla="*/ 1654629 w 1654638"/>
                <a:gd name="connsiteY2" fmla="*/ 925285 h 979713"/>
                <a:gd name="connsiteX3" fmla="*/ 1603149 w 1654638"/>
                <a:gd name="connsiteY3" fmla="*/ 0 h 979713"/>
                <a:gd name="connsiteX0" fmla="*/ 1603149 w 1627589"/>
                <a:gd name="connsiteY0" fmla="*/ 0 h 979713"/>
                <a:gd name="connsiteX1" fmla="*/ 0 w 1627589"/>
                <a:gd name="connsiteY1" fmla="*/ 979713 h 979713"/>
                <a:gd name="connsiteX2" fmla="*/ 1627568 w 1627589"/>
                <a:gd name="connsiteY2" fmla="*/ 914399 h 979713"/>
                <a:gd name="connsiteX3" fmla="*/ 1603149 w 1627589"/>
                <a:gd name="connsiteY3" fmla="*/ 0 h 979713"/>
                <a:gd name="connsiteX0" fmla="*/ 1603149 w 1606525"/>
                <a:gd name="connsiteY0" fmla="*/ 0 h 979713"/>
                <a:gd name="connsiteX1" fmla="*/ 0 w 1606525"/>
                <a:gd name="connsiteY1" fmla="*/ 979713 h 979713"/>
                <a:gd name="connsiteX2" fmla="*/ 1606422 w 1606525"/>
                <a:gd name="connsiteY2" fmla="*/ 910146 h 979713"/>
                <a:gd name="connsiteX3" fmla="*/ 1603149 w 1606525"/>
                <a:gd name="connsiteY3" fmla="*/ 0 h 979713"/>
                <a:gd name="connsiteX0" fmla="*/ 1603149 w 1603149"/>
                <a:gd name="connsiteY0" fmla="*/ 0 h 979713"/>
                <a:gd name="connsiteX1" fmla="*/ 0 w 1603149"/>
                <a:gd name="connsiteY1" fmla="*/ 979713 h 979713"/>
                <a:gd name="connsiteX2" fmla="*/ 1601135 w 1603149"/>
                <a:gd name="connsiteY2" fmla="*/ 914399 h 979713"/>
                <a:gd name="connsiteX3" fmla="*/ 1603149 w 1603149"/>
                <a:gd name="connsiteY3" fmla="*/ 0 h 979713"/>
                <a:gd name="connsiteX0" fmla="*/ 1608435 w 1608435"/>
                <a:gd name="connsiteY0" fmla="*/ 0 h 988219"/>
                <a:gd name="connsiteX1" fmla="*/ 0 w 1608435"/>
                <a:gd name="connsiteY1" fmla="*/ 988219 h 988219"/>
                <a:gd name="connsiteX2" fmla="*/ 1601135 w 1608435"/>
                <a:gd name="connsiteY2" fmla="*/ 922905 h 988219"/>
                <a:gd name="connsiteX3" fmla="*/ 1608435 w 1608435"/>
                <a:gd name="connsiteY3" fmla="*/ 0 h 988219"/>
                <a:gd name="connsiteX0" fmla="*/ 1591471 w 1601183"/>
                <a:gd name="connsiteY0" fmla="*/ 0 h 991631"/>
                <a:gd name="connsiteX1" fmla="*/ 0 w 1601183"/>
                <a:gd name="connsiteY1" fmla="*/ 991631 h 991631"/>
                <a:gd name="connsiteX2" fmla="*/ 1601135 w 1601183"/>
                <a:gd name="connsiteY2" fmla="*/ 926317 h 991631"/>
                <a:gd name="connsiteX3" fmla="*/ 1591471 w 1601183"/>
                <a:gd name="connsiteY3" fmla="*/ 0 h 991631"/>
                <a:gd name="connsiteX0" fmla="*/ 1587230 w 1601171"/>
                <a:gd name="connsiteY0" fmla="*/ 0 h 991631"/>
                <a:gd name="connsiteX1" fmla="*/ 0 w 1601171"/>
                <a:gd name="connsiteY1" fmla="*/ 991631 h 991631"/>
                <a:gd name="connsiteX2" fmla="*/ 1601135 w 1601171"/>
                <a:gd name="connsiteY2" fmla="*/ 926317 h 991631"/>
                <a:gd name="connsiteX3" fmla="*/ 1587230 w 1601171"/>
                <a:gd name="connsiteY3" fmla="*/ 0 h 991631"/>
                <a:gd name="connsiteX0" fmla="*/ 1587230 w 1601170"/>
                <a:gd name="connsiteY0" fmla="*/ 0 h 988219"/>
                <a:gd name="connsiteX1" fmla="*/ 0 w 1601170"/>
                <a:gd name="connsiteY1" fmla="*/ 988219 h 988219"/>
                <a:gd name="connsiteX2" fmla="*/ 1601135 w 1601170"/>
                <a:gd name="connsiteY2" fmla="*/ 922905 h 988219"/>
                <a:gd name="connsiteX3" fmla="*/ 1587230 w 1601170"/>
                <a:gd name="connsiteY3" fmla="*/ 0 h 988219"/>
                <a:gd name="connsiteX0" fmla="*/ 1587230 w 1601170"/>
                <a:gd name="connsiteY0" fmla="*/ 0 h 991631"/>
                <a:gd name="connsiteX1" fmla="*/ 0 w 1601170"/>
                <a:gd name="connsiteY1" fmla="*/ 991631 h 991631"/>
                <a:gd name="connsiteX2" fmla="*/ 1601135 w 1601170"/>
                <a:gd name="connsiteY2" fmla="*/ 926317 h 991631"/>
                <a:gd name="connsiteX3" fmla="*/ 1587230 w 1601170"/>
                <a:gd name="connsiteY3" fmla="*/ 0 h 991631"/>
                <a:gd name="connsiteX0" fmla="*/ 1589240 w 1603180"/>
                <a:gd name="connsiteY0" fmla="*/ 0 h 949187"/>
                <a:gd name="connsiteX1" fmla="*/ 0 w 1603180"/>
                <a:gd name="connsiteY1" fmla="*/ 949187 h 949187"/>
                <a:gd name="connsiteX2" fmla="*/ 1603145 w 1603180"/>
                <a:gd name="connsiteY2" fmla="*/ 926317 h 949187"/>
                <a:gd name="connsiteX3" fmla="*/ 1589240 w 1603180"/>
                <a:gd name="connsiteY3" fmla="*/ 0 h 949187"/>
                <a:gd name="connsiteX0" fmla="*/ 1589240 w 1603180"/>
                <a:gd name="connsiteY0" fmla="*/ 0 h 954181"/>
                <a:gd name="connsiteX1" fmla="*/ 0 w 1603180"/>
                <a:gd name="connsiteY1" fmla="*/ 954181 h 954181"/>
                <a:gd name="connsiteX2" fmla="*/ 1603145 w 1603180"/>
                <a:gd name="connsiteY2" fmla="*/ 926317 h 954181"/>
                <a:gd name="connsiteX3" fmla="*/ 1589240 w 1603180"/>
                <a:gd name="connsiteY3" fmla="*/ 0 h 954181"/>
                <a:gd name="connsiteX0" fmla="*/ 1591249 w 1605189"/>
                <a:gd name="connsiteY0" fmla="*/ 0 h 956677"/>
                <a:gd name="connsiteX1" fmla="*/ 0 w 1605189"/>
                <a:gd name="connsiteY1" fmla="*/ 956677 h 956677"/>
                <a:gd name="connsiteX2" fmla="*/ 1605154 w 1605189"/>
                <a:gd name="connsiteY2" fmla="*/ 926317 h 956677"/>
                <a:gd name="connsiteX3" fmla="*/ 1591249 w 1605189"/>
                <a:gd name="connsiteY3" fmla="*/ 0 h 956677"/>
                <a:gd name="connsiteX0" fmla="*/ 1591249 w 1601181"/>
                <a:gd name="connsiteY0" fmla="*/ 0 h 956677"/>
                <a:gd name="connsiteX1" fmla="*/ 0 w 1601181"/>
                <a:gd name="connsiteY1" fmla="*/ 956677 h 956677"/>
                <a:gd name="connsiteX2" fmla="*/ 1601134 w 1601181"/>
                <a:gd name="connsiteY2" fmla="*/ 892812 h 956677"/>
                <a:gd name="connsiteX3" fmla="*/ 1591249 w 1601181"/>
                <a:gd name="connsiteY3" fmla="*/ 0 h 956677"/>
                <a:gd name="connsiteX0" fmla="*/ 1591249 w 1607194"/>
                <a:gd name="connsiteY0" fmla="*/ 0 h 956677"/>
                <a:gd name="connsiteX1" fmla="*/ 0 w 1607194"/>
                <a:gd name="connsiteY1" fmla="*/ 956677 h 956677"/>
                <a:gd name="connsiteX2" fmla="*/ 1607163 w 1607194"/>
                <a:gd name="connsiteY2" fmla="*/ 892812 h 956677"/>
                <a:gd name="connsiteX3" fmla="*/ 1591249 w 1607194"/>
                <a:gd name="connsiteY3" fmla="*/ 0 h 956677"/>
                <a:gd name="connsiteX0" fmla="*/ 1591249 w 1603184"/>
                <a:gd name="connsiteY0" fmla="*/ 0 h 956677"/>
                <a:gd name="connsiteX1" fmla="*/ 0 w 1603184"/>
                <a:gd name="connsiteY1" fmla="*/ 956677 h 956677"/>
                <a:gd name="connsiteX2" fmla="*/ 1603144 w 1603184"/>
                <a:gd name="connsiteY2" fmla="*/ 890420 h 956677"/>
                <a:gd name="connsiteX3" fmla="*/ 1591249 w 1603184"/>
                <a:gd name="connsiteY3" fmla="*/ 0 h 956677"/>
                <a:gd name="connsiteX0" fmla="*/ 1591249 w 1601181"/>
                <a:gd name="connsiteY0" fmla="*/ 0 h 956677"/>
                <a:gd name="connsiteX1" fmla="*/ 0 w 1601181"/>
                <a:gd name="connsiteY1" fmla="*/ 956677 h 956677"/>
                <a:gd name="connsiteX2" fmla="*/ 1601134 w 1601181"/>
                <a:gd name="connsiteY2" fmla="*/ 890420 h 956677"/>
                <a:gd name="connsiteX3" fmla="*/ 1591249 w 1601181"/>
                <a:gd name="connsiteY3" fmla="*/ 0 h 956677"/>
                <a:gd name="connsiteX0" fmla="*/ 1591249 w 1597184"/>
                <a:gd name="connsiteY0" fmla="*/ 0 h 956677"/>
                <a:gd name="connsiteX1" fmla="*/ 0 w 1597184"/>
                <a:gd name="connsiteY1" fmla="*/ 956677 h 956677"/>
                <a:gd name="connsiteX2" fmla="*/ 1597114 w 1597184"/>
                <a:gd name="connsiteY2" fmla="*/ 890420 h 956677"/>
                <a:gd name="connsiteX3" fmla="*/ 1591249 w 1597184"/>
                <a:gd name="connsiteY3" fmla="*/ 0 h 956677"/>
                <a:gd name="connsiteX0" fmla="*/ 1593652 w 1597214"/>
                <a:gd name="connsiteY0" fmla="*/ 0 h 956677"/>
                <a:gd name="connsiteX1" fmla="*/ 0 w 1597214"/>
                <a:gd name="connsiteY1" fmla="*/ 956677 h 956677"/>
                <a:gd name="connsiteX2" fmla="*/ 1597114 w 1597214"/>
                <a:gd name="connsiteY2" fmla="*/ 890420 h 956677"/>
                <a:gd name="connsiteX3" fmla="*/ 1593652 w 1597214"/>
                <a:gd name="connsiteY3" fmla="*/ 0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7214" h="956677">
                  <a:moveTo>
                    <a:pt x="1593652" y="0"/>
                  </a:moveTo>
                  <a:lnTo>
                    <a:pt x="0" y="956677"/>
                  </a:lnTo>
                  <a:lnTo>
                    <a:pt x="1597114" y="890420"/>
                  </a:lnTo>
                  <a:cubicBezTo>
                    <a:pt x="1597995" y="585620"/>
                    <a:pt x="1592771" y="304800"/>
                    <a:pt x="159365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1" name="Rectangle 30">
              <a:extLst>
                <a:ext uri="{FF2B5EF4-FFF2-40B4-BE49-F238E27FC236}">
                  <a16:creationId xmlns:a16="http://schemas.microsoft.com/office/drawing/2014/main" id="{A3806B9E-E7DB-4FC9-BEC0-75C488BFCBEF}"/>
                </a:ext>
              </a:extLst>
            </p:cNvPr>
            <p:cNvSpPr/>
            <p:nvPr/>
          </p:nvSpPr>
          <p:spPr>
            <a:xfrm>
              <a:off x="5097399" y="3238676"/>
              <a:ext cx="317209" cy="316282"/>
            </a:xfrm>
            <a:custGeom>
              <a:avLst/>
              <a:gdLst/>
              <a:ahLst/>
              <a:cxnLst/>
              <a:rect l="l" t="t" r="r" b="b"/>
              <a:pathLst>
                <a:path w="3240000" h="3230531">
                  <a:moveTo>
                    <a:pt x="720000" y="2697973"/>
                  </a:moveTo>
                  <a:cubicBezTo>
                    <a:pt x="680235" y="2697973"/>
                    <a:pt x="648000" y="2730208"/>
                    <a:pt x="648000" y="2769973"/>
                  </a:cubicBezTo>
                  <a:cubicBezTo>
                    <a:pt x="648000" y="2809738"/>
                    <a:pt x="680235" y="2841973"/>
                    <a:pt x="720000" y="2841973"/>
                  </a:cubicBezTo>
                  <a:lnTo>
                    <a:pt x="2520000" y="2841973"/>
                  </a:lnTo>
                  <a:cubicBezTo>
                    <a:pt x="2559765" y="2841973"/>
                    <a:pt x="2592000" y="2809738"/>
                    <a:pt x="2592000" y="2769973"/>
                  </a:cubicBezTo>
                  <a:cubicBezTo>
                    <a:pt x="2592000" y="2730208"/>
                    <a:pt x="2559765" y="2697973"/>
                    <a:pt x="2520000" y="2697973"/>
                  </a:cubicBezTo>
                  <a:close/>
                  <a:moveTo>
                    <a:pt x="720000" y="2366733"/>
                  </a:moveTo>
                  <a:cubicBezTo>
                    <a:pt x="680235" y="2366733"/>
                    <a:pt x="648000" y="2398968"/>
                    <a:pt x="648000" y="2438733"/>
                  </a:cubicBezTo>
                  <a:cubicBezTo>
                    <a:pt x="648000" y="2478498"/>
                    <a:pt x="680235" y="2510733"/>
                    <a:pt x="720000" y="2510733"/>
                  </a:cubicBezTo>
                  <a:lnTo>
                    <a:pt x="2520000" y="2510733"/>
                  </a:lnTo>
                  <a:cubicBezTo>
                    <a:pt x="2559765" y="2510733"/>
                    <a:pt x="2592000" y="2478498"/>
                    <a:pt x="2592000" y="2438733"/>
                  </a:cubicBezTo>
                  <a:cubicBezTo>
                    <a:pt x="2592000" y="2398968"/>
                    <a:pt x="2559765" y="2366733"/>
                    <a:pt x="2520000" y="2366733"/>
                  </a:cubicBezTo>
                  <a:close/>
                  <a:moveTo>
                    <a:pt x="720000" y="2035493"/>
                  </a:moveTo>
                  <a:cubicBezTo>
                    <a:pt x="680235" y="2035493"/>
                    <a:pt x="648000" y="2067728"/>
                    <a:pt x="648000" y="2107493"/>
                  </a:cubicBezTo>
                  <a:cubicBezTo>
                    <a:pt x="648000" y="2147258"/>
                    <a:pt x="680235" y="2179493"/>
                    <a:pt x="720000" y="2179493"/>
                  </a:cubicBezTo>
                  <a:lnTo>
                    <a:pt x="2520000" y="2179493"/>
                  </a:lnTo>
                  <a:cubicBezTo>
                    <a:pt x="2559765" y="2179493"/>
                    <a:pt x="2592000" y="2147258"/>
                    <a:pt x="2592000" y="2107493"/>
                  </a:cubicBezTo>
                  <a:cubicBezTo>
                    <a:pt x="2592000" y="2067728"/>
                    <a:pt x="2559765" y="2035493"/>
                    <a:pt x="2520000" y="2035493"/>
                  </a:cubicBezTo>
                  <a:close/>
                  <a:moveTo>
                    <a:pt x="720000" y="1704253"/>
                  </a:moveTo>
                  <a:cubicBezTo>
                    <a:pt x="680235" y="1704253"/>
                    <a:pt x="648000" y="1736488"/>
                    <a:pt x="648000" y="1776253"/>
                  </a:cubicBezTo>
                  <a:cubicBezTo>
                    <a:pt x="648000" y="1816018"/>
                    <a:pt x="680235" y="1848253"/>
                    <a:pt x="720000" y="1848253"/>
                  </a:cubicBezTo>
                  <a:lnTo>
                    <a:pt x="2520000" y="1848253"/>
                  </a:lnTo>
                  <a:cubicBezTo>
                    <a:pt x="2559765" y="1848253"/>
                    <a:pt x="2592000" y="1816018"/>
                    <a:pt x="2592000" y="1776253"/>
                  </a:cubicBezTo>
                  <a:cubicBezTo>
                    <a:pt x="2592000" y="1736488"/>
                    <a:pt x="2559765" y="1704253"/>
                    <a:pt x="2520000" y="1704253"/>
                  </a:cubicBezTo>
                  <a:close/>
                  <a:moveTo>
                    <a:pt x="720000" y="1373013"/>
                  </a:moveTo>
                  <a:cubicBezTo>
                    <a:pt x="680235" y="1373013"/>
                    <a:pt x="648000" y="1405248"/>
                    <a:pt x="648000" y="1445013"/>
                  </a:cubicBezTo>
                  <a:cubicBezTo>
                    <a:pt x="648000" y="1484778"/>
                    <a:pt x="680235" y="1517013"/>
                    <a:pt x="720000" y="1517013"/>
                  </a:cubicBezTo>
                  <a:lnTo>
                    <a:pt x="2520000" y="1517013"/>
                  </a:lnTo>
                  <a:cubicBezTo>
                    <a:pt x="2559765" y="1517013"/>
                    <a:pt x="2592000" y="1484778"/>
                    <a:pt x="2592000" y="1445013"/>
                  </a:cubicBezTo>
                  <a:cubicBezTo>
                    <a:pt x="2592000" y="1405248"/>
                    <a:pt x="2559765" y="1373013"/>
                    <a:pt x="2520000" y="1373013"/>
                  </a:cubicBezTo>
                  <a:close/>
                  <a:moveTo>
                    <a:pt x="720000" y="1041773"/>
                  </a:moveTo>
                  <a:cubicBezTo>
                    <a:pt x="680235" y="1041773"/>
                    <a:pt x="648000" y="1074008"/>
                    <a:pt x="648000" y="1113773"/>
                  </a:cubicBezTo>
                  <a:cubicBezTo>
                    <a:pt x="648000" y="1153538"/>
                    <a:pt x="680235" y="1185773"/>
                    <a:pt x="720000" y="1185773"/>
                  </a:cubicBezTo>
                  <a:lnTo>
                    <a:pt x="2520000" y="1185773"/>
                  </a:lnTo>
                  <a:cubicBezTo>
                    <a:pt x="2559765" y="1185773"/>
                    <a:pt x="2592000" y="1153538"/>
                    <a:pt x="2592000" y="1113773"/>
                  </a:cubicBezTo>
                  <a:cubicBezTo>
                    <a:pt x="2592000" y="1074008"/>
                    <a:pt x="2559765" y="1041773"/>
                    <a:pt x="2520000" y="1041773"/>
                  </a:cubicBezTo>
                  <a:close/>
                  <a:moveTo>
                    <a:pt x="0" y="305988"/>
                  </a:moveTo>
                  <a:lnTo>
                    <a:pt x="181957" y="305988"/>
                  </a:lnTo>
                  <a:lnTo>
                    <a:pt x="181957" y="470032"/>
                  </a:lnTo>
                  <a:cubicBezTo>
                    <a:pt x="181957" y="599267"/>
                    <a:pt x="286722" y="704032"/>
                    <a:pt x="415957" y="704032"/>
                  </a:cubicBezTo>
                  <a:cubicBezTo>
                    <a:pt x="545192" y="704032"/>
                    <a:pt x="649957" y="599267"/>
                    <a:pt x="649957" y="470032"/>
                  </a:cubicBezTo>
                  <a:lnTo>
                    <a:pt x="649957" y="305988"/>
                  </a:lnTo>
                  <a:lnTo>
                    <a:pt x="802357" y="305988"/>
                  </a:lnTo>
                  <a:lnTo>
                    <a:pt x="802357" y="470031"/>
                  </a:lnTo>
                  <a:cubicBezTo>
                    <a:pt x="802357" y="599266"/>
                    <a:pt x="907122" y="704031"/>
                    <a:pt x="1036357" y="704031"/>
                  </a:cubicBezTo>
                  <a:cubicBezTo>
                    <a:pt x="1165592" y="704031"/>
                    <a:pt x="1270357" y="599266"/>
                    <a:pt x="1270357" y="470031"/>
                  </a:cubicBezTo>
                  <a:lnTo>
                    <a:pt x="1270357" y="305988"/>
                  </a:lnTo>
                  <a:lnTo>
                    <a:pt x="1422757" y="305988"/>
                  </a:lnTo>
                  <a:lnTo>
                    <a:pt x="1422757" y="470030"/>
                  </a:lnTo>
                  <a:cubicBezTo>
                    <a:pt x="1422757" y="599265"/>
                    <a:pt x="1527522" y="704030"/>
                    <a:pt x="1656757" y="704030"/>
                  </a:cubicBezTo>
                  <a:cubicBezTo>
                    <a:pt x="1785992" y="704030"/>
                    <a:pt x="1890757" y="599265"/>
                    <a:pt x="1890757" y="470030"/>
                  </a:cubicBezTo>
                  <a:lnTo>
                    <a:pt x="1890757" y="305988"/>
                  </a:lnTo>
                  <a:lnTo>
                    <a:pt x="2043157" y="305988"/>
                  </a:lnTo>
                  <a:lnTo>
                    <a:pt x="2043157" y="470029"/>
                  </a:lnTo>
                  <a:cubicBezTo>
                    <a:pt x="2043157" y="599264"/>
                    <a:pt x="2147922" y="704029"/>
                    <a:pt x="2277157" y="704029"/>
                  </a:cubicBezTo>
                  <a:cubicBezTo>
                    <a:pt x="2406392" y="704029"/>
                    <a:pt x="2511157" y="599264"/>
                    <a:pt x="2511157" y="470029"/>
                  </a:cubicBezTo>
                  <a:lnTo>
                    <a:pt x="2511157" y="305988"/>
                  </a:lnTo>
                  <a:lnTo>
                    <a:pt x="2663557" y="305988"/>
                  </a:lnTo>
                  <a:lnTo>
                    <a:pt x="2663557" y="470028"/>
                  </a:lnTo>
                  <a:cubicBezTo>
                    <a:pt x="2663557" y="599263"/>
                    <a:pt x="2768322" y="704028"/>
                    <a:pt x="2897557" y="704028"/>
                  </a:cubicBezTo>
                  <a:cubicBezTo>
                    <a:pt x="3026792" y="704028"/>
                    <a:pt x="3131557" y="599263"/>
                    <a:pt x="3131557" y="470028"/>
                  </a:cubicBezTo>
                  <a:lnTo>
                    <a:pt x="3131557" y="305988"/>
                  </a:lnTo>
                  <a:lnTo>
                    <a:pt x="3240000" y="305988"/>
                  </a:lnTo>
                  <a:lnTo>
                    <a:pt x="3240000" y="3230531"/>
                  </a:lnTo>
                  <a:lnTo>
                    <a:pt x="0" y="3230531"/>
                  </a:lnTo>
                  <a:close/>
                  <a:moveTo>
                    <a:pt x="415957" y="4"/>
                  </a:moveTo>
                  <a:cubicBezTo>
                    <a:pt x="485545" y="4"/>
                    <a:pt x="541957" y="56416"/>
                    <a:pt x="541957" y="126004"/>
                  </a:cubicBezTo>
                  <a:lnTo>
                    <a:pt x="541957" y="485972"/>
                  </a:lnTo>
                  <a:cubicBezTo>
                    <a:pt x="541957" y="555560"/>
                    <a:pt x="485545" y="611972"/>
                    <a:pt x="415957" y="611972"/>
                  </a:cubicBezTo>
                  <a:cubicBezTo>
                    <a:pt x="346369" y="611972"/>
                    <a:pt x="289957" y="555560"/>
                    <a:pt x="289957" y="485972"/>
                  </a:cubicBezTo>
                  <a:lnTo>
                    <a:pt x="289957" y="126004"/>
                  </a:lnTo>
                  <a:cubicBezTo>
                    <a:pt x="289957" y="56416"/>
                    <a:pt x="346369" y="4"/>
                    <a:pt x="415957" y="4"/>
                  </a:cubicBezTo>
                  <a:close/>
                  <a:moveTo>
                    <a:pt x="1036357" y="3"/>
                  </a:moveTo>
                  <a:cubicBezTo>
                    <a:pt x="1105945" y="3"/>
                    <a:pt x="1162357" y="56415"/>
                    <a:pt x="1162357" y="126003"/>
                  </a:cubicBezTo>
                  <a:lnTo>
                    <a:pt x="1162357" y="485971"/>
                  </a:lnTo>
                  <a:cubicBezTo>
                    <a:pt x="1162357" y="555559"/>
                    <a:pt x="1105945" y="611971"/>
                    <a:pt x="1036357" y="611971"/>
                  </a:cubicBezTo>
                  <a:cubicBezTo>
                    <a:pt x="966769" y="611971"/>
                    <a:pt x="910357" y="555559"/>
                    <a:pt x="910357" y="485971"/>
                  </a:cubicBezTo>
                  <a:lnTo>
                    <a:pt x="910357" y="126003"/>
                  </a:lnTo>
                  <a:cubicBezTo>
                    <a:pt x="910357" y="56415"/>
                    <a:pt x="966769" y="3"/>
                    <a:pt x="1036357" y="3"/>
                  </a:cubicBezTo>
                  <a:close/>
                  <a:moveTo>
                    <a:pt x="1656757" y="2"/>
                  </a:moveTo>
                  <a:cubicBezTo>
                    <a:pt x="1726345" y="2"/>
                    <a:pt x="1782757" y="56414"/>
                    <a:pt x="1782757" y="126002"/>
                  </a:cubicBezTo>
                  <a:lnTo>
                    <a:pt x="1782757" y="485970"/>
                  </a:lnTo>
                  <a:cubicBezTo>
                    <a:pt x="1782757" y="555558"/>
                    <a:pt x="1726345" y="611970"/>
                    <a:pt x="1656757" y="611970"/>
                  </a:cubicBezTo>
                  <a:cubicBezTo>
                    <a:pt x="1587169" y="611970"/>
                    <a:pt x="1530757" y="555558"/>
                    <a:pt x="1530757" y="485970"/>
                  </a:cubicBezTo>
                  <a:lnTo>
                    <a:pt x="1530757" y="126002"/>
                  </a:lnTo>
                  <a:cubicBezTo>
                    <a:pt x="1530757" y="56414"/>
                    <a:pt x="1587169" y="2"/>
                    <a:pt x="1656757" y="2"/>
                  </a:cubicBezTo>
                  <a:close/>
                  <a:moveTo>
                    <a:pt x="2277157" y="1"/>
                  </a:moveTo>
                  <a:cubicBezTo>
                    <a:pt x="2346745" y="1"/>
                    <a:pt x="2403157" y="56413"/>
                    <a:pt x="2403157" y="126001"/>
                  </a:cubicBezTo>
                  <a:lnTo>
                    <a:pt x="2403157" y="485969"/>
                  </a:lnTo>
                  <a:cubicBezTo>
                    <a:pt x="2403157" y="555557"/>
                    <a:pt x="2346745" y="611969"/>
                    <a:pt x="2277157" y="611969"/>
                  </a:cubicBezTo>
                  <a:cubicBezTo>
                    <a:pt x="2207569" y="611969"/>
                    <a:pt x="2151157" y="555557"/>
                    <a:pt x="2151157" y="485969"/>
                  </a:cubicBezTo>
                  <a:lnTo>
                    <a:pt x="2151157" y="126001"/>
                  </a:lnTo>
                  <a:cubicBezTo>
                    <a:pt x="2151157" y="56413"/>
                    <a:pt x="2207569" y="1"/>
                    <a:pt x="2277157" y="1"/>
                  </a:cubicBezTo>
                  <a:close/>
                  <a:moveTo>
                    <a:pt x="2897557" y="0"/>
                  </a:moveTo>
                  <a:cubicBezTo>
                    <a:pt x="2967145" y="0"/>
                    <a:pt x="3023557" y="56412"/>
                    <a:pt x="3023557" y="126000"/>
                  </a:cubicBezTo>
                  <a:lnTo>
                    <a:pt x="3023557" y="485968"/>
                  </a:lnTo>
                  <a:cubicBezTo>
                    <a:pt x="3023557" y="555556"/>
                    <a:pt x="2967145" y="611968"/>
                    <a:pt x="2897557" y="611968"/>
                  </a:cubicBezTo>
                  <a:cubicBezTo>
                    <a:pt x="2827969" y="611968"/>
                    <a:pt x="2771557" y="555556"/>
                    <a:pt x="2771557" y="485968"/>
                  </a:cubicBezTo>
                  <a:lnTo>
                    <a:pt x="2771557" y="126000"/>
                  </a:lnTo>
                  <a:cubicBezTo>
                    <a:pt x="2771557" y="56412"/>
                    <a:pt x="2827969" y="0"/>
                    <a:pt x="2897557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3" name="Rectangle 16">
              <a:extLst>
                <a:ext uri="{FF2B5EF4-FFF2-40B4-BE49-F238E27FC236}">
                  <a16:creationId xmlns:a16="http://schemas.microsoft.com/office/drawing/2014/main" id="{2C6A4AA4-4531-4166-BF36-85C5671EBF11}"/>
                </a:ext>
              </a:extLst>
            </p:cNvPr>
            <p:cNvSpPr/>
            <p:nvPr/>
          </p:nvSpPr>
          <p:spPr>
            <a:xfrm rot="2700000">
              <a:off x="5158477" y="4232499"/>
              <a:ext cx="265920" cy="476745"/>
            </a:xfrm>
            <a:custGeom>
              <a:avLst/>
              <a:gdLst/>
              <a:ahLst/>
              <a:cxnLst/>
              <a:rect l="l" t="t" r="r" b="b"/>
              <a:pathLst>
                <a:path w="2232248" h="4001999">
                  <a:moveTo>
                    <a:pt x="1116887" y="0"/>
                  </a:moveTo>
                  <a:cubicBezTo>
                    <a:pt x="1270748" y="4762"/>
                    <a:pt x="1433283" y="120651"/>
                    <a:pt x="1447291" y="308459"/>
                  </a:cubicBezTo>
                  <a:cubicBezTo>
                    <a:pt x="1483174" y="544979"/>
                    <a:pt x="1283237" y="603082"/>
                    <a:pt x="1339988" y="887363"/>
                  </a:cubicBezTo>
                  <a:lnTo>
                    <a:pt x="2232248" y="887363"/>
                  </a:lnTo>
                  <a:lnTo>
                    <a:pt x="2232248" y="1778237"/>
                  </a:lnTo>
                  <a:cubicBezTo>
                    <a:pt x="1956566" y="1829261"/>
                    <a:pt x="1897086" y="1634366"/>
                    <a:pt x="1663321" y="1669832"/>
                  </a:cubicBezTo>
                  <a:cubicBezTo>
                    <a:pt x="1475513" y="1683840"/>
                    <a:pt x="1359624" y="1846375"/>
                    <a:pt x="1354862" y="2000236"/>
                  </a:cubicBezTo>
                  <a:cubicBezTo>
                    <a:pt x="1358037" y="2135389"/>
                    <a:pt x="1477787" y="2334920"/>
                    <a:pt x="1701420" y="2336507"/>
                  </a:cubicBezTo>
                  <a:cubicBezTo>
                    <a:pt x="1972077" y="2308709"/>
                    <a:pt x="1932339" y="2176007"/>
                    <a:pt x="2232248" y="2187989"/>
                  </a:cubicBezTo>
                  <a:lnTo>
                    <a:pt x="2232248" y="3119611"/>
                  </a:lnTo>
                  <a:lnTo>
                    <a:pt x="1303259" y="3119611"/>
                  </a:lnTo>
                  <a:cubicBezTo>
                    <a:pt x="1289664" y="3424971"/>
                    <a:pt x="1423682" y="3383289"/>
                    <a:pt x="1451633" y="3655441"/>
                  </a:cubicBezTo>
                  <a:cubicBezTo>
                    <a:pt x="1450046" y="3879074"/>
                    <a:pt x="1250515" y="3998824"/>
                    <a:pt x="1115362" y="4001999"/>
                  </a:cubicBezTo>
                  <a:cubicBezTo>
                    <a:pt x="961501" y="3997237"/>
                    <a:pt x="798966" y="3881348"/>
                    <a:pt x="784958" y="3693540"/>
                  </a:cubicBezTo>
                  <a:cubicBezTo>
                    <a:pt x="749282" y="3458385"/>
                    <a:pt x="946712" y="3399594"/>
                    <a:pt x="892811" y="3119611"/>
                  </a:cubicBezTo>
                  <a:lnTo>
                    <a:pt x="0" y="3119611"/>
                  </a:lnTo>
                  <a:lnTo>
                    <a:pt x="0" y="2203607"/>
                  </a:lnTo>
                  <a:cubicBezTo>
                    <a:pt x="285884" y="2145799"/>
                    <a:pt x="343730" y="2346665"/>
                    <a:pt x="580754" y="2310706"/>
                  </a:cubicBezTo>
                  <a:cubicBezTo>
                    <a:pt x="768562" y="2296698"/>
                    <a:pt x="884451" y="2134163"/>
                    <a:pt x="889213" y="1980302"/>
                  </a:cubicBezTo>
                  <a:cubicBezTo>
                    <a:pt x="886038" y="1845149"/>
                    <a:pt x="766288" y="1645618"/>
                    <a:pt x="542655" y="1644031"/>
                  </a:cubicBezTo>
                  <a:cubicBezTo>
                    <a:pt x="268493" y="1672188"/>
                    <a:pt x="312817" y="1807984"/>
                    <a:pt x="0" y="1792208"/>
                  </a:cubicBezTo>
                  <a:lnTo>
                    <a:pt x="0" y="887363"/>
                  </a:lnTo>
                  <a:lnTo>
                    <a:pt x="928847" y="887363"/>
                  </a:lnTo>
                  <a:cubicBezTo>
                    <a:pt x="944034" y="576570"/>
                    <a:pt x="808718" y="620178"/>
                    <a:pt x="780616" y="346558"/>
                  </a:cubicBezTo>
                  <a:cubicBezTo>
                    <a:pt x="782203" y="122925"/>
                    <a:pt x="981734" y="3175"/>
                    <a:pt x="1116887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AA9A7D09-0352-4B71-9E12-266FAC318C58}"/>
                </a:ext>
              </a:extLst>
            </p:cNvPr>
            <p:cNvSpPr/>
            <p:nvPr/>
          </p:nvSpPr>
          <p:spPr>
            <a:xfrm>
              <a:off x="5112706" y="2154772"/>
              <a:ext cx="329463" cy="308407"/>
            </a:xfrm>
            <a:custGeom>
              <a:avLst/>
              <a:gdLst>
                <a:gd name="connsiteX0" fmla="*/ 833935 w 3239999"/>
                <a:gd name="connsiteY0" fmla="*/ 22 h 3032924"/>
                <a:gd name="connsiteX1" fmla="*/ 1576606 w 3239999"/>
                <a:gd name="connsiteY1" fmla="*/ 402054 h 3032924"/>
                <a:gd name="connsiteX2" fmla="*/ 1576606 w 3239999"/>
                <a:gd name="connsiteY2" fmla="*/ 430441 h 3032924"/>
                <a:gd name="connsiteX3" fmla="*/ 1576606 w 3239999"/>
                <a:gd name="connsiteY3" fmla="*/ 526981 h 3032924"/>
                <a:gd name="connsiteX4" fmla="*/ 1576606 w 3239999"/>
                <a:gd name="connsiteY4" fmla="*/ 2765302 h 3032924"/>
                <a:gd name="connsiteX5" fmla="*/ 378630 w 3239999"/>
                <a:gd name="connsiteY5" fmla="*/ 2472117 h 3032924"/>
                <a:gd name="connsiteX6" fmla="*/ 384918 w 3239999"/>
                <a:gd name="connsiteY6" fmla="*/ 526981 h 3032924"/>
                <a:gd name="connsiteX7" fmla="*/ 239143 w 3239999"/>
                <a:gd name="connsiteY7" fmla="*/ 526981 h 3032924"/>
                <a:gd name="connsiteX8" fmla="*/ 239143 w 3239999"/>
                <a:gd name="connsiteY8" fmla="*/ 2776423 h 3032924"/>
                <a:gd name="connsiteX9" fmla="*/ 1576606 w 3239999"/>
                <a:gd name="connsiteY9" fmla="*/ 2776423 h 3032924"/>
                <a:gd name="connsiteX10" fmla="*/ 1576606 w 3239999"/>
                <a:gd name="connsiteY10" fmla="*/ 2778202 h 3032924"/>
                <a:gd name="connsiteX11" fmla="*/ 1663394 w 3239999"/>
                <a:gd name="connsiteY11" fmla="*/ 2778202 h 3032924"/>
                <a:gd name="connsiteX12" fmla="*/ 1663394 w 3239999"/>
                <a:gd name="connsiteY12" fmla="*/ 2776423 h 3032924"/>
                <a:gd name="connsiteX13" fmla="*/ 3000856 w 3239999"/>
                <a:gd name="connsiteY13" fmla="*/ 2776423 h 3032924"/>
                <a:gd name="connsiteX14" fmla="*/ 3000856 w 3239999"/>
                <a:gd name="connsiteY14" fmla="*/ 526981 h 3032924"/>
                <a:gd name="connsiteX15" fmla="*/ 2855082 w 3239999"/>
                <a:gd name="connsiteY15" fmla="*/ 526981 h 3032924"/>
                <a:gd name="connsiteX16" fmla="*/ 2861369 w 3239999"/>
                <a:gd name="connsiteY16" fmla="*/ 2472117 h 3032924"/>
                <a:gd name="connsiteX17" fmla="*/ 1663394 w 3239999"/>
                <a:gd name="connsiteY17" fmla="*/ 2765302 h 3032924"/>
                <a:gd name="connsiteX18" fmla="*/ 1663394 w 3239999"/>
                <a:gd name="connsiteY18" fmla="*/ 526981 h 3032924"/>
                <a:gd name="connsiteX19" fmla="*/ 1663394 w 3239999"/>
                <a:gd name="connsiteY19" fmla="*/ 430441 h 3032924"/>
                <a:gd name="connsiteX20" fmla="*/ 1663394 w 3239999"/>
                <a:gd name="connsiteY20" fmla="*/ 402054 h 3032924"/>
                <a:gd name="connsiteX21" fmla="*/ 2406065 w 3239999"/>
                <a:gd name="connsiteY21" fmla="*/ 22 h 3032924"/>
                <a:gd name="connsiteX22" fmla="*/ 2853673 w 3239999"/>
                <a:gd name="connsiteY22" fmla="*/ 91100 h 3032924"/>
                <a:gd name="connsiteX23" fmla="*/ 2854770 w 3239999"/>
                <a:gd name="connsiteY23" fmla="*/ 430441 h 3032924"/>
                <a:gd name="connsiteX24" fmla="*/ 3120669 w 3239999"/>
                <a:gd name="connsiteY24" fmla="*/ 428517 h 3032924"/>
                <a:gd name="connsiteX25" fmla="*/ 3120669 w 3239999"/>
                <a:gd name="connsiteY25" fmla="*/ 738345 h 3032924"/>
                <a:gd name="connsiteX26" fmla="*/ 3239999 w 3239999"/>
                <a:gd name="connsiteY26" fmla="*/ 738345 h 3032924"/>
                <a:gd name="connsiteX27" fmla="*/ 3239999 w 3239999"/>
                <a:gd name="connsiteY27" fmla="*/ 3032924 h 3032924"/>
                <a:gd name="connsiteX28" fmla="*/ 0 w 3239999"/>
                <a:gd name="connsiteY28" fmla="*/ 3032924 h 3032924"/>
                <a:gd name="connsiteX29" fmla="*/ 0 w 3239999"/>
                <a:gd name="connsiteY29" fmla="*/ 738345 h 3032924"/>
                <a:gd name="connsiteX30" fmla="*/ 102477 w 3239999"/>
                <a:gd name="connsiteY30" fmla="*/ 738345 h 3032924"/>
                <a:gd name="connsiteX31" fmla="*/ 102477 w 3239999"/>
                <a:gd name="connsiteY31" fmla="*/ 428517 h 3032924"/>
                <a:gd name="connsiteX32" fmla="*/ 385229 w 3239999"/>
                <a:gd name="connsiteY32" fmla="*/ 430441 h 3032924"/>
                <a:gd name="connsiteX33" fmla="*/ 386326 w 3239999"/>
                <a:gd name="connsiteY33" fmla="*/ 91100 h 3032924"/>
                <a:gd name="connsiteX34" fmla="*/ 833935 w 3239999"/>
                <a:gd name="connsiteY34" fmla="*/ 22 h 3032924"/>
                <a:gd name="connsiteX0" fmla="*/ 833935 w 3239999"/>
                <a:gd name="connsiteY0" fmla="*/ 22 h 3032924"/>
                <a:gd name="connsiteX1" fmla="*/ 1576606 w 3239999"/>
                <a:gd name="connsiteY1" fmla="*/ 402054 h 3032924"/>
                <a:gd name="connsiteX2" fmla="*/ 1576606 w 3239999"/>
                <a:gd name="connsiteY2" fmla="*/ 430441 h 3032924"/>
                <a:gd name="connsiteX3" fmla="*/ 1576606 w 3239999"/>
                <a:gd name="connsiteY3" fmla="*/ 526981 h 3032924"/>
                <a:gd name="connsiteX4" fmla="*/ 1576606 w 3239999"/>
                <a:gd name="connsiteY4" fmla="*/ 2765302 h 3032924"/>
                <a:gd name="connsiteX5" fmla="*/ 378630 w 3239999"/>
                <a:gd name="connsiteY5" fmla="*/ 2472117 h 3032924"/>
                <a:gd name="connsiteX6" fmla="*/ 384918 w 3239999"/>
                <a:gd name="connsiteY6" fmla="*/ 526981 h 3032924"/>
                <a:gd name="connsiteX7" fmla="*/ 239143 w 3239999"/>
                <a:gd name="connsiteY7" fmla="*/ 526981 h 3032924"/>
                <a:gd name="connsiteX8" fmla="*/ 239143 w 3239999"/>
                <a:gd name="connsiteY8" fmla="*/ 2776423 h 3032924"/>
                <a:gd name="connsiteX9" fmla="*/ 1576606 w 3239999"/>
                <a:gd name="connsiteY9" fmla="*/ 2776423 h 3032924"/>
                <a:gd name="connsiteX10" fmla="*/ 1576606 w 3239999"/>
                <a:gd name="connsiteY10" fmla="*/ 2778202 h 3032924"/>
                <a:gd name="connsiteX11" fmla="*/ 1663394 w 3239999"/>
                <a:gd name="connsiteY11" fmla="*/ 2778202 h 3032924"/>
                <a:gd name="connsiteX12" fmla="*/ 1663394 w 3239999"/>
                <a:gd name="connsiteY12" fmla="*/ 2776423 h 3032924"/>
                <a:gd name="connsiteX13" fmla="*/ 3000856 w 3239999"/>
                <a:gd name="connsiteY13" fmla="*/ 2776423 h 3032924"/>
                <a:gd name="connsiteX14" fmla="*/ 3000856 w 3239999"/>
                <a:gd name="connsiteY14" fmla="*/ 526981 h 3032924"/>
                <a:gd name="connsiteX15" fmla="*/ 2855082 w 3239999"/>
                <a:gd name="connsiteY15" fmla="*/ 526981 h 3032924"/>
                <a:gd name="connsiteX16" fmla="*/ 2861369 w 3239999"/>
                <a:gd name="connsiteY16" fmla="*/ 2472117 h 3032924"/>
                <a:gd name="connsiteX17" fmla="*/ 1663394 w 3239999"/>
                <a:gd name="connsiteY17" fmla="*/ 2765302 h 3032924"/>
                <a:gd name="connsiteX18" fmla="*/ 1663394 w 3239999"/>
                <a:gd name="connsiteY18" fmla="*/ 526981 h 3032924"/>
                <a:gd name="connsiteX19" fmla="*/ 1663394 w 3239999"/>
                <a:gd name="connsiteY19" fmla="*/ 430441 h 3032924"/>
                <a:gd name="connsiteX20" fmla="*/ 1663394 w 3239999"/>
                <a:gd name="connsiteY20" fmla="*/ 402054 h 3032924"/>
                <a:gd name="connsiteX21" fmla="*/ 2406065 w 3239999"/>
                <a:gd name="connsiteY21" fmla="*/ 22 h 3032924"/>
                <a:gd name="connsiteX22" fmla="*/ 2853673 w 3239999"/>
                <a:gd name="connsiteY22" fmla="*/ 91100 h 3032924"/>
                <a:gd name="connsiteX23" fmla="*/ 2854770 w 3239999"/>
                <a:gd name="connsiteY23" fmla="*/ 430441 h 3032924"/>
                <a:gd name="connsiteX24" fmla="*/ 3120669 w 3239999"/>
                <a:gd name="connsiteY24" fmla="*/ 428517 h 3032924"/>
                <a:gd name="connsiteX25" fmla="*/ 3120669 w 3239999"/>
                <a:gd name="connsiteY25" fmla="*/ 738345 h 3032924"/>
                <a:gd name="connsiteX26" fmla="*/ 3239999 w 3239999"/>
                <a:gd name="connsiteY26" fmla="*/ 738345 h 3032924"/>
                <a:gd name="connsiteX27" fmla="*/ 3239999 w 3239999"/>
                <a:gd name="connsiteY27" fmla="*/ 3032924 h 3032924"/>
                <a:gd name="connsiteX28" fmla="*/ 0 w 3239999"/>
                <a:gd name="connsiteY28" fmla="*/ 3032924 h 3032924"/>
                <a:gd name="connsiteX29" fmla="*/ 0 w 3239999"/>
                <a:gd name="connsiteY29" fmla="*/ 738345 h 3032924"/>
                <a:gd name="connsiteX30" fmla="*/ 102477 w 3239999"/>
                <a:gd name="connsiteY30" fmla="*/ 738345 h 3032924"/>
                <a:gd name="connsiteX31" fmla="*/ 102477 w 3239999"/>
                <a:gd name="connsiteY31" fmla="*/ 428517 h 3032924"/>
                <a:gd name="connsiteX32" fmla="*/ 385229 w 3239999"/>
                <a:gd name="connsiteY32" fmla="*/ 430441 h 3032924"/>
                <a:gd name="connsiteX33" fmla="*/ 386326 w 3239999"/>
                <a:gd name="connsiteY33" fmla="*/ 91100 h 3032924"/>
                <a:gd name="connsiteX34" fmla="*/ 833935 w 3239999"/>
                <a:gd name="connsiteY34" fmla="*/ 22 h 3032924"/>
                <a:gd name="connsiteX0" fmla="*/ 833935 w 3239999"/>
                <a:gd name="connsiteY0" fmla="*/ 22 h 3032924"/>
                <a:gd name="connsiteX1" fmla="*/ 1576606 w 3239999"/>
                <a:gd name="connsiteY1" fmla="*/ 402054 h 3032924"/>
                <a:gd name="connsiteX2" fmla="*/ 1576606 w 3239999"/>
                <a:gd name="connsiteY2" fmla="*/ 430441 h 3032924"/>
                <a:gd name="connsiteX3" fmla="*/ 1576606 w 3239999"/>
                <a:gd name="connsiteY3" fmla="*/ 526981 h 3032924"/>
                <a:gd name="connsiteX4" fmla="*/ 1576606 w 3239999"/>
                <a:gd name="connsiteY4" fmla="*/ 2765302 h 3032924"/>
                <a:gd name="connsiteX5" fmla="*/ 378630 w 3239999"/>
                <a:gd name="connsiteY5" fmla="*/ 2472117 h 3032924"/>
                <a:gd name="connsiteX6" fmla="*/ 384918 w 3239999"/>
                <a:gd name="connsiteY6" fmla="*/ 526981 h 3032924"/>
                <a:gd name="connsiteX7" fmla="*/ 239143 w 3239999"/>
                <a:gd name="connsiteY7" fmla="*/ 526981 h 3032924"/>
                <a:gd name="connsiteX8" fmla="*/ 239143 w 3239999"/>
                <a:gd name="connsiteY8" fmla="*/ 2776423 h 3032924"/>
                <a:gd name="connsiteX9" fmla="*/ 1576606 w 3239999"/>
                <a:gd name="connsiteY9" fmla="*/ 2776423 h 3032924"/>
                <a:gd name="connsiteX10" fmla="*/ 1576606 w 3239999"/>
                <a:gd name="connsiteY10" fmla="*/ 2778202 h 3032924"/>
                <a:gd name="connsiteX11" fmla="*/ 1663394 w 3239999"/>
                <a:gd name="connsiteY11" fmla="*/ 2778202 h 3032924"/>
                <a:gd name="connsiteX12" fmla="*/ 1663394 w 3239999"/>
                <a:gd name="connsiteY12" fmla="*/ 2776423 h 3032924"/>
                <a:gd name="connsiteX13" fmla="*/ 3000856 w 3239999"/>
                <a:gd name="connsiteY13" fmla="*/ 2776423 h 3032924"/>
                <a:gd name="connsiteX14" fmla="*/ 3000856 w 3239999"/>
                <a:gd name="connsiteY14" fmla="*/ 526981 h 3032924"/>
                <a:gd name="connsiteX15" fmla="*/ 2855082 w 3239999"/>
                <a:gd name="connsiteY15" fmla="*/ 526981 h 3032924"/>
                <a:gd name="connsiteX16" fmla="*/ 2861369 w 3239999"/>
                <a:gd name="connsiteY16" fmla="*/ 2472117 h 3032924"/>
                <a:gd name="connsiteX17" fmla="*/ 1663394 w 3239999"/>
                <a:gd name="connsiteY17" fmla="*/ 2765302 h 3032924"/>
                <a:gd name="connsiteX18" fmla="*/ 1663394 w 3239999"/>
                <a:gd name="connsiteY18" fmla="*/ 526981 h 3032924"/>
                <a:gd name="connsiteX19" fmla="*/ 1663394 w 3239999"/>
                <a:gd name="connsiteY19" fmla="*/ 430441 h 3032924"/>
                <a:gd name="connsiteX20" fmla="*/ 1663394 w 3239999"/>
                <a:gd name="connsiteY20" fmla="*/ 402054 h 3032924"/>
                <a:gd name="connsiteX21" fmla="*/ 2406065 w 3239999"/>
                <a:gd name="connsiteY21" fmla="*/ 22 h 3032924"/>
                <a:gd name="connsiteX22" fmla="*/ 2853673 w 3239999"/>
                <a:gd name="connsiteY22" fmla="*/ 91100 h 3032924"/>
                <a:gd name="connsiteX23" fmla="*/ 2854770 w 3239999"/>
                <a:gd name="connsiteY23" fmla="*/ 430441 h 3032924"/>
                <a:gd name="connsiteX24" fmla="*/ 3120669 w 3239999"/>
                <a:gd name="connsiteY24" fmla="*/ 428517 h 3032924"/>
                <a:gd name="connsiteX25" fmla="*/ 3120669 w 3239999"/>
                <a:gd name="connsiteY25" fmla="*/ 738345 h 3032924"/>
                <a:gd name="connsiteX26" fmla="*/ 3239999 w 3239999"/>
                <a:gd name="connsiteY26" fmla="*/ 738345 h 3032924"/>
                <a:gd name="connsiteX27" fmla="*/ 3239999 w 3239999"/>
                <a:gd name="connsiteY27" fmla="*/ 3032924 h 3032924"/>
                <a:gd name="connsiteX28" fmla="*/ 0 w 3239999"/>
                <a:gd name="connsiteY28" fmla="*/ 3032924 h 3032924"/>
                <a:gd name="connsiteX29" fmla="*/ 0 w 3239999"/>
                <a:gd name="connsiteY29" fmla="*/ 738345 h 3032924"/>
                <a:gd name="connsiteX30" fmla="*/ 102477 w 3239999"/>
                <a:gd name="connsiteY30" fmla="*/ 738345 h 3032924"/>
                <a:gd name="connsiteX31" fmla="*/ 102477 w 3239999"/>
                <a:gd name="connsiteY31" fmla="*/ 428517 h 3032924"/>
                <a:gd name="connsiteX32" fmla="*/ 385229 w 3239999"/>
                <a:gd name="connsiteY32" fmla="*/ 430441 h 3032924"/>
                <a:gd name="connsiteX33" fmla="*/ 386326 w 3239999"/>
                <a:gd name="connsiteY33" fmla="*/ 91100 h 3032924"/>
                <a:gd name="connsiteX34" fmla="*/ 833935 w 3239999"/>
                <a:gd name="connsiteY34" fmla="*/ 2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29618 w 3239999"/>
                <a:gd name="connsiteY32" fmla="*/ 2690698 h 3032924"/>
                <a:gd name="connsiteX33" fmla="*/ 1576606 w 3239999"/>
                <a:gd name="connsiteY33" fmla="*/ 2776423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2991331 w 3239999"/>
                <a:gd name="connsiteY3" fmla="*/ 2709748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29618 w 3239999"/>
                <a:gd name="connsiteY32" fmla="*/ 2690698 h 3032924"/>
                <a:gd name="connsiteX33" fmla="*/ 1576606 w 3239999"/>
                <a:gd name="connsiteY33" fmla="*/ 2776423 h 3032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239999" h="3032924">
                  <a:moveTo>
                    <a:pt x="1576606" y="2778202"/>
                  </a:moveTo>
                  <a:cubicBezTo>
                    <a:pt x="1576606" y="2778795"/>
                    <a:pt x="1663394" y="2792670"/>
                    <a:pt x="1663394" y="2778202"/>
                  </a:cubicBezTo>
                  <a:lnTo>
                    <a:pt x="1663394" y="2776423"/>
                  </a:lnTo>
                  <a:cubicBezTo>
                    <a:pt x="2185083" y="2605634"/>
                    <a:pt x="2444552" y="2500589"/>
                    <a:pt x="2991331" y="2709748"/>
                  </a:cubicBezTo>
                  <a:lnTo>
                    <a:pt x="3000856" y="526981"/>
                  </a:lnTo>
                  <a:lnTo>
                    <a:pt x="2855082" y="526981"/>
                  </a:lnTo>
                  <a:cubicBezTo>
                    <a:pt x="2857178" y="1175360"/>
                    <a:pt x="2859273" y="1823738"/>
                    <a:pt x="2861369" y="2472117"/>
                  </a:cubicBezTo>
                  <a:cubicBezTo>
                    <a:pt x="2483869" y="2318121"/>
                    <a:pt x="2052449" y="2439541"/>
                    <a:pt x="1663394" y="2765302"/>
                  </a:cubicBezTo>
                  <a:lnTo>
                    <a:pt x="1663394" y="526981"/>
                  </a:lnTo>
                  <a:lnTo>
                    <a:pt x="1663394" y="430441"/>
                  </a:lnTo>
                  <a:lnTo>
                    <a:pt x="1663394" y="402054"/>
                  </a:lnTo>
                  <a:cubicBezTo>
                    <a:pt x="1896442" y="149589"/>
                    <a:pt x="2115835" y="2106"/>
                    <a:pt x="2406065" y="22"/>
                  </a:cubicBezTo>
                  <a:cubicBezTo>
                    <a:pt x="2537987" y="-925"/>
                    <a:pt x="2684544" y="28169"/>
                    <a:pt x="2853673" y="91100"/>
                  </a:cubicBezTo>
                  <a:cubicBezTo>
                    <a:pt x="2854039" y="204214"/>
                    <a:pt x="2854404" y="317327"/>
                    <a:pt x="2854770" y="430441"/>
                  </a:cubicBezTo>
                  <a:lnTo>
                    <a:pt x="3120669" y="428517"/>
                  </a:lnTo>
                  <a:lnTo>
                    <a:pt x="3120669" y="738345"/>
                  </a:lnTo>
                  <a:lnTo>
                    <a:pt x="3239999" y="738345"/>
                  </a:lnTo>
                  <a:lnTo>
                    <a:pt x="3239999" y="3032924"/>
                  </a:lnTo>
                  <a:lnTo>
                    <a:pt x="0" y="3032924"/>
                  </a:lnTo>
                  <a:lnTo>
                    <a:pt x="0" y="738345"/>
                  </a:lnTo>
                  <a:lnTo>
                    <a:pt x="102477" y="738345"/>
                  </a:lnTo>
                  <a:lnTo>
                    <a:pt x="102477" y="428517"/>
                  </a:lnTo>
                  <a:lnTo>
                    <a:pt x="385229" y="430441"/>
                  </a:lnTo>
                  <a:cubicBezTo>
                    <a:pt x="385595" y="317327"/>
                    <a:pt x="385960" y="204214"/>
                    <a:pt x="386326" y="91100"/>
                  </a:cubicBezTo>
                  <a:cubicBezTo>
                    <a:pt x="555455" y="28169"/>
                    <a:pt x="702013" y="-925"/>
                    <a:pt x="833935" y="22"/>
                  </a:cubicBezTo>
                  <a:cubicBezTo>
                    <a:pt x="1124164" y="2106"/>
                    <a:pt x="1343558" y="149589"/>
                    <a:pt x="1576606" y="402054"/>
                  </a:cubicBezTo>
                  <a:lnTo>
                    <a:pt x="1576606" y="430441"/>
                  </a:lnTo>
                  <a:lnTo>
                    <a:pt x="1576606" y="526981"/>
                  </a:lnTo>
                  <a:lnTo>
                    <a:pt x="1576606" y="2765302"/>
                  </a:lnTo>
                  <a:cubicBezTo>
                    <a:pt x="1187550" y="2439541"/>
                    <a:pt x="756130" y="2318121"/>
                    <a:pt x="378630" y="2472117"/>
                  </a:cubicBezTo>
                  <a:lnTo>
                    <a:pt x="384918" y="526981"/>
                  </a:lnTo>
                  <a:lnTo>
                    <a:pt x="239143" y="526981"/>
                  </a:lnTo>
                  <a:lnTo>
                    <a:pt x="229618" y="2690698"/>
                  </a:lnTo>
                  <a:cubicBezTo>
                    <a:pt x="773243" y="2466244"/>
                    <a:pt x="1081748" y="2626096"/>
                    <a:pt x="1576606" y="2776423"/>
                  </a:cubicBezTo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D06E22E-A737-44A1-A620-789557B9462B}"/>
              </a:ext>
            </a:extLst>
          </p:cNvPr>
          <p:cNvSpPr txBox="1"/>
          <p:nvPr/>
        </p:nvSpPr>
        <p:spPr>
          <a:xfrm>
            <a:off x="6062038" y="1967075"/>
            <a:ext cx="52174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Subject Choice: </a:t>
            </a:r>
            <a:r>
              <a:rPr lang="en-US" sz="2000" b="1" dirty="0"/>
              <a:t>Users can pick subjects, making the quiz flexible.</a:t>
            </a:r>
          </a:p>
          <a:p>
            <a:endParaRPr lang="en-US" altLang="ko-KR" sz="2000" b="1" dirty="0">
              <a:solidFill>
                <a:schemeClr val="tx1">
                  <a:lumMod val="95000"/>
                  <a:lumOff val="5000"/>
                </a:schemeClr>
              </a:solidFill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580051-E9F2-48A5-8733-ADF766D61F82}"/>
              </a:ext>
            </a:extLst>
          </p:cNvPr>
          <p:cNvSpPr txBox="1"/>
          <p:nvPr/>
        </p:nvSpPr>
        <p:spPr>
          <a:xfrm>
            <a:off x="6048624" y="3065712"/>
            <a:ext cx="5245190" cy="1015663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Interactive </a:t>
            </a:r>
            <a:r>
              <a:rPr lang="en-US" sz="2000" b="1" dirty="0" smtClean="0">
                <a:solidFill>
                  <a:srgbClr val="FF0000"/>
                </a:solidFill>
              </a:rPr>
              <a:t>Learning:</a:t>
            </a:r>
            <a:r>
              <a:rPr lang="en-US" sz="2000" b="1" dirty="0" smtClean="0"/>
              <a:t> </a:t>
            </a:r>
            <a:r>
              <a:rPr lang="en-US" sz="2000" b="1" dirty="0"/>
              <a:t>Users learn better by answering questions themselves.</a:t>
            </a:r>
          </a:p>
          <a:p>
            <a:endParaRPr lang="en-US" sz="20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E78A97-0B23-4E20-8A7D-2129D1A89B46}"/>
              </a:ext>
            </a:extLst>
          </p:cNvPr>
          <p:cNvSpPr txBox="1"/>
          <p:nvPr/>
        </p:nvSpPr>
        <p:spPr>
          <a:xfrm>
            <a:off x="6048624" y="4076746"/>
            <a:ext cx="5245190" cy="707886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sz="2000" b="1" dirty="0" smtClean="0">
                <a:solidFill>
                  <a:srgbClr val="0070C0"/>
                </a:solidFill>
              </a:rPr>
              <a:t>Score Tracking:</a:t>
            </a:r>
            <a:r>
              <a:rPr lang="en-US" sz="2000" b="1" dirty="0" smtClean="0">
                <a:solidFill>
                  <a:srgbClr val="002060"/>
                </a:solidFill>
              </a:rPr>
              <a:t> </a:t>
            </a:r>
            <a:r>
              <a:rPr lang="en-US" sz="2000" b="1" dirty="0"/>
              <a:t>Shows score automatically so users know how well they did.</a:t>
            </a:r>
            <a:endParaRPr lang="ko-KR" altLang="en-US" sz="2000" b="1" dirty="0">
              <a:solidFill>
                <a:schemeClr val="tx1">
                  <a:lumMod val="95000"/>
                  <a:lumOff val="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/>
          <p:cNvSpPr/>
          <p:nvPr/>
        </p:nvSpPr>
        <p:spPr>
          <a:xfrm rot="1332847">
            <a:off x="-1252624" y="1916723"/>
            <a:ext cx="15254514" cy="351258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9E2714A-BE29-4E83-A155-D5802C472B0A}"/>
              </a:ext>
            </a:extLst>
          </p:cNvPr>
          <p:cNvSpPr txBox="1"/>
          <p:nvPr/>
        </p:nvSpPr>
        <p:spPr>
          <a:xfrm>
            <a:off x="0" y="3304251"/>
            <a:ext cx="121920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cs typeface="Arial" pitchFamily="34" charset="0"/>
              </a:rPr>
              <a:t>THANK YOU</a:t>
            </a:r>
            <a:endParaRPr lang="ko-KR" altLang="en-US" sz="6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79A9243-91CB-437D-9D82-6D402B13F59A}"/>
              </a:ext>
            </a:extLst>
          </p:cNvPr>
          <p:cNvSpPr txBox="1"/>
          <p:nvPr/>
        </p:nvSpPr>
        <p:spPr>
          <a:xfrm>
            <a:off x="74" y="4262383"/>
            <a:ext cx="1219185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Thank you for your time and attention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05CFB8BC-7634-40A6-8E21-4A65FF3C97A5}"/>
              </a:ext>
            </a:extLst>
          </p:cNvPr>
          <p:cNvGrpSpPr/>
          <p:nvPr/>
        </p:nvGrpSpPr>
        <p:grpSpPr>
          <a:xfrm>
            <a:off x="4525854" y="2070379"/>
            <a:ext cx="3099195" cy="1223598"/>
            <a:chOff x="1525348" y="1579815"/>
            <a:chExt cx="6070988" cy="2761700"/>
          </a:xfrm>
        </p:grpSpPr>
        <p:sp>
          <p:nvSpPr>
            <p:cNvPr id="129" name="Rectangle 5">
              <a:extLst>
                <a:ext uri="{FF2B5EF4-FFF2-40B4-BE49-F238E27FC236}">
                  <a16:creationId xmlns:a16="http://schemas.microsoft.com/office/drawing/2014/main" id="{3F197747-1FFA-4951-9C67-F7B85727AE9D}"/>
                </a:ext>
              </a:extLst>
            </p:cNvPr>
            <p:cNvSpPr/>
            <p:nvPr/>
          </p:nvSpPr>
          <p:spPr>
            <a:xfrm>
              <a:off x="3268739" y="2309740"/>
              <a:ext cx="2598977" cy="2031775"/>
            </a:xfrm>
            <a:custGeom>
              <a:avLst/>
              <a:gdLst/>
              <a:ahLst/>
              <a:cxnLst/>
              <a:rect l="l" t="t" r="r" b="b"/>
              <a:pathLst>
                <a:path w="2897024" h="2264776">
                  <a:moveTo>
                    <a:pt x="0" y="0"/>
                  </a:moveTo>
                  <a:lnTo>
                    <a:pt x="2897024" y="0"/>
                  </a:lnTo>
                  <a:lnTo>
                    <a:pt x="2897024" y="1891127"/>
                  </a:lnTo>
                  <a:cubicBezTo>
                    <a:pt x="2802822" y="1872712"/>
                    <a:pt x="2705549" y="1863893"/>
                    <a:pt x="2606215" y="1863893"/>
                  </a:cubicBezTo>
                  <a:cubicBezTo>
                    <a:pt x="2195568" y="1863893"/>
                    <a:pt x="1820122" y="2014603"/>
                    <a:pt x="1533076" y="2264776"/>
                  </a:cubicBezTo>
                  <a:cubicBezTo>
                    <a:pt x="1247202" y="2014157"/>
                    <a:pt x="872259" y="1863893"/>
                    <a:pt x="462219" y="1863893"/>
                  </a:cubicBezTo>
                  <a:cubicBezTo>
                    <a:pt x="301614" y="1863893"/>
                    <a:pt x="146393" y="1886946"/>
                    <a:pt x="0" y="193100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30" name="Rectangle 5">
              <a:extLst>
                <a:ext uri="{FF2B5EF4-FFF2-40B4-BE49-F238E27FC236}">
                  <a16:creationId xmlns:a16="http://schemas.microsoft.com/office/drawing/2014/main" id="{67B925DC-A1B6-4026-9FDE-B7B9E17B28DA}"/>
                </a:ext>
              </a:extLst>
            </p:cNvPr>
            <p:cNvSpPr/>
            <p:nvPr/>
          </p:nvSpPr>
          <p:spPr>
            <a:xfrm>
              <a:off x="3268739" y="2704966"/>
              <a:ext cx="2598977" cy="977877"/>
            </a:xfrm>
            <a:custGeom>
              <a:avLst/>
              <a:gdLst/>
              <a:ahLst/>
              <a:cxnLst/>
              <a:rect l="l" t="t" r="r" b="b"/>
              <a:pathLst>
                <a:path w="648072" h="243840">
                  <a:moveTo>
                    <a:pt x="0" y="0"/>
                  </a:moveTo>
                  <a:lnTo>
                    <a:pt x="648072" y="0"/>
                  </a:lnTo>
                  <a:lnTo>
                    <a:pt x="648072" y="146327"/>
                  </a:lnTo>
                  <a:lnTo>
                    <a:pt x="359596" y="243840"/>
                  </a:lnTo>
                  <a:lnTo>
                    <a:pt x="0" y="128585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31" name="Freeform 22">
              <a:extLst>
                <a:ext uri="{FF2B5EF4-FFF2-40B4-BE49-F238E27FC236}">
                  <a16:creationId xmlns:a16="http://schemas.microsoft.com/office/drawing/2014/main" id="{ACAEAF0C-9735-4049-93BE-2D4251FFEE75}"/>
                </a:ext>
              </a:extLst>
            </p:cNvPr>
            <p:cNvSpPr/>
            <p:nvPr/>
          </p:nvSpPr>
          <p:spPr>
            <a:xfrm>
              <a:off x="1525348" y="1579815"/>
              <a:ext cx="6070988" cy="1788714"/>
            </a:xfrm>
            <a:custGeom>
              <a:avLst/>
              <a:gdLst>
                <a:gd name="connsiteX0" fmla="*/ 762000 w 1513840"/>
                <a:gd name="connsiteY0" fmla="*/ 0 h 487680"/>
                <a:gd name="connsiteX1" fmla="*/ 0 w 1513840"/>
                <a:gd name="connsiteY1" fmla="*/ 233680 h 487680"/>
                <a:gd name="connsiteX2" fmla="*/ 792480 w 1513840"/>
                <a:gd name="connsiteY2" fmla="*/ 487680 h 487680"/>
                <a:gd name="connsiteX3" fmla="*/ 1513840 w 1513840"/>
                <a:gd name="connsiteY3" fmla="*/ 243840 h 487680"/>
                <a:gd name="connsiteX4" fmla="*/ 762000 w 1513840"/>
                <a:gd name="connsiteY4" fmla="*/ 0 h 487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3840" h="487680">
                  <a:moveTo>
                    <a:pt x="762000" y="0"/>
                  </a:moveTo>
                  <a:lnTo>
                    <a:pt x="0" y="233680"/>
                  </a:lnTo>
                  <a:lnTo>
                    <a:pt x="792480" y="487680"/>
                  </a:lnTo>
                  <a:lnTo>
                    <a:pt x="1513840" y="24384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4D5F73C-E144-4D88-A35C-AB1F6FFBB8A2}"/>
                </a:ext>
              </a:extLst>
            </p:cNvPr>
            <p:cNvCxnSpPr/>
            <p:nvPr/>
          </p:nvCxnSpPr>
          <p:spPr>
            <a:xfrm>
              <a:off x="4662703" y="2187506"/>
              <a:ext cx="1586226" cy="614736"/>
            </a:xfrm>
            <a:prstGeom prst="line">
              <a:avLst/>
            </a:prstGeom>
            <a:solidFill>
              <a:schemeClr val="accent4"/>
            </a:solidFill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F86FD1-A86E-404B-ACFC-1275D4AF304E}"/>
                </a:ext>
              </a:extLst>
            </p:cNvPr>
            <p:cNvCxnSpPr/>
            <p:nvPr/>
          </p:nvCxnSpPr>
          <p:spPr>
            <a:xfrm>
              <a:off x="6248932" y="2802241"/>
              <a:ext cx="0" cy="1010602"/>
            </a:xfrm>
            <a:prstGeom prst="line">
              <a:avLst/>
            </a:prstGeom>
            <a:solidFill>
              <a:schemeClr val="accent4"/>
            </a:solidFill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Isosceles Triangle 133">
              <a:extLst>
                <a:ext uri="{FF2B5EF4-FFF2-40B4-BE49-F238E27FC236}">
                  <a16:creationId xmlns:a16="http://schemas.microsoft.com/office/drawing/2014/main" id="{A73F239D-1463-4B31-91C5-8B8702E49E6A}"/>
                </a:ext>
              </a:extLst>
            </p:cNvPr>
            <p:cNvSpPr/>
            <p:nvPr/>
          </p:nvSpPr>
          <p:spPr>
            <a:xfrm>
              <a:off x="6018666" y="3406130"/>
              <a:ext cx="460523" cy="920944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1E28AEDB-F448-4001-89D6-B8D94437EF6A}"/>
                </a:ext>
              </a:extLst>
            </p:cNvPr>
            <p:cNvSpPr/>
            <p:nvPr/>
          </p:nvSpPr>
          <p:spPr>
            <a:xfrm>
              <a:off x="6122007" y="3356991"/>
              <a:ext cx="236068" cy="271997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04C7E96-685D-4F61-9BCC-ECEFD8A739CC}"/>
              </a:ext>
            </a:extLst>
          </p:cNvPr>
          <p:cNvGrpSpPr/>
          <p:nvPr/>
        </p:nvGrpSpPr>
        <p:grpSpPr>
          <a:xfrm>
            <a:off x="7603749" y="3145756"/>
            <a:ext cx="482828" cy="429964"/>
            <a:chOff x="6804248" y="2144238"/>
            <a:chExt cx="1305367" cy="1162445"/>
          </a:xfrm>
          <a:solidFill>
            <a:schemeClr val="bg1"/>
          </a:solidFill>
        </p:grpSpPr>
        <p:sp>
          <p:nvSpPr>
            <p:cNvPr id="137" name="Oval 1">
              <a:extLst>
                <a:ext uri="{FF2B5EF4-FFF2-40B4-BE49-F238E27FC236}">
                  <a16:creationId xmlns:a16="http://schemas.microsoft.com/office/drawing/2014/main" id="{C3D84BEB-80F5-4DD1-BBA3-81CC9966A854}"/>
                </a:ext>
              </a:extLst>
            </p:cNvPr>
            <p:cNvSpPr/>
            <p:nvPr/>
          </p:nvSpPr>
          <p:spPr>
            <a:xfrm flipH="1">
              <a:off x="6804248" y="2144238"/>
              <a:ext cx="1305367" cy="580151"/>
            </a:xfrm>
            <a:custGeom>
              <a:avLst/>
              <a:gdLst/>
              <a:ahLst/>
              <a:cxnLst/>
              <a:rect l="l" t="t" r="r" b="b"/>
              <a:pathLst>
                <a:path w="2952328" h="1312117">
                  <a:moveTo>
                    <a:pt x="0" y="1083508"/>
                  </a:moveTo>
                  <a:lnTo>
                    <a:pt x="0" y="1312117"/>
                  </a:lnTo>
                  <a:lnTo>
                    <a:pt x="326584" y="1266395"/>
                  </a:lnTo>
                  <a:lnTo>
                    <a:pt x="326584" y="1129230"/>
                  </a:lnTo>
                  <a:close/>
                  <a:moveTo>
                    <a:pt x="2952328" y="1083508"/>
                  </a:moveTo>
                  <a:lnTo>
                    <a:pt x="2625744" y="1129230"/>
                  </a:lnTo>
                  <a:lnTo>
                    <a:pt x="2625744" y="1266395"/>
                  </a:lnTo>
                  <a:lnTo>
                    <a:pt x="2952328" y="1312117"/>
                  </a:lnTo>
                  <a:close/>
                  <a:moveTo>
                    <a:pt x="602354" y="225997"/>
                  </a:moveTo>
                  <a:lnTo>
                    <a:pt x="427229" y="372943"/>
                  </a:lnTo>
                  <a:lnTo>
                    <a:pt x="672178" y="593732"/>
                  </a:lnTo>
                  <a:lnTo>
                    <a:pt x="777253" y="505564"/>
                  </a:lnTo>
                  <a:close/>
                  <a:moveTo>
                    <a:pt x="2333760" y="225997"/>
                  </a:moveTo>
                  <a:lnTo>
                    <a:pt x="2158860" y="505564"/>
                  </a:lnTo>
                  <a:lnTo>
                    <a:pt x="2263935" y="593732"/>
                  </a:lnTo>
                  <a:lnTo>
                    <a:pt x="2508884" y="372943"/>
                  </a:lnTo>
                  <a:close/>
                  <a:moveTo>
                    <a:pt x="1614138" y="0"/>
                  </a:moveTo>
                  <a:lnTo>
                    <a:pt x="1385529" y="0"/>
                  </a:lnTo>
                  <a:lnTo>
                    <a:pt x="1431251" y="326584"/>
                  </a:lnTo>
                  <a:lnTo>
                    <a:pt x="1568416" y="32658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138" name="Oval 1">
              <a:extLst>
                <a:ext uri="{FF2B5EF4-FFF2-40B4-BE49-F238E27FC236}">
                  <a16:creationId xmlns:a16="http://schemas.microsoft.com/office/drawing/2014/main" id="{4BF4CC67-0343-46ED-90B9-6D81C492619A}"/>
                </a:ext>
              </a:extLst>
            </p:cNvPr>
            <p:cNvSpPr/>
            <p:nvPr/>
          </p:nvSpPr>
          <p:spPr>
            <a:xfrm flipH="1">
              <a:off x="7023065" y="2349405"/>
              <a:ext cx="867734" cy="957278"/>
            </a:xfrm>
            <a:custGeom>
              <a:avLst/>
              <a:gdLst/>
              <a:ahLst/>
              <a:cxnLst/>
              <a:rect l="l" t="t" r="r" b="b"/>
              <a:pathLst>
                <a:path w="1962541" h="2165060">
                  <a:moveTo>
                    <a:pt x="983432" y="198538"/>
                  </a:moveTo>
                  <a:cubicBezTo>
                    <a:pt x="1424692" y="199056"/>
                    <a:pt x="1782226" y="556942"/>
                    <a:pt x="1782226" y="998335"/>
                  </a:cubicBezTo>
                  <a:cubicBezTo>
                    <a:pt x="1782226" y="1297141"/>
                    <a:pt x="1568968" y="1592048"/>
                    <a:pt x="1401058" y="1726777"/>
                  </a:cubicBezTo>
                  <a:cubicBezTo>
                    <a:pt x="1324499" y="1815355"/>
                    <a:pt x="1330568" y="1817170"/>
                    <a:pt x="1299456" y="1930538"/>
                  </a:cubicBezTo>
                  <a:cubicBezTo>
                    <a:pt x="1287062" y="2010030"/>
                    <a:pt x="1312171" y="2017975"/>
                    <a:pt x="1240941" y="2022107"/>
                  </a:cubicBezTo>
                  <a:lnTo>
                    <a:pt x="1199256" y="2021773"/>
                  </a:lnTo>
                  <a:lnTo>
                    <a:pt x="1196081" y="2038665"/>
                  </a:lnTo>
                  <a:lnTo>
                    <a:pt x="738881" y="2038665"/>
                  </a:lnTo>
                  <a:lnTo>
                    <a:pt x="735747" y="2021994"/>
                  </a:lnTo>
                  <a:lnTo>
                    <a:pt x="721599" y="2022107"/>
                  </a:lnTo>
                  <a:cubicBezTo>
                    <a:pt x="650369" y="2017975"/>
                    <a:pt x="675479" y="2010030"/>
                    <a:pt x="663084" y="1930538"/>
                  </a:cubicBezTo>
                  <a:cubicBezTo>
                    <a:pt x="631973" y="1817170"/>
                    <a:pt x="638043" y="1815355"/>
                    <a:pt x="561482" y="1726777"/>
                  </a:cubicBezTo>
                  <a:cubicBezTo>
                    <a:pt x="393573" y="1592048"/>
                    <a:pt x="180314" y="1297141"/>
                    <a:pt x="180314" y="998335"/>
                  </a:cubicBezTo>
                  <a:cubicBezTo>
                    <a:pt x="180314" y="556942"/>
                    <a:pt x="537849" y="199056"/>
                    <a:pt x="979110" y="198538"/>
                  </a:cubicBezTo>
                  <a:lnTo>
                    <a:pt x="979110" y="198736"/>
                  </a:lnTo>
                  <a:lnTo>
                    <a:pt x="981272" y="198569"/>
                  </a:lnTo>
                  <a:lnTo>
                    <a:pt x="983432" y="198736"/>
                  </a:lnTo>
                  <a:close/>
                  <a:moveTo>
                    <a:pt x="983110" y="0"/>
                  </a:moveTo>
                  <a:lnTo>
                    <a:pt x="981272" y="142"/>
                  </a:lnTo>
                  <a:lnTo>
                    <a:pt x="979432" y="0"/>
                  </a:lnTo>
                  <a:cubicBezTo>
                    <a:pt x="438507" y="0"/>
                    <a:pt x="0" y="438506"/>
                    <a:pt x="0" y="979431"/>
                  </a:cubicBezTo>
                  <a:cubicBezTo>
                    <a:pt x="0" y="1345477"/>
                    <a:pt x="261357" y="1706742"/>
                    <a:pt x="466993" y="1871641"/>
                  </a:cubicBezTo>
                  <a:cubicBezTo>
                    <a:pt x="528256" y="1942221"/>
                    <a:pt x="501219" y="1979308"/>
                    <a:pt x="514383" y="2071318"/>
                  </a:cubicBezTo>
                  <a:cubicBezTo>
                    <a:pt x="548609" y="2142347"/>
                    <a:pt x="579223" y="2165060"/>
                    <a:pt x="639719" y="2165060"/>
                  </a:cubicBezTo>
                  <a:lnTo>
                    <a:pt x="981272" y="2163837"/>
                  </a:lnTo>
                  <a:lnTo>
                    <a:pt x="1322821" y="2165060"/>
                  </a:lnTo>
                  <a:cubicBezTo>
                    <a:pt x="1383319" y="2165060"/>
                    <a:pt x="1413932" y="2142347"/>
                    <a:pt x="1448157" y="2071318"/>
                  </a:cubicBezTo>
                  <a:cubicBezTo>
                    <a:pt x="1461321" y="1979308"/>
                    <a:pt x="1434285" y="1942221"/>
                    <a:pt x="1495548" y="1871641"/>
                  </a:cubicBezTo>
                  <a:cubicBezTo>
                    <a:pt x="1701183" y="1706742"/>
                    <a:pt x="1962541" y="1345477"/>
                    <a:pt x="1962541" y="979431"/>
                  </a:cubicBezTo>
                  <a:cubicBezTo>
                    <a:pt x="1962541" y="438506"/>
                    <a:pt x="1524034" y="0"/>
                    <a:pt x="98311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139" name="Oval 1">
              <a:extLst>
                <a:ext uri="{FF2B5EF4-FFF2-40B4-BE49-F238E27FC236}">
                  <a16:creationId xmlns:a16="http://schemas.microsoft.com/office/drawing/2014/main" id="{8ABC144F-1FB7-40FA-AA00-C2169AC4131A}"/>
                </a:ext>
              </a:extLst>
            </p:cNvPr>
            <p:cNvSpPr/>
            <p:nvPr/>
          </p:nvSpPr>
          <p:spPr>
            <a:xfrm>
              <a:off x="7295982" y="2781927"/>
              <a:ext cx="314505" cy="479278"/>
            </a:xfrm>
            <a:custGeom>
              <a:avLst/>
              <a:gdLst/>
              <a:ahLst/>
              <a:cxnLst/>
              <a:rect l="l" t="t" r="r" b="b"/>
              <a:pathLst>
                <a:path w="652160" h="993834">
                  <a:moveTo>
                    <a:pt x="198701" y="0"/>
                  </a:moveTo>
                  <a:cubicBezTo>
                    <a:pt x="224613" y="0"/>
                    <a:pt x="248174" y="10856"/>
                    <a:pt x="265274" y="29005"/>
                  </a:cubicBezTo>
                  <a:cubicBezTo>
                    <a:pt x="282373" y="10856"/>
                    <a:pt x="305935" y="0"/>
                    <a:pt x="331846" y="0"/>
                  </a:cubicBezTo>
                  <a:cubicBezTo>
                    <a:pt x="357757" y="0"/>
                    <a:pt x="381319" y="10856"/>
                    <a:pt x="398419" y="29005"/>
                  </a:cubicBezTo>
                  <a:cubicBezTo>
                    <a:pt x="415518" y="10856"/>
                    <a:pt x="439080" y="0"/>
                    <a:pt x="464991" y="0"/>
                  </a:cubicBezTo>
                  <a:cubicBezTo>
                    <a:pt x="493781" y="0"/>
                    <a:pt x="519672" y="13403"/>
                    <a:pt x="536964" y="35278"/>
                  </a:cubicBezTo>
                  <a:cubicBezTo>
                    <a:pt x="547749" y="12292"/>
                    <a:pt x="572873" y="-1398"/>
                    <a:pt x="599292" y="2787"/>
                  </a:cubicBezTo>
                  <a:lnTo>
                    <a:pt x="601385" y="3119"/>
                  </a:lnTo>
                  <a:cubicBezTo>
                    <a:pt x="634213" y="8318"/>
                    <a:pt x="656609" y="39145"/>
                    <a:pt x="651411" y="71971"/>
                  </a:cubicBezTo>
                  <a:lnTo>
                    <a:pt x="505401" y="993834"/>
                  </a:lnTo>
                  <a:lnTo>
                    <a:pt x="381396" y="993834"/>
                  </a:lnTo>
                  <a:lnTo>
                    <a:pt x="507063" y="200404"/>
                  </a:lnTo>
                  <a:cubicBezTo>
                    <a:pt x="494607" y="207834"/>
                    <a:pt x="480204" y="211576"/>
                    <a:pt x="464991" y="211576"/>
                  </a:cubicBezTo>
                  <a:cubicBezTo>
                    <a:pt x="439080" y="211576"/>
                    <a:pt x="415518" y="200720"/>
                    <a:pt x="398419" y="182571"/>
                  </a:cubicBezTo>
                  <a:cubicBezTo>
                    <a:pt x="381319" y="200720"/>
                    <a:pt x="357757" y="211576"/>
                    <a:pt x="331846" y="211576"/>
                  </a:cubicBezTo>
                  <a:cubicBezTo>
                    <a:pt x="305935" y="211576"/>
                    <a:pt x="282373" y="200720"/>
                    <a:pt x="265274" y="182571"/>
                  </a:cubicBezTo>
                  <a:cubicBezTo>
                    <a:pt x="248174" y="200720"/>
                    <a:pt x="224613" y="211576"/>
                    <a:pt x="198701" y="211576"/>
                  </a:cubicBezTo>
                  <a:cubicBezTo>
                    <a:pt x="177469" y="211576"/>
                    <a:pt x="157813" y="204286"/>
                    <a:pt x="142909" y="190419"/>
                  </a:cubicBezTo>
                  <a:lnTo>
                    <a:pt x="270158" y="993834"/>
                  </a:lnTo>
                  <a:lnTo>
                    <a:pt x="146152" y="993834"/>
                  </a:lnTo>
                  <a:lnTo>
                    <a:pt x="750" y="75802"/>
                  </a:lnTo>
                  <a:cubicBezTo>
                    <a:pt x="-4449" y="42974"/>
                    <a:pt x="17947" y="12148"/>
                    <a:pt x="50775" y="6949"/>
                  </a:cubicBezTo>
                  <a:lnTo>
                    <a:pt x="52868" y="6617"/>
                  </a:lnTo>
                  <a:cubicBezTo>
                    <a:pt x="82704" y="1892"/>
                    <a:pt x="110887" y="19962"/>
                    <a:pt x="118608" y="48277"/>
                  </a:cubicBezTo>
                  <a:cubicBezTo>
                    <a:pt x="134584" y="18793"/>
                    <a:pt x="164609" y="0"/>
                    <a:pt x="198701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</p:grpSp>
    </p:spTree>
    <p:extLst>
      <p:ext uri="{BB962C8B-B14F-4D97-AF65-F5344CB8AC3E}">
        <p14:creationId xmlns:p14="http://schemas.microsoft.com/office/powerpoint/2010/main" val="119062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193</Words>
  <Application>Microsoft Office PowerPoint</Application>
  <PresentationFormat>Widescreen</PresentationFormat>
  <Paragraphs>55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맑은 고딕</vt:lpstr>
      <vt:lpstr>Arial</vt:lpstr>
      <vt:lpstr>Arial Black</vt:lpstr>
      <vt:lpstr>Calibri</vt:lpstr>
      <vt:lpstr>Calibri Light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Noman Traders</cp:lastModifiedBy>
  <cp:revision>42</cp:revision>
  <dcterms:created xsi:type="dcterms:W3CDTF">2024-12-16T15:16:47Z</dcterms:created>
  <dcterms:modified xsi:type="dcterms:W3CDTF">2025-12-07T18:45:38Z</dcterms:modified>
</cp:coreProperties>
</file>