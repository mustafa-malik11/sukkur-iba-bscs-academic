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60" r:id="rId2"/>
    <p:sldId id="259" r:id="rId3"/>
    <p:sldId id="287" r:id="rId4"/>
    <p:sldId id="286" r:id="rId5"/>
    <p:sldId id="289" r:id="rId6"/>
    <p:sldId id="288" r:id="rId7"/>
    <p:sldId id="272" r:id="rId8"/>
    <p:sldId id="267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5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16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42E5-E495-4781-BDC8-5F097FC54751}" type="datetimeFigureOut">
              <a:rPr lang="en-US" smtClean="0"/>
              <a:pPr/>
              <a:t>26-Aug-19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A2DD9-9AB3-424B-B758-0722AC3FB0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42E5-E495-4781-BDC8-5F097FC54751}" type="datetimeFigureOut">
              <a:rPr lang="en-US" smtClean="0"/>
              <a:pPr/>
              <a:t>26-Aug-19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A2DD9-9AB3-424B-B758-0722AC3FB0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42E5-E495-4781-BDC8-5F097FC54751}" type="datetimeFigureOut">
              <a:rPr lang="en-US" smtClean="0"/>
              <a:pPr/>
              <a:t>26-Aug-19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31AA2DD9-9AB3-424B-B758-0722AC3FB0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42E5-E495-4781-BDC8-5F097FC54751}" type="datetimeFigureOut">
              <a:rPr lang="en-US" smtClean="0"/>
              <a:pPr/>
              <a:t>26-Aug-19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A2DD9-9AB3-424B-B758-0722AC3FB0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42E5-E495-4781-BDC8-5F097FC54751}" type="datetimeFigureOut">
              <a:rPr lang="en-US" smtClean="0"/>
              <a:pPr/>
              <a:t>26-Aug-19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A2DD9-9AB3-424B-B758-0722AC3FB0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42E5-E495-4781-BDC8-5F097FC54751}" type="datetimeFigureOut">
              <a:rPr lang="en-US" smtClean="0"/>
              <a:pPr/>
              <a:t>26-Aug-19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A2DD9-9AB3-424B-B758-0722AC3FB0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42E5-E495-4781-BDC8-5F097FC54751}" type="datetimeFigureOut">
              <a:rPr lang="en-US" smtClean="0"/>
              <a:pPr/>
              <a:t>26-Aug-19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A2DD9-9AB3-424B-B758-0722AC3FB0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42E5-E495-4781-BDC8-5F097FC54751}" type="datetimeFigureOut">
              <a:rPr lang="en-US" smtClean="0"/>
              <a:pPr/>
              <a:t>26-Aug-19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A2DD9-9AB3-424B-B758-0722AC3FB0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42E5-E495-4781-BDC8-5F097FC54751}" type="datetimeFigureOut">
              <a:rPr lang="en-US" smtClean="0"/>
              <a:pPr/>
              <a:t>26-Aug-19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A2DD9-9AB3-424B-B758-0722AC3FB0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42E5-E495-4781-BDC8-5F097FC54751}" type="datetimeFigureOut">
              <a:rPr lang="en-US" smtClean="0"/>
              <a:pPr/>
              <a:t>26-Aug-19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A2DD9-9AB3-424B-B758-0722AC3FB0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42E5-E495-4781-BDC8-5F097FC54751}" type="datetimeFigureOut">
              <a:rPr lang="en-US" smtClean="0"/>
              <a:pPr/>
              <a:t>26-Aug-19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A2DD9-9AB3-424B-B758-0722AC3FB0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827C42E5-E495-4781-BDC8-5F097FC54751}" type="datetimeFigureOut">
              <a:rPr lang="en-US" smtClean="0"/>
              <a:pPr/>
              <a:t>26-Aug-19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31AA2DD9-9AB3-424B-B758-0722AC3FB03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17" y="66993"/>
            <a:ext cx="9081183" cy="6791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47026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9971"/>
            <a:ext cx="8991600" cy="6718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9843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ENTITY OF ALLAH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Allah is the entity that has created the whole universe.</a:t>
            </a:r>
          </a:p>
          <a:p>
            <a:r>
              <a:rPr lang="fa-IR" dirty="0" smtClean="0"/>
              <a:t>اَللّٰهُ خَالِقُ كُلِّ شَيْءٍ </a:t>
            </a:r>
            <a:r>
              <a:rPr lang="en-US" dirty="0" smtClean="0"/>
              <a:t> </a:t>
            </a:r>
          </a:p>
          <a:p>
            <a:r>
              <a:rPr lang="en-US" dirty="0" smtClean="0"/>
              <a:t>Allah is different from all other beings and none is similar to Him</a:t>
            </a:r>
          </a:p>
          <a:p>
            <a:r>
              <a:rPr lang="fa-IR" dirty="0" smtClean="0"/>
              <a:t>لَيْسَ كَمِثْلِهٖ شَيْءٌ </a:t>
            </a:r>
            <a:endParaRPr lang="en-US" dirty="0" smtClean="0"/>
          </a:p>
          <a:p>
            <a:r>
              <a:rPr lang="en-US" dirty="0" smtClean="0"/>
              <a:t>He is beyond the imagination and can’t be compared.</a:t>
            </a:r>
          </a:p>
          <a:p>
            <a:r>
              <a:rPr lang="fa-IR" dirty="0" smtClean="0"/>
              <a:t> وَلِلّٰهِ الْمَثَلُ الْاَعْلٰى </a:t>
            </a:r>
            <a:endParaRPr lang="en-US" dirty="0" smtClean="0"/>
          </a:p>
          <a:p>
            <a:r>
              <a:rPr lang="en-US" dirty="0" smtClean="0"/>
              <a:t>He begets not, nor was He begotten.</a:t>
            </a:r>
          </a:p>
          <a:p>
            <a:r>
              <a:rPr lang="fa-IR" dirty="0" smtClean="0"/>
              <a:t> لَمْ يَلِدْ وَلَمْ يُوْلَدْ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Attributes of Allah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 </a:t>
            </a:r>
            <a:r>
              <a:rPr lang="en-US" dirty="0" err="1" smtClean="0"/>
              <a:t>Awal</a:t>
            </a:r>
            <a:r>
              <a:rPr lang="en-US" dirty="0" smtClean="0"/>
              <a:t>: He is eternal, the everlasting and the self existing. He exists of His own.</a:t>
            </a:r>
          </a:p>
          <a:p>
            <a:r>
              <a:rPr lang="en-US" dirty="0" smtClean="0"/>
              <a:t>Al Wahid: He posses the glory of being one</a:t>
            </a:r>
          </a:p>
          <a:p>
            <a:r>
              <a:rPr lang="en-US" dirty="0" smtClean="0"/>
              <a:t> Al </a:t>
            </a:r>
            <a:r>
              <a:rPr lang="en-US" dirty="0" err="1" smtClean="0"/>
              <a:t>Khaliq</a:t>
            </a:r>
            <a:r>
              <a:rPr lang="en-US" dirty="0" smtClean="0"/>
              <a:t>: He is the only creator.</a:t>
            </a:r>
          </a:p>
          <a:p>
            <a:r>
              <a:rPr lang="en-US" dirty="0" smtClean="0"/>
              <a:t>Al </a:t>
            </a:r>
            <a:r>
              <a:rPr lang="en-US" dirty="0" err="1" smtClean="0"/>
              <a:t>Aleem</a:t>
            </a:r>
            <a:r>
              <a:rPr lang="en-US" dirty="0" smtClean="0"/>
              <a:t>: He is the one who knows everything</a:t>
            </a:r>
          </a:p>
          <a:p>
            <a:r>
              <a:rPr lang="en-US" dirty="0" smtClean="0"/>
              <a:t>Al </a:t>
            </a:r>
            <a:r>
              <a:rPr lang="en-US" dirty="0" err="1" smtClean="0"/>
              <a:t>Ghaffar</a:t>
            </a:r>
            <a:r>
              <a:rPr lang="en-US" dirty="0" smtClean="0"/>
              <a:t>: He is the one who forgives</a:t>
            </a:r>
          </a:p>
          <a:p>
            <a:r>
              <a:rPr lang="en-US" dirty="0" smtClean="0"/>
              <a:t>Al </a:t>
            </a:r>
            <a:r>
              <a:rPr lang="en-US" dirty="0" err="1" smtClean="0"/>
              <a:t>Naseer</a:t>
            </a:r>
            <a:r>
              <a:rPr lang="en-US" dirty="0" smtClean="0"/>
              <a:t>: He is the one from whom we seek help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ARGUMENTS ABOUT THE EXISTENCE OF ALLAH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discipline and control of the universe.</a:t>
            </a:r>
          </a:p>
          <a:p>
            <a:r>
              <a:rPr lang="en-US" dirty="0" smtClean="0"/>
              <a:t>Argument from agriculture</a:t>
            </a:r>
          </a:p>
          <a:p>
            <a:r>
              <a:rPr lang="en-US" dirty="0" smtClean="0"/>
              <a:t>Argument from milking animals.</a:t>
            </a:r>
          </a:p>
          <a:p>
            <a:r>
              <a:rPr lang="en-US" dirty="0" smtClean="0"/>
              <a:t>Argument from air and water</a:t>
            </a:r>
          </a:p>
          <a:p>
            <a:r>
              <a:rPr lang="en-US" dirty="0" smtClean="0"/>
              <a:t>Argument from cause and effect</a:t>
            </a:r>
          </a:p>
          <a:p>
            <a:r>
              <a:rPr lang="en-US" dirty="0" smtClean="0"/>
              <a:t>Different creative stages of a man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KINDS OF TAUHEED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believing that Allah is one and unique  in </a:t>
            </a:r>
            <a:r>
              <a:rPr lang="en-US" smtClean="0"/>
              <a:t>His being(lordship)</a:t>
            </a:r>
            <a:endParaRPr lang="en-US" dirty="0" smtClean="0"/>
          </a:p>
          <a:p>
            <a:r>
              <a:rPr lang="en-US" dirty="0" smtClean="0"/>
              <a:t>believing that Allah is one and unique in His attributes( </a:t>
            </a:r>
            <a:r>
              <a:rPr lang="en-US" dirty="0" err="1" smtClean="0"/>
              <a:t>sifat</a:t>
            </a:r>
            <a:r>
              <a:rPr lang="en-US" dirty="0" smtClean="0"/>
              <a:t>)</a:t>
            </a:r>
          </a:p>
          <a:p>
            <a:r>
              <a:rPr lang="en-US" dirty="0" smtClean="0"/>
              <a:t>believing that Allah is one and unique in the implication of His attributes/ in His right to be worshiped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351"/>
            <a:ext cx="9088967" cy="6746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300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311153" cy="6999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5746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11267"/>
            <a:ext cx="9144000" cy="7280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1847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6401"/>
            <a:ext cx="9144000" cy="6930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0274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351"/>
            <a:ext cx="9144000" cy="6865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2066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52"/>
            <a:ext cx="9148873" cy="6854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0962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3293"/>
            <a:ext cx="9144000" cy="6984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53580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95"/>
            <a:ext cx="9144000" cy="6846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8450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8615"/>
            <a:ext cx="9144000" cy="6895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2056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2136"/>
            <a:ext cx="9067800" cy="6770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7798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2482"/>
            <a:ext cx="9144000" cy="694296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/>
        </p:spPr>
      </p:pic>
    </p:spTree>
    <p:extLst>
      <p:ext uri="{BB962C8B-B14F-4D97-AF65-F5344CB8AC3E}">
        <p14:creationId xmlns:p14="http://schemas.microsoft.com/office/powerpoint/2010/main" val="153127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343</TotalTime>
  <Words>224</Words>
  <Application>Microsoft Office PowerPoint</Application>
  <PresentationFormat>On-screen Show (4:3)</PresentationFormat>
  <Paragraphs>28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Apex</vt:lpstr>
      <vt:lpstr>PowerPoint Presentation</vt:lpstr>
      <vt:lpstr>PowerPoint Presentation</vt:lpstr>
      <vt:lpstr>THE ENTITY OF ALLAH</vt:lpstr>
      <vt:lpstr>Attributes of Allah</vt:lpstr>
      <vt:lpstr>ARGUMENTS ABOUT THE EXISTENCE OF ALLAH</vt:lpstr>
      <vt:lpstr> KINDS OF TAUHEED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Peeral Khan</dc:creator>
  <cp:lastModifiedBy>Microsoft</cp:lastModifiedBy>
  <cp:revision>36</cp:revision>
  <dcterms:created xsi:type="dcterms:W3CDTF">2016-01-19T09:06:31Z</dcterms:created>
  <dcterms:modified xsi:type="dcterms:W3CDTF">2019-08-26T11:00:11Z</dcterms:modified>
</cp:coreProperties>
</file>