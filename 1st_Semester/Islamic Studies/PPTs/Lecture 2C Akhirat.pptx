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>
            <a:normAutofit/>
          </a:bodyPr>
          <a:lstStyle>
            <a:lvl1pPr algn="ctr">
              <a:defRPr sz="36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1463040" y="1847088"/>
            <a:ext cx="3090672" cy="3090672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6400800" cy="342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D488C0E-FD36-45B0-B985-3B728EE7B21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120" y="63642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7A266701-7E7A-4FA6-8440-2077F05C4D0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274320" algn="l" defTabSz="91440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Akhirat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21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Concept</a:t>
            </a:r>
          </a:p>
          <a:p>
            <a:pPr indent="0">
              <a:buNone/>
            </a:pPr>
            <a:r>
              <a:rPr lang="en-US" dirty="0" smtClean="0"/>
              <a:t>The creed of ‘ The Hereafter ’ means that the whole universe will definitely perish one day, and after expiry all human beings will again come to life , and will be accounted for before Allah.</a:t>
            </a:r>
          </a:p>
          <a:p>
            <a:pPr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2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Importance in the light of Quran and Hadith</a:t>
            </a:r>
          </a:p>
          <a:p>
            <a:pPr indent="0">
              <a:buNone/>
            </a:pPr>
            <a:r>
              <a:rPr lang="en-US" dirty="0" smtClean="0"/>
              <a:t>The Holy Quran says:</a:t>
            </a:r>
          </a:p>
          <a:p>
            <a:pPr indent="0">
              <a:buNone/>
            </a:pPr>
            <a:r>
              <a:rPr lang="en-US" dirty="0" smtClean="0"/>
              <a:t>“ Indeed, the next world is the real life if you could know.”</a:t>
            </a:r>
          </a:p>
          <a:p>
            <a:pPr indent="0">
              <a:buNone/>
            </a:pPr>
            <a:r>
              <a:rPr lang="en-US" dirty="0" smtClean="0"/>
              <a:t>(Al- Ankaboot : 64)</a:t>
            </a:r>
          </a:p>
          <a:p>
            <a:pPr indent="0">
              <a:buNone/>
            </a:pPr>
            <a:r>
              <a:rPr lang="en-US" dirty="0" smtClean="0"/>
              <a:t>The Holy Prophet s.a.w said:</a:t>
            </a:r>
          </a:p>
          <a:p>
            <a:pPr indent="0">
              <a:buNone/>
            </a:pPr>
            <a:r>
              <a:rPr lang="en-US" dirty="0" smtClean="0"/>
              <a:t>“This </a:t>
            </a:r>
            <a:r>
              <a:rPr lang="en-US" dirty="0"/>
              <a:t>world is the sowing ground for the next”.</a:t>
            </a:r>
          </a:p>
        </p:txBody>
      </p:sp>
    </p:spTree>
    <p:extLst>
      <p:ext uri="{BB962C8B-B14F-4D97-AF65-F5344CB8AC3E}">
        <p14:creationId xmlns:p14="http://schemas.microsoft.com/office/powerpoint/2010/main" val="2767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Influence on human life</a:t>
            </a:r>
          </a:p>
          <a:p>
            <a:pPr indent="0">
              <a:buNone/>
            </a:pPr>
            <a:r>
              <a:rPr lang="en-US" dirty="0" smtClean="0"/>
              <a:t>Sense of accountability</a:t>
            </a:r>
          </a:p>
          <a:p>
            <a:pPr indent="0">
              <a:buNone/>
            </a:pPr>
            <a:r>
              <a:rPr lang="en-US" dirty="0" smtClean="0"/>
              <a:t>No selfishness</a:t>
            </a:r>
          </a:p>
          <a:p>
            <a:pPr indent="0">
              <a:buNone/>
            </a:pPr>
            <a:r>
              <a:rPr lang="en-US" dirty="0" smtClean="0"/>
              <a:t>No arrogance</a:t>
            </a:r>
          </a:p>
          <a:p>
            <a:pPr indent="0">
              <a:buNone/>
            </a:pPr>
            <a:r>
              <a:rPr lang="en-US" dirty="0" smtClean="0"/>
              <a:t>Humbleness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468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uture">
  <a:themeElements>
    <a:clrScheme name="Couture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Black 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22</TotalTime>
  <Words>112</Words>
  <Application>Microsoft Office PowerPoint</Application>
  <PresentationFormat>On-screen Show (4:3)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Garamond</vt:lpstr>
      <vt:lpstr>Wingdings</vt:lpstr>
      <vt:lpstr>Couture</vt:lpstr>
      <vt:lpstr>Akhirat</vt:lpstr>
      <vt:lpstr>Key points</vt:lpstr>
      <vt:lpstr>Key points</vt:lpstr>
      <vt:lpstr>Key points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Akhirat</dc:title>
  <dc:creator>Microsoft</dc:creator>
  <cp:lastModifiedBy>Microsoft account</cp:lastModifiedBy>
  <cp:revision>6</cp:revision>
  <dcterms:created xsi:type="dcterms:W3CDTF">2019-01-31T16:25:17Z</dcterms:created>
  <dcterms:modified xsi:type="dcterms:W3CDTF">2024-09-13T07:35:26Z</dcterms:modified>
</cp:coreProperties>
</file>