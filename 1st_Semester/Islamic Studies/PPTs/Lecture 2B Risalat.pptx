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6CFD30A-8EAB-464D-92E8-FC6AE3659AAD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9F101DB-9CB4-4443-8880-3DCFC4A034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Risalat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37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Concept of Prophet hood/</a:t>
            </a:r>
            <a:r>
              <a:rPr lang="en-US" sz="2400" dirty="0" err="1" smtClean="0">
                <a:solidFill>
                  <a:srgbClr val="FF0000"/>
                </a:solidFill>
              </a:rPr>
              <a:t>Risalat</a:t>
            </a:r>
            <a:endParaRPr lang="en-US" sz="2400" dirty="0" smtClean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en-US" sz="2400" dirty="0" smtClean="0"/>
              <a:t>A prophet is a man sent by Allah Almighty to mankind to convey His religious injunctions.</a:t>
            </a:r>
          </a:p>
          <a:p>
            <a:pPr marL="285750" indent="-285750"/>
            <a:r>
              <a:rPr lang="en-US" sz="2400" dirty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Need for Prophet hood</a:t>
            </a:r>
          </a:p>
          <a:p>
            <a:pPr indent="0">
              <a:buNone/>
            </a:pPr>
            <a:r>
              <a:rPr lang="en-US" sz="2400" dirty="0" smtClean="0"/>
              <a:t>Connection between Allah and Human beings</a:t>
            </a:r>
          </a:p>
        </p:txBody>
      </p:sp>
    </p:spTree>
    <p:extLst>
      <p:ext uri="{BB962C8B-B14F-4D97-AF65-F5344CB8AC3E}">
        <p14:creationId xmlns:p14="http://schemas.microsoft.com/office/powerpoint/2010/main" val="27044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Nature of Prophet hood</a:t>
            </a:r>
          </a:p>
          <a:p>
            <a:pPr indent="0">
              <a:buNone/>
            </a:pPr>
            <a:r>
              <a:rPr lang="en-US" dirty="0" smtClean="0"/>
              <a:t>Prophet hood is not something which can be acquired by effort.</a:t>
            </a:r>
          </a:p>
          <a:p>
            <a:pPr indent="0">
              <a:buNone/>
            </a:pPr>
            <a:r>
              <a:rPr lang="en-US" dirty="0" smtClean="0"/>
              <a:t>It is bestowed by Allah and His special gift.</a:t>
            </a:r>
          </a:p>
          <a:p>
            <a:pPr indent="0">
              <a:buNone/>
            </a:pPr>
            <a:endParaRPr lang="en-US" dirty="0" smtClean="0"/>
          </a:p>
          <a:p>
            <a:pPr marL="285750" indent="-285750"/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Universality of Prophet hood</a:t>
            </a:r>
          </a:p>
          <a:p>
            <a:pPr indent="0">
              <a:buNone/>
            </a:pPr>
            <a:r>
              <a:rPr lang="en-US" dirty="0" smtClean="0"/>
              <a:t>“And there is not a nation but a warner has passed among them.”</a:t>
            </a:r>
          </a:p>
          <a:p>
            <a:pPr indent="0">
              <a:buNone/>
            </a:pPr>
            <a:r>
              <a:rPr lang="en-US" dirty="0" smtClean="0"/>
              <a:t>(35:24) </a:t>
            </a:r>
          </a:p>
          <a:p>
            <a:pPr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93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Position of Prophet’s Teachings</a:t>
            </a:r>
          </a:p>
          <a:p>
            <a:pPr indent="0">
              <a:buNone/>
            </a:pPr>
            <a:r>
              <a:rPr lang="en-US" sz="2000" dirty="0" smtClean="0"/>
              <a:t>Whatever is taught by a Prophet to men is on Allah’s behalf.</a:t>
            </a:r>
          </a:p>
          <a:p>
            <a:pPr marL="285750" indent="-285750"/>
            <a:r>
              <a:rPr lang="en-US" sz="2000" dirty="0"/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Innocence of Prophets</a:t>
            </a:r>
          </a:p>
          <a:p>
            <a:pPr indent="0">
              <a:buNone/>
            </a:pPr>
            <a:r>
              <a:rPr lang="en-US" sz="2000" dirty="0" smtClean="0"/>
              <a:t>They err neither in perception and deduction, nor in action and conduct.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292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Denying of a Single Prophet is also Disbelief</a:t>
            </a:r>
          </a:p>
          <a:p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Special Characteristics of Prophet Muhammad </a:t>
            </a:r>
            <a:r>
              <a:rPr lang="en-US" dirty="0" err="1" smtClean="0">
                <a:solidFill>
                  <a:srgbClr val="FF0000"/>
                </a:solidFill>
              </a:rPr>
              <a:t>s.a.w</a:t>
            </a:r>
            <a:endParaRPr lang="en-US" dirty="0" smtClean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dirty="0" smtClean="0"/>
              <a:t>The recitation of the revealed verses</a:t>
            </a:r>
          </a:p>
          <a:p>
            <a:pPr marL="342900" indent="-342900">
              <a:buAutoNum type="arabicParenR"/>
            </a:pPr>
            <a:r>
              <a:rPr lang="en-US" dirty="0"/>
              <a:t> </a:t>
            </a:r>
            <a:r>
              <a:rPr lang="en-US" dirty="0" smtClean="0"/>
              <a:t>To purify the souls of the people</a:t>
            </a:r>
          </a:p>
          <a:p>
            <a:pPr marL="342900" indent="-342900">
              <a:buAutoNum type="arabicParenR"/>
            </a:pPr>
            <a:r>
              <a:rPr lang="en-US" dirty="0"/>
              <a:t> </a:t>
            </a:r>
            <a:r>
              <a:rPr lang="en-US" dirty="0" smtClean="0"/>
              <a:t>Teaching of the Scripture, means explanation</a:t>
            </a:r>
          </a:p>
          <a:p>
            <a:pPr marL="342900" indent="-342900">
              <a:buAutoNum type="arabicParenR"/>
            </a:pPr>
            <a:r>
              <a:rPr lang="en-US" dirty="0"/>
              <a:t> </a:t>
            </a:r>
            <a:r>
              <a:rPr lang="en-US" dirty="0" smtClean="0"/>
              <a:t>Teaching of wisdom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17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uture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171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Garamond</vt:lpstr>
      <vt:lpstr>Wingdings</vt:lpstr>
      <vt:lpstr>Couture</vt:lpstr>
      <vt:lpstr>Risalat</vt:lpstr>
      <vt:lpstr>Key Points</vt:lpstr>
      <vt:lpstr>Key Points</vt:lpstr>
      <vt:lpstr>Key points</vt:lpstr>
      <vt:lpstr>Key Points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Risalat</dc:title>
  <dc:creator>Microsoft</dc:creator>
  <cp:lastModifiedBy>Microsoft account</cp:lastModifiedBy>
  <cp:revision>8</cp:revision>
  <dcterms:created xsi:type="dcterms:W3CDTF">2019-01-31T15:23:02Z</dcterms:created>
  <dcterms:modified xsi:type="dcterms:W3CDTF">2024-09-13T07:34:49Z</dcterms:modified>
</cp:coreProperties>
</file>