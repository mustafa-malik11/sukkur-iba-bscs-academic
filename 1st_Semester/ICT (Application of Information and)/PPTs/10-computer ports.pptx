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0"/>
  </p:notesMasterIdLst>
  <p:sldIdLst>
    <p:sldId id="256" r:id="rId2"/>
    <p:sldId id="257" r:id="rId3"/>
    <p:sldId id="291" r:id="rId4"/>
    <p:sldId id="293" r:id="rId5"/>
    <p:sldId id="266" r:id="rId6"/>
    <p:sldId id="275" r:id="rId7"/>
    <p:sldId id="273" r:id="rId8"/>
    <p:sldId id="29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8" autoAdjust="0"/>
    <p:restoredTop sz="94576" autoAdjust="0"/>
  </p:normalViewPr>
  <p:slideViewPr>
    <p:cSldViewPr>
      <p:cViewPr varScale="1">
        <p:scale>
          <a:sx n="70" d="100"/>
          <a:sy n="70" d="100"/>
        </p:scale>
        <p:origin x="14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15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34EF2-BF6B-446C-9FB3-20D7F43D8BCB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4AEE0-7922-4319-827D-C67F451E31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05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5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4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1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8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4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7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12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5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8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6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131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01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6451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49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90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261C8-27E3-44FB-9657-11B69425D38E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DA9D7ED-E1FF-479F-9EA7-9366C8168E0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990" y="12700"/>
            <a:ext cx="33147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91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828800"/>
          </a:xfrm>
        </p:spPr>
        <p:txBody>
          <a:bodyPr>
            <a:noAutofit/>
          </a:bodyPr>
          <a:lstStyle/>
          <a:p>
            <a:r>
              <a:rPr sz="6000" i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Computer PORTS</a:t>
            </a:r>
            <a:br>
              <a:rPr sz="6000" i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</a:b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>
            <a:normAutofit/>
          </a:bodyPr>
          <a:lstStyle/>
          <a:p>
            <a:endParaRPr lang="en-US" sz="8800" b="1" dirty="0" smtClean="0">
              <a:solidFill>
                <a:srgbClr val="0070C0"/>
              </a:solidFill>
              <a:latin typeface="Vijaya" pitchFamily="34" charset="0"/>
              <a:cs typeface="Vijaya" pitchFamily="34" charset="0"/>
            </a:endParaRPr>
          </a:p>
          <a:p>
            <a:endParaRPr lang="en-US" dirty="0" smtClean="0"/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0"/>
            <a:ext cx="6347713" cy="1295400"/>
          </a:xfrm>
        </p:spPr>
        <p:txBody>
          <a:bodyPr>
            <a:noAutofit/>
          </a:bodyPr>
          <a:lstStyle/>
          <a:p>
            <a:r>
              <a:rPr lang="en-US" sz="8800" dirty="0" smtClean="0"/>
              <a:t>PORT</a:t>
            </a:r>
            <a:endParaRPr lang="en-US" sz="8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7338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The point at which a peripheral attaches to.</a:t>
            </a:r>
          </a:p>
          <a:p>
            <a:r>
              <a:rPr lang="en-US" sz="3600" dirty="0" smtClean="0"/>
              <a:t>Port Communicates with a system unit so that the peripheral can send data to or receive information from the computer.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0" y="228600"/>
            <a:ext cx="7162800" cy="73183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Serial Port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6705600" cy="5486400"/>
          </a:xfrm>
        </p:spPr>
        <p:txBody>
          <a:bodyPr/>
          <a:lstStyle/>
          <a:p>
            <a:pPr algn="just"/>
            <a:r>
              <a:rPr lang="en-US" sz="2800" dirty="0">
                <a:latin typeface="Arial" charset="0"/>
              </a:rPr>
              <a:t>A serial port is a serial communication physical interface through which information transfers in or out one bit at a time</a:t>
            </a:r>
            <a:r>
              <a:rPr lang="en-US" dirty="0"/>
              <a:t>.</a:t>
            </a:r>
          </a:p>
          <a:p>
            <a:pPr algn="just"/>
            <a:r>
              <a:rPr lang="en-US" dirty="0" smtClean="0"/>
              <a:t>In serial ports, there will be two data lines: One transmission and one receive line. To send a data in serial port, it has to be sent one bit after another</a:t>
            </a:r>
          </a:p>
          <a:p>
            <a:pPr algn="just"/>
            <a:r>
              <a:rPr lang="en-US" dirty="0" smtClean="0"/>
              <a:t> Serial connectors generally have 9 or 25 pins.</a:t>
            </a:r>
            <a:endParaRPr lang="en-US" dirty="0"/>
          </a:p>
        </p:txBody>
      </p:sp>
      <p:pic>
        <p:nvPicPr>
          <p:cNvPr id="3074" name="Picture 2" descr="C:\Users\Sajjad Hussain\Downloads\serial-port-connecto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4343400"/>
            <a:ext cx="4292600" cy="20870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28600"/>
            <a:ext cx="6400800" cy="457200"/>
          </a:xfrm>
        </p:spPr>
        <p:txBody>
          <a:bodyPr>
            <a:normAutofit fontScale="90000"/>
          </a:bodyPr>
          <a:lstStyle/>
          <a:p>
            <a:pPr algn="l"/>
            <a:r>
              <a:rPr lang="en-US" sz="2800" b="1" dirty="0"/>
              <a:t>Parallel Ports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0" y="685800"/>
            <a:ext cx="9144000" cy="6019800"/>
          </a:xfrm>
        </p:spPr>
        <p:txBody>
          <a:bodyPr>
            <a:normAutofit/>
          </a:bodyPr>
          <a:lstStyle/>
          <a:p>
            <a:pPr algn="just"/>
            <a:endParaRPr lang="en-US" sz="2800" dirty="0" smtClean="0">
              <a:latin typeface="Arial" charset="0"/>
            </a:endParaRPr>
          </a:p>
          <a:p>
            <a:pPr algn="just"/>
            <a:r>
              <a:rPr lang="en-US" sz="2800" dirty="0" smtClean="0">
                <a:latin typeface="Arial" charset="0"/>
              </a:rPr>
              <a:t>Parallel port – Allows multiple bits (E.g. 8 or 16) bits to be transmitted simultaneously. </a:t>
            </a:r>
            <a:endParaRPr lang="en-US" dirty="0" smtClean="0"/>
          </a:p>
          <a:p>
            <a:pPr algn="just"/>
            <a:r>
              <a:rPr lang="en-US" dirty="0" smtClean="0"/>
              <a:t>Parallel </a:t>
            </a:r>
            <a:r>
              <a:rPr lang="en-US" dirty="0"/>
              <a:t>ports </a:t>
            </a:r>
            <a:r>
              <a:rPr lang="en-US" dirty="0" smtClean="0"/>
              <a:t>are faster </a:t>
            </a:r>
            <a:r>
              <a:rPr lang="en-US" dirty="0"/>
              <a:t>compared to the serial ports. </a:t>
            </a:r>
            <a:endParaRPr lang="en-US" dirty="0" smtClean="0"/>
          </a:p>
          <a:p>
            <a:pPr algn="just"/>
            <a:endParaRPr lang="en-US" dirty="0"/>
          </a:p>
        </p:txBody>
      </p:sp>
      <p:pic>
        <p:nvPicPr>
          <p:cNvPr id="2050" name="Picture 2" descr="C:\Users\Sajjad Hussain\Downloads\parl,por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3657600"/>
            <a:ext cx="2971800" cy="1371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848600" cy="685800"/>
          </a:xfrm>
        </p:spPr>
        <p:txBody>
          <a:bodyPr>
            <a:noAutofit/>
          </a:bodyPr>
          <a:lstStyle/>
          <a:p>
            <a:r>
              <a:rPr lang="en-US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USB Ports</a:t>
            </a:r>
            <a:endParaRPr lang="en-US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82000" cy="5867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Universal serial bus port</a:t>
            </a:r>
          </a:p>
          <a:p>
            <a:r>
              <a:rPr lang="en-US" sz="2400" dirty="0" smtClean="0"/>
              <a:t>Connect to up 127 different peripherals together with a single connector</a:t>
            </a:r>
            <a:r>
              <a:rPr lang="en-US" sz="2400" i="1" dirty="0" smtClean="0"/>
              <a:t>.</a:t>
            </a:r>
          </a:p>
          <a:p>
            <a:r>
              <a:rPr lang="en-US" sz="2400" b="1" dirty="0" smtClean="0"/>
              <a:t>USB 2.0</a:t>
            </a:r>
            <a:r>
              <a:rPr lang="en-US" sz="2400" dirty="0" smtClean="0"/>
              <a:t>, also known as </a:t>
            </a:r>
            <a:r>
              <a:rPr lang="en-US" sz="2400" b="1" dirty="0" smtClean="0"/>
              <a:t>hi-speed USB</a:t>
            </a:r>
            <a:r>
              <a:rPr lang="en-US" sz="2400" dirty="0" smtClean="0"/>
              <a:t>, .it supporting a transfer rate of up to 480 Mbps.</a:t>
            </a:r>
          </a:p>
          <a:p>
            <a:r>
              <a:rPr lang="en-US" b="1" dirty="0" smtClean="0"/>
              <a:t>USB 3.0</a:t>
            </a:r>
            <a:r>
              <a:rPr lang="en-US" dirty="0" smtClean="0"/>
              <a:t> also known as </a:t>
            </a:r>
            <a:r>
              <a:rPr lang="en-US" b="1" dirty="0" smtClean="0"/>
              <a:t>Super-Speed USB</a:t>
            </a:r>
            <a:r>
              <a:rPr lang="en-US" dirty="0" smtClean="0"/>
              <a:t> is the latest version of the USB .  offering data transfer speeds of up to 5 gigabits per second</a:t>
            </a:r>
            <a:endParaRPr lang="en-US" dirty="0"/>
          </a:p>
        </p:txBody>
      </p:sp>
      <p:pic>
        <p:nvPicPr>
          <p:cNvPr id="6" name="Picture 2" descr="C:\Users\Sajjad Hussain\Downloads\USB-port_30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4267200"/>
            <a:ext cx="3048000" cy="1632205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l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5715000" cy="655638"/>
          </a:xfrm>
        </p:spPr>
        <p:txBody>
          <a:bodyPr>
            <a:noAutofit/>
          </a:bodyPr>
          <a:lstStyle/>
          <a:p>
            <a:r>
              <a:rPr lang="en-US" sz="32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SCSI Port</a:t>
            </a:r>
            <a:endParaRPr lang="en-US" sz="3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762000"/>
            <a:ext cx="8229600" cy="586740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 SCSI is a Small Computer System Interface.</a:t>
            </a:r>
          </a:p>
          <a:p>
            <a:r>
              <a:rPr lang="en-US" dirty="0" smtClean="0"/>
              <a:t>It is faster than serial and parallel but slower than </a:t>
            </a:r>
            <a:r>
              <a:rPr lang="en-US" dirty="0" err="1" smtClean="0"/>
              <a:t>usb</a:t>
            </a:r>
            <a:r>
              <a:rPr lang="en-US" dirty="0" smtClean="0"/>
              <a:t> port</a:t>
            </a:r>
          </a:p>
          <a:p>
            <a:r>
              <a:rPr lang="en-US" dirty="0" smtClean="0"/>
              <a:t>A SCSI port can be used to connect a hard disk, tape drive, and optical drives.</a:t>
            </a:r>
          </a:p>
        </p:txBody>
      </p:sp>
      <p:pic>
        <p:nvPicPr>
          <p:cNvPr id="2051" name="Picture 3" descr="C:\Users\Sajjad Hussain\Desktop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505200"/>
            <a:ext cx="5854390" cy="2286000"/>
          </a:xfrm>
          <a:prstGeom prst="rect">
            <a:avLst/>
          </a:prstGeom>
          <a:noFill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762000"/>
            <a:ext cx="4953000" cy="427038"/>
          </a:xfrm>
        </p:spPr>
        <p:txBody>
          <a:bodyPr>
            <a:noAutofit/>
          </a:bodyPr>
          <a:lstStyle/>
          <a:p>
            <a:r>
              <a:rPr lang="en-US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FireWire</a:t>
            </a:r>
            <a:r>
              <a:rPr lang="en-US" sz="32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Ports</a:t>
            </a:r>
            <a:endParaRPr lang="en-US" sz="3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57912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FireWire is a device for transferring data between two or more digital devices such as digital cameras, etc.</a:t>
            </a:r>
          </a:p>
          <a:p>
            <a:r>
              <a:rPr lang="en-US" dirty="0" smtClean="0"/>
              <a:t> It  connect up to 63 devices o at the same time. </a:t>
            </a:r>
          </a:p>
        </p:txBody>
      </p:sp>
      <p:pic>
        <p:nvPicPr>
          <p:cNvPr id="1027" name="Picture 3" descr="C:\Users\Sajjad Hussain\Desktop\Cold-Boot-Reloaded-FireWire-Tool-to-Bypass-Windows-Authentication-2 (2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886200"/>
            <a:ext cx="3612776" cy="1981200"/>
          </a:xfrm>
          <a:prstGeom prst="rect">
            <a:avLst/>
          </a:prstGeom>
          <a:noFill/>
        </p:spPr>
      </p:pic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VGA 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7848600" cy="50292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Video Graphics Array (VGA) connector</a:t>
            </a:r>
            <a:r>
              <a:rPr lang="en-US" dirty="0" smtClean="0"/>
              <a:t> is a three-row 15-pin  connector. The 15-pin VGA connector is found on many video cards.</a:t>
            </a:r>
          </a:p>
        </p:txBody>
      </p:sp>
      <p:pic>
        <p:nvPicPr>
          <p:cNvPr id="1026" name="Picture 2" descr="C:\Users\Sajjad Hussain\Downloads\vg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3276600"/>
            <a:ext cx="3886200" cy="2590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1100</TotalTime>
  <Words>303</Words>
  <Application>Microsoft Office PowerPoint</Application>
  <PresentationFormat>On-screen Show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Aharoni</vt:lpstr>
      <vt:lpstr>Arial</vt:lpstr>
      <vt:lpstr>Bookman Old Style</vt:lpstr>
      <vt:lpstr>Calibri</vt:lpstr>
      <vt:lpstr>Trebuchet MS</vt:lpstr>
      <vt:lpstr>Vijaya</vt:lpstr>
      <vt:lpstr>Wingdings 3</vt:lpstr>
      <vt:lpstr>Facet</vt:lpstr>
      <vt:lpstr>Computer PORTS </vt:lpstr>
      <vt:lpstr>PORT</vt:lpstr>
      <vt:lpstr>Serial Port</vt:lpstr>
      <vt:lpstr>Parallel Ports</vt:lpstr>
      <vt:lpstr>USB Ports</vt:lpstr>
      <vt:lpstr>SCSI Port</vt:lpstr>
      <vt:lpstr>FireWire Ports</vt:lpstr>
      <vt:lpstr>VGA Port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COMPONENTS OF THE SYSTEM UNITS</dc:title>
  <dc:creator>user</dc:creator>
  <cp:lastModifiedBy>PC</cp:lastModifiedBy>
  <cp:revision>79</cp:revision>
  <dcterms:created xsi:type="dcterms:W3CDTF">2012-08-17T15:54:06Z</dcterms:created>
  <dcterms:modified xsi:type="dcterms:W3CDTF">2025-09-03T11:49:59Z</dcterms:modified>
</cp:coreProperties>
</file>