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78" r:id="rId3"/>
    <p:sldId id="266" r:id="rId4"/>
    <p:sldId id="269" r:id="rId5"/>
    <p:sldId id="270" r:id="rId6"/>
    <p:sldId id="271" r:id="rId7"/>
    <p:sldId id="273" r:id="rId8"/>
    <p:sldId id="274" r:id="rId9"/>
    <p:sldId id="275" r:id="rId10"/>
    <p:sldId id="276" r:id="rId11"/>
    <p:sldId id="257" r:id="rId12"/>
    <p:sldId id="258" r:id="rId13"/>
    <p:sldId id="259" r:id="rId14"/>
    <p:sldId id="260" r:id="rId15"/>
    <p:sldId id="261" r:id="rId16"/>
    <p:sldId id="262" r:id="rId17"/>
    <p:sldId id="263" r:id="rId18"/>
    <p:sldId id="264" r:id="rId19"/>
    <p:sldId id="265" r:id="rId20"/>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ED36DD-248A-487E-95F7-CD8EB352B44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552425-B9B9-4182-B2BE-2A42B47AF3B4}">
      <dgm:prSet/>
      <dgm:spPr/>
      <dgm:t>
        <a:bodyPr/>
        <a:lstStyle/>
        <a:p>
          <a:r>
            <a:rPr lang="en-US" dirty="0"/>
            <a:t>1. Insufficient RAM (Memory)</a:t>
          </a:r>
        </a:p>
      </dgm:t>
    </dgm:pt>
    <dgm:pt modelId="{46B652D4-70F6-4CBE-A6CD-E57E8EDFC25E}" type="parTrans" cxnId="{20C658B4-9F7A-4E85-A1D6-068E7C400405}">
      <dgm:prSet/>
      <dgm:spPr/>
      <dgm:t>
        <a:bodyPr/>
        <a:lstStyle/>
        <a:p>
          <a:endParaRPr lang="en-US"/>
        </a:p>
      </dgm:t>
    </dgm:pt>
    <dgm:pt modelId="{6A0A3F5D-E7F6-474A-8654-5C5A8948CDC7}" type="sibTrans" cxnId="{20C658B4-9F7A-4E85-A1D6-068E7C400405}">
      <dgm:prSet/>
      <dgm:spPr/>
      <dgm:t>
        <a:bodyPr/>
        <a:lstStyle/>
        <a:p>
          <a:endParaRPr lang="en-US"/>
        </a:p>
      </dgm:t>
    </dgm:pt>
    <dgm:pt modelId="{421263B6-8B05-4299-82E9-7277DCD1B8EB}">
      <dgm:prSet/>
      <dgm:spPr/>
      <dgm:t>
        <a:bodyPr/>
        <a:lstStyle/>
        <a:p>
          <a:r>
            <a:rPr lang="en-US"/>
            <a:t>2. Too Many Background Processes</a:t>
          </a:r>
        </a:p>
      </dgm:t>
    </dgm:pt>
    <dgm:pt modelId="{11690D14-4FE7-430D-8E32-3C68E38A58B0}" type="parTrans" cxnId="{A869F93A-C681-45F6-A29E-787FE615A304}">
      <dgm:prSet/>
      <dgm:spPr/>
      <dgm:t>
        <a:bodyPr/>
        <a:lstStyle/>
        <a:p>
          <a:endParaRPr lang="en-US"/>
        </a:p>
      </dgm:t>
    </dgm:pt>
    <dgm:pt modelId="{5208B197-8625-46B1-8932-913F13E5E4E2}" type="sibTrans" cxnId="{A869F93A-C681-45F6-A29E-787FE615A304}">
      <dgm:prSet/>
      <dgm:spPr/>
      <dgm:t>
        <a:bodyPr/>
        <a:lstStyle/>
        <a:p>
          <a:endParaRPr lang="en-US"/>
        </a:p>
      </dgm:t>
    </dgm:pt>
    <dgm:pt modelId="{55AFDF3A-7663-4405-B227-07F84F254513}">
      <dgm:prSet/>
      <dgm:spPr/>
      <dgm:t>
        <a:bodyPr/>
        <a:lstStyle/>
        <a:p>
          <a:r>
            <a:rPr lang="en-US"/>
            <a:t>3. Full Hard Drive</a:t>
          </a:r>
        </a:p>
      </dgm:t>
    </dgm:pt>
    <dgm:pt modelId="{A8492756-EC39-4853-B238-021A40989D04}" type="parTrans" cxnId="{75D8A5F9-C5D1-4CAD-AF25-DA12B03ACDFF}">
      <dgm:prSet/>
      <dgm:spPr/>
      <dgm:t>
        <a:bodyPr/>
        <a:lstStyle/>
        <a:p>
          <a:endParaRPr lang="en-US"/>
        </a:p>
      </dgm:t>
    </dgm:pt>
    <dgm:pt modelId="{9493BF7F-BEAB-4513-93B7-BC94D10D016C}" type="sibTrans" cxnId="{75D8A5F9-C5D1-4CAD-AF25-DA12B03ACDFF}">
      <dgm:prSet/>
      <dgm:spPr/>
      <dgm:t>
        <a:bodyPr/>
        <a:lstStyle/>
        <a:p>
          <a:endParaRPr lang="en-US"/>
        </a:p>
      </dgm:t>
    </dgm:pt>
    <dgm:pt modelId="{D0DEC3B2-02DA-439C-A6CC-4E0C2AF805EB}">
      <dgm:prSet/>
      <dgm:spPr/>
      <dgm:t>
        <a:bodyPr/>
        <a:lstStyle/>
        <a:p>
          <a:r>
            <a:rPr lang="en-US"/>
            <a:t>4. Malware or Bloatware</a:t>
          </a:r>
        </a:p>
      </dgm:t>
    </dgm:pt>
    <dgm:pt modelId="{D04CB096-30C0-4DF5-8EBA-20B4D0E3BF7F}" type="parTrans" cxnId="{D336A178-E5C7-4C65-BAB3-C71A01BD161D}">
      <dgm:prSet/>
      <dgm:spPr/>
      <dgm:t>
        <a:bodyPr/>
        <a:lstStyle/>
        <a:p>
          <a:endParaRPr lang="en-US"/>
        </a:p>
      </dgm:t>
    </dgm:pt>
    <dgm:pt modelId="{DE20BDF2-4A1C-44DD-A37D-772962666A5A}" type="sibTrans" cxnId="{D336A178-E5C7-4C65-BAB3-C71A01BD161D}">
      <dgm:prSet/>
      <dgm:spPr/>
      <dgm:t>
        <a:bodyPr/>
        <a:lstStyle/>
        <a:p>
          <a:endParaRPr lang="en-US"/>
        </a:p>
      </dgm:t>
    </dgm:pt>
    <dgm:pt modelId="{FB6778CA-8BB8-4F27-A8F3-1FEFD9B89BA7}">
      <dgm:prSet/>
      <dgm:spPr/>
      <dgm:t>
        <a:bodyPr/>
        <a:lstStyle/>
        <a:p>
          <a:r>
            <a:rPr lang="en-US"/>
            <a:t>5. Overheating</a:t>
          </a:r>
        </a:p>
      </dgm:t>
    </dgm:pt>
    <dgm:pt modelId="{E5A37D79-A3A1-4154-9175-E856AB3C3927}" type="parTrans" cxnId="{49A4BE17-C95F-4880-AD01-FAE662F8DE12}">
      <dgm:prSet/>
      <dgm:spPr/>
      <dgm:t>
        <a:bodyPr/>
        <a:lstStyle/>
        <a:p>
          <a:endParaRPr lang="en-US"/>
        </a:p>
      </dgm:t>
    </dgm:pt>
    <dgm:pt modelId="{E87BB64B-76B3-4972-8035-3A01AC301066}" type="sibTrans" cxnId="{49A4BE17-C95F-4880-AD01-FAE662F8DE12}">
      <dgm:prSet/>
      <dgm:spPr/>
      <dgm:t>
        <a:bodyPr/>
        <a:lstStyle/>
        <a:p>
          <a:endParaRPr lang="en-US"/>
        </a:p>
      </dgm:t>
    </dgm:pt>
    <dgm:pt modelId="{AD182DFD-071C-4866-9F64-CF6AEACC0066}">
      <dgm:prSet/>
      <dgm:spPr/>
      <dgm:t>
        <a:bodyPr/>
        <a:lstStyle/>
        <a:p>
          <a:r>
            <a:rPr lang="en-US"/>
            <a:t>6. Lack of System Updates</a:t>
          </a:r>
        </a:p>
      </dgm:t>
    </dgm:pt>
    <dgm:pt modelId="{268514B4-7C26-461F-9E88-0DE687786186}" type="parTrans" cxnId="{DF449C70-0BF7-4B9F-9B67-54175675B6DA}">
      <dgm:prSet/>
      <dgm:spPr/>
      <dgm:t>
        <a:bodyPr/>
        <a:lstStyle/>
        <a:p>
          <a:endParaRPr lang="en-US"/>
        </a:p>
      </dgm:t>
    </dgm:pt>
    <dgm:pt modelId="{8F4B3BF5-F215-4C13-B920-D62434F2CC6A}" type="sibTrans" cxnId="{DF449C70-0BF7-4B9F-9B67-54175675B6DA}">
      <dgm:prSet/>
      <dgm:spPr/>
      <dgm:t>
        <a:bodyPr/>
        <a:lstStyle/>
        <a:p>
          <a:endParaRPr lang="en-US"/>
        </a:p>
      </dgm:t>
    </dgm:pt>
    <dgm:pt modelId="{C65E62AA-ACCB-4B1D-A25B-A2A280564DD4}" type="pres">
      <dgm:prSet presAssocID="{46ED36DD-248A-487E-95F7-CD8EB352B44B}" presName="root" presStyleCnt="0">
        <dgm:presLayoutVars>
          <dgm:dir/>
          <dgm:resizeHandles val="exact"/>
        </dgm:presLayoutVars>
      </dgm:prSet>
      <dgm:spPr/>
    </dgm:pt>
    <dgm:pt modelId="{1EB37EAD-290A-4B45-9E50-8FC9DEB09829}" type="pres">
      <dgm:prSet presAssocID="{0B552425-B9B9-4182-B2BE-2A42B47AF3B4}" presName="compNode" presStyleCnt="0"/>
      <dgm:spPr/>
    </dgm:pt>
    <dgm:pt modelId="{7A0DE812-B9A8-4706-9B60-42DF2A52BDE1}" type="pres">
      <dgm:prSet presAssocID="{0B552425-B9B9-4182-B2BE-2A42B47AF3B4}" presName="bgRect" presStyleLbl="bgShp" presStyleIdx="0" presStyleCnt="6"/>
      <dgm:spPr/>
    </dgm:pt>
    <dgm:pt modelId="{56240627-D2E4-40A6-821F-9CE7526235CE}" type="pres">
      <dgm:prSet presAssocID="{0B552425-B9B9-4182-B2BE-2A42B47AF3B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EC8A8847-B940-4540-8FEA-4B55A4361576}" type="pres">
      <dgm:prSet presAssocID="{0B552425-B9B9-4182-B2BE-2A42B47AF3B4}" presName="spaceRect" presStyleCnt="0"/>
      <dgm:spPr/>
    </dgm:pt>
    <dgm:pt modelId="{9A7E6985-A4D8-4025-882F-0D05928B3C9D}" type="pres">
      <dgm:prSet presAssocID="{0B552425-B9B9-4182-B2BE-2A42B47AF3B4}" presName="parTx" presStyleLbl="revTx" presStyleIdx="0" presStyleCnt="6">
        <dgm:presLayoutVars>
          <dgm:chMax val="0"/>
          <dgm:chPref val="0"/>
        </dgm:presLayoutVars>
      </dgm:prSet>
      <dgm:spPr/>
    </dgm:pt>
    <dgm:pt modelId="{FDE9AB0E-1B2F-4067-BCC4-ED41FB579406}" type="pres">
      <dgm:prSet presAssocID="{6A0A3F5D-E7F6-474A-8654-5C5A8948CDC7}" presName="sibTrans" presStyleCnt="0"/>
      <dgm:spPr/>
    </dgm:pt>
    <dgm:pt modelId="{71788097-A05A-4C2B-8129-7FB8B2F76089}" type="pres">
      <dgm:prSet presAssocID="{421263B6-8B05-4299-82E9-7277DCD1B8EB}" presName="compNode" presStyleCnt="0"/>
      <dgm:spPr/>
    </dgm:pt>
    <dgm:pt modelId="{F38AA1C4-6D1F-4C57-88C9-8F836595184E}" type="pres">
      <dgm:prSet presAssocID="{421263B6-8B05-4299-82E9-7277DCD1B8EB}" presName="bgRect" presStyleLbl="bgShp" presStyleIdx="1" presStyleCnt="6"/>
      <dgm:spPr/>
    </dgm:pt>
    <dgm:pt modelId="{94F8B120-5A7D-4F45-B810-D013AC0061E2}" type="pres">
      <dgm:prSet presAssocID="{421263B6-8B05-4299-82E9-7277DCD1B8EB}"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707250D4-69DE-4BFC-B30D-D978AAEF00B3}" type="pres">
      <dgm:prSet presAssocID="{421263B6-8B05-4299-82E9-7277DCD1B8EB}" presName="spaceRect" presStyleCnt="0"/>
      <dgm:spPr/>
    </dgm:pt>
    <dgm:pt modelId="{ED0D71E8-B256-4EC2-9AC4-5EB6E88B5D50}" type="pres">
      <dgm:prSet presAssocID="{421263B6-8B05-4299-82E9-7277DCD1B8EB}" presName="parTx" presStyleLbl="revTx" presStyleIdx="1" presStyleCnt="6">
        <dgm:presLayoutVars>
          <dgm:chMax val="0"/>
          <dgm:chPref val="0"/>
        </dgm:presLayoutVars>
      </dgm:prSet>
      <dgm:spPr/>
    </dgm:pt>
    <dgm:pt modelId="{1DC5E98D-8C45-404B-8392-5F48731E72F4}" type="pres">
      <dgm:prSet presAssocID="{5208B197-8625-46B1-8932-913F13E5E4E2}" presName="sibTrans" presStyleCnt="0"/>
      <dgm:spPr/>
    </dgm:pt>
    <dgm:pt modelId="{D100BCC8-CDBB-46D2-9BB5-BBDA8BE7C6EC}" type="pres">
      <dgm:prSet presAssocID="{55AFDF3A-7663-4405-B227-07F84F254513}" presName="compNode" presStyleCnt="0"/>
      <dgm:spPr/>
    </dgm:pt>
    <dgm:pt modelId="{4D7B0509-4B30-4A3C-AA45-11008F9B6F98}" type="pres">
      <dgm:prSet presAssocID="{55AFDF3A-7663-4405-B227-07F84F254513}" presName="bgRect" presStyleLbl="bgShp" presStyleIdx="2" presStyleCnt="6"/>
      <dgm:spPr/>
    </dgm:pt>
    <dgm:pt modelId="{71A6BB09-BAAD-44A2-8F52-F566BB675D52}" type="pres">
      <dgm:prSet presAssocID="{55AFDF3A-7663-4405-B227-07F84F25451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r"/>
        </a:ext>
      </dgm:extLst>
    </dgm:pt>
    <dgm:pt modelId="{149C7B3A-8BD6-4E30-8291-F7E22E586909}" type="pres">
      <dgm:prSet presAssocID="{55AFDF3A-7663-4405-B227-07F84F254513}" presName="spaceRect" presStyleCnt="0"/>
      <dgm:spPr/>
    </dgm:pt>
    <dgm:pt modelId="{4FB65480-2345-4717-92A2-903C99A1AAAB}" type="pres">
      <dgm:prSet presAssocID="{55AFDF3A-7663-4405-B227-07F84F254513}" presName="parTx" presStyleLbl="revTx" presStyleIdx="2" presStyleCnt="6">
        <dgm:presLayoutVars>
          <dgm:chMax val="0"/>
          <dgm:chPref val="0"/>
        </dgm:presLayoutVars>
      </dgm:prSet>
      <dgm:spPr/>
    </dgm:pt>
    <dgm:pt modelId="{053E5A99-7511-44A0-A74A-86321D23950D}" type="pres">
      <dgm:prSet presAssocID="{9493BF7F-BEAB-4513-93B7-BC94D10D016C}" presName="sibTrans" presStyleCnt="0"/>
      <dgm:spPr/>
    </dgm:pt>
    <dgm:pt modelId="{5C8E1D56-3DE6-41B7-83A9-C45764439DAC}" type="pres">
      <dgm:prSet presAssocID="{D0DEC3B2-02DA-439C-A6CC-4E0C2AF805EB}" presName="compNode" presStyleCnt="0"/>
      <dgm:spPr/>
    </dgm:pt>
    <dgm:pt modelId="{AE589C80-3FCF-4CEB-B08B-4C96004DEDC7}" type="pres">
      <dgm:prSet presAssocID="{D0DEC3B2-02DA-439C-A6CC-4E0C2AF805EB}" presName="bgRect" presStyleLbl="bgShp" presStyleIdx="3" presStyleCnt="6"/>
      <dgm:spPr/>
    </dgm:pt>
    <dgm:pt modelId="{CF1B6D9D-A1EF-416B-A532-A21A29492D2A}" type="pres">
      <dgm:prSet presAssocID="{D0DEC3B2-02DA-439C-A6CC-4E0C2AF805E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g"/>
        </a:ext>
      </dgm:extLst>
    </dgm:pt>
    <dgm:pt modelId="{6132D5C7-E4BC-4069-BB98-13F0C7228F4F}" type="pres">
      <dgm:prSet presAssocID="{D0DEC3B2-02DA-439C-A6CC-4E0C2AF805EB}" presName="spaceRect" presStyleCnt="0"/>
      <dgm:spPr/>
    </dgm:pt>
    <dgm:pt modelId="{3D6EFC3F-2FAC-46D0-8ABD-69584D1CEA6C}" type="pres">
      <dgm:prSet presAssocID="{D0DEC3B2-02DA-439C-A6CC-4E0C2AF805EB}" presName="parTx" presStyleLbl="revTx" presStyleIdx="3" presStyleCnt="6">
        <dgm:presLayoutVars>
          <dgm:chMax val="0"/>
          <dgm:chPref val="0"/>
        </dgm:presLayoutVars>
      </dgm:prSet>
      <dgm:spPr/>
    </dgm:pt>
    <dgm:pt modelId="{FB367187-ADE6-4A4D-9843-509E9F174D1C}" type="pres">
      <dgm:prSet presAssocID="{DE20BDF2-4A1C-44DD-A37D-772962666A5A}" presName="sibTrans" presStyleCnt="0"/>
      <dgm:spPr/>
    </dgm:pt>
    <dgm:pt modelId="{937FCFEA-CD65-42D4-81AB-3C799B9DFDA3}" type="pres">
      <dgm:prSet presAssocID="{FB6778CA-8BB8-4F27-A8F3-1FEFD9B89BA7}" presName="compNode" presStyleCnt="0"/>
      <dgm:spPr/>
    </dgm:pt>
    <dgm:pt modelId="{0B844982-4ABC-4628-A23F-A50B66D82DCF}" type="pres">
      <dgm:prSet presAssocID="{FB6778CA-8BB8-4F27-A8F3-1FEFD9B89BA7}" presName="bgRect" presStyleLbl="bgShp" presStyleIdx="4" presStyleCnt="6"/>
      <dgm:spPr/>
    </dgm:pt>
    <dgm:pt modelId="{9673EF24-2E87-4105-BB0D-89E9D65E698F}" type="pres">
      <dgm:prSet presAssocID="{FB6778CA-8BB8-4F27-A8F3-1FEFD9B89BA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igh Temperature"/>
        </a:ext>
      </dgm:extLst>
    </dgm:pt>
    <dgm:pt modelId="{BDC83A92-F968-4E3F-9E53-139C32AFFFBB}" type="pres">
      <dgm:prSet presAssocID="{FB6778CA-8BB8-4F27-A8F3-1FEFD9B89BA7}" presName="spaceRect" presStyleCnt="0"/>
      <dgm:spPr/>
    </dgm:pt>
    <dgm:pt modelId="{9BF263F7-B9DF-4C6A-B2DC-9070F5A02DFF}" type="pres">
      <dgm:prSet presAssocID="{FB6778CA-8BB8-4F27-A8F3-1FEFD9B89BA7}" presName="parTx" presStyleLbl="revTx" presStyleIdx="4" presStyleCnt="6">
        <dgm:presLayoutVars>
          <dgm:chMax val="0"/>
          <dgm:chPref val="0"/>
        </dgm:presLayoutVars>
      </dgm:prSet>
      <dgm:spPr/>
    </dgm:pt>
    <dgm:pt modelId="{4485D5C5-5F7E-4BC7-9A84-C4ADCF1081C1}" type="pres">
      <dgm:prSet presAssocID="{E87BB64B-76B3-4972-8035-3A01AC301066}" presName="sibTrans" presStyleCnt="0"/>
      <dgm:spPr/>
    </dgm:pt>
    <dgm:pt modelId="{84670667-2D61-41A7-A4CD-2462C3A1A156}" type="pres">
      <dgm:prSet presAssocID="{AD182DFD-071C-4866-9F64-CF6AEACC0066}" presName="compNode" presStyleCnt="0"/>
      <dgm:spPr/>
    </dgm:pt>
    <dgm:pt modelId="{BBD6DDCA-E7E4-4FCE-A7A6-B9B3FB795DF4}" type="pres">
      <dgm:prSet presAssocID="{AD182DFD-071C-4866-9F64-CF6AEACC0066}" presName="bgRect" presStyleLbl="bgShp" presStyleIdx="5" presStyleCnt="6"/>
      <dgm:spPr/>
    </dgm:pt>
    <dgm:pt modelId="{E239337A-7E16-4E49-AD6A-5E6B3D8B533B}" type="pres">
      <dgm:prSet presAssocID="{AD182DFD-071C-4866-9F64-CF6AEACC006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rogrammer"/>
        </a:ext>
      </dgm:extLst>
    </dgm:pt>
    <dgm:pt modelId="{4D608B2D-D376-4C8D-A3F5-B693E47B8262}" type="pres">
      <dgm:prSet presAssocID="{AD182DFD-071C-4866-9F64-CF6AEACC0066}" presName="spaceRect" presStyleCnt="0"/>
      <dgm:spPr/>
    </dgm:pt>
    <dgm:pt modelId="{48B627ED-512E-42AC-9061-E53A19CBCAC2}" type="pres">
      <dgm:prSet presAssocID="{AD182DFD-071C-4866-9F64-CF6AEACC0066}" presName="parTx" presStyleLbl="revTx" presStyleIdx="5" presStyleCnt="6">
        <dgm:presLayoutVars>
          <dgm:chMax val="0"/>
          <dgm:chPref val="0"/>
        </dgm:presLayoutVars>
      </dgm:prSet>
      <dgm:spPr/>
    </dgm:pt>
  </dgm:ptLst>
  <dgm:cxnLst>
    <dgm:cxn modelId="{813D5E06-8A5D-4690-9C45-FB666D6B2AAC}" type="presOf" srcId="{55AFDF3A-7663-4405-B227-07F84F254513}" destId="{4FB65480-2345-4717-92A2-903C99A1AAAB}" srcOrd="0" destOrd="0" presId="urn:microsoft.com/office/officeart/2018/2/layout/IconVerticalSolidList"/>
    <dgm:cxn modelId="{42281F0A-7AF8-41F6-837F-02BC5D4C2CDF}" type="presOf" srcId="{0B552425-B9B9-4182-B2BE-2A42B47AF3B4}" destId="{9A7E6985-A4D8-4025-882F-0D05928B3C9D}" srcOrd="0" destOrd="0" presId="urn:microsoft.com/office/officeart/2018/2/layout/IconVerticalSolidList"/>
    <dgm:cxn modelId="{B3550D17-74E9-46AF-AAAC-D60081F9840A}" type="presOf" srcId="{421263B6-8B05-4299-82E9-7277DCD1B8EB}" destId="{ED0D71E8-B256-4EC2-9AC4-5EB6E88B5D50}" srcOrd="0" destOrd="0" presId="urn:microsoft.com/office/officeart/2018/2/layout/IconVerticalSolidList"/>
    <dgm:cxn modelId="{49A4BE17-C95F-4880-AD01-FAE662F8DE12}" srcId="{46ED36DD-248A-487E-95F7-CD8EB352B44B}" destId="{FB6778CA-8BB8-4F27-A8F3-1FEFD9B89BA7}" srcOrd="4" destOrd="0" parTransId="{E5A37D79-A3A1-4154-9175-E856AB3C3927}" sibTransId="{E87BB64B-76B3-4972-8035-3A01AC301066}"/>
    <dgm:cxn modelId="{A869F93A-C681-45F6-A29E-787FE615A304}" srcId="{46ED36DD-248A-487E-95F7-CD8EB352B44B}" destId="{421263B6-8B05-4299-82E9-7277DCD1B8EB}" srcOrd="1" destOrd="0" parTransId="{11690D14-4FE7-430D-8E32-3C68E38A58B0}" sibTransId="{5208B197-8625-46B1-8932-913F13E5E4E2}"/>
    <dgm:cxn modelId="{9B3C8766-21DB-4020-BA0C-9D81C7E7092C}" type="presOf" srcId="{AD182DFD-071C-4866-9F64-CF6AEACC0066}" destId="{48B627ED-512E-42AC-9061-E53A19CBCAC2}" srcOrd="0" destOrd="0" presId="urn:microsoft.com/office/officeart/2018/2/layout/IconVerticalSolidList"/>
    <dgm:cxn modelId="{399CEB6B-E4B0-4BE8-9BE7-FA0D46A3C213}" type="presOf" srcId="{D0DEC3B2-02DA-439C-A6CC-4E0C2AF805EB}" destId="{3D6EFC3F-2FAC-46D0-8ABD-69584D1CEA6C}" srcOrd="0" destOrd="0" presId="urn:microsoft.com/office/officeart/2018/2/layout/IconVerticalSolidList"/>
    <dgm:cxn modelId="{DF449C70-0BF7-4B9F-9B67-54175675B6DA}" srcId="{46ED36DD-248A-487E-95F7-CD8EB352B44B}" destId="{AD182DFD-071C-4866-9F64-CF6AEACC0066}" srcOrd="5" destOrd="0" parTransId="{268514B4-7C26-461F-9E88-0DE687786186}" sibTransId="{8F4B3BF5-F215-4C13-B920-D62434F2CC6A}"/>
    <dgm:cxn modelId="{8B42BB73-54F8-43BA-9A30-9825320BE971}" type="presOf" srcId="{FB6778CA-8BB8-4F27-A8F3-1FEFD9B89BA7}" destId="{9BF263F7-B9DF-4C6A-B2DC-9070F5A02DFF}" srcOrd="0" destOrd="0" presId="urn:microsoft.com/office/officeart/2018/2/layout/IconVerticalSolidList"/>
    <dgm:cxn modelId="{D336A178-E5C7-4C65-BAB3-C71A01BD161D}" srcId="{46ED36DD-248A-487E-95F7-CD8EB352B44B}" destId="{D0DEC3B2-02DA-439C-A6CC-4E0C2AF805EB}" srcOrd="3" destOrd="0" parTransId="{D04CB096-30C0-4DF5-8EBA-20B4D0E3BF7F}" sibTransId="{DE20BDF2-4A1C-44DD-A37D-772962666A5A}"/>
    <dgm:cxn modelId="{20C658B4-9F7A-4E85-A1D6-068E7C400405}" srcId="{46ED36DD-248A-487E-95F7-CD8EB352B44B}" destId="{0B552425-B9B9-4182-B2BE-2A42B47AF3B4}" srcOrd="0" destOrd="0" parTransId="{46B652D4-70F6-4CBE-A6CD-E57E8EDFC25E}" sibTransId="{6A0A3F5D-E7F6-474A-8654-5C5A8948CDC7}"/>
    <dgm:cxn modelId="{6E40D7B7-3A86-41FC-9B6E-CDFD992255EA}" type="presOf" srcId="{46ED36DD-248A-487E-95F7-CD8EB352B44B}" destId="{C65E62AA-ACCB-4B1D-A25B-A2A280564DD4}" srcOrd="0" destOrd="0" presId="urn:microsoft.com/office/officeart/2018/2/layout/IconVerticalSolidList"/>
    <dgm:cxn modelId="{75D8A5F9-C5D1-4CAD-AF25-DA12B03ACDFF}" srcId="{46ED36DD-248A-487E-95F7-CD8EB352B44B}" destId="{55AFDF3A-7663-4405-B227-07F84F254513}" srcOrd="2" destOrd="0" parTransId="{A8492756-EC39-4853-B238-021A40989D04}" sibTransId="{9493BF7F-BEAB-4513-93B7-BC94D10D016C}"/>
    <dgm:cxn modelId="{29D85EE9-6F1E-4D70-A404-7E1E6B92693E}" type="presParOf" srcId="{C65E62AA-ACCB-4B1D-A25B-A2A280564DD4}" destId="{1EB37EAD-290A-4B45-9E50-8FC9DEB09829}" srcOrd="0" destOrd="0" presId="urn:microsoft.com/office/officeart/2018/2/layout/IconVerticalSolidList"/>
    <dgm:cxn modelId="{3945D339-5E5E-422D-8752-F4876274E5CF}" type="presParOf" srcId="{1EB37EAD-290A-4B45-9E50-8FC9DEB09829}" destId="{7A0DE812-B9A8-4706-9B60-42DF2A52BDE1}" srcOrd="0" destOrd="0" presId="urn:microsoft.com/office/officeart/2018/2/layout/IconVerticalSolidList"/>
    <dgm:cxn modelId="{8381FF27-73DC-431A-9EFB-BBFA18974995}" type="presParOf" srcId="{1EB37EAD-290A-4B45-9E50-8FC9DEB09829}" destId="{56240627-D2E4-40A6-821F-9CE7526235CE}" srcOrd="1" destOrd="0" presId="urn:microsoft.com/office/officeart/2018/2/layout/IconVerticalSolidList"/>
    <dgm:cxn modelId="{B341E752-E9B3-4CC0-86A8-274DA230AC8B}" type="presParOf" srcId="{1EB37EAD-290A-4B45-9E50-8FC9DEB09829}" destId="{EC8A8847-B940-4540-8FEA-4B55A4361576}" srcOrd="2" destOrd="0" presId="urn:microsoft.com/office/officeart/2018/2/layout/IconVerticalSolidList"/>
    <dgm:cxn modelId="{09BB2AF7-EFE6-437E-816A-8FBA5203C489}" type="presParOf" srcId="{1EB37EAD-290A-4B45-9E50-8FC9DEB09829}" destId="{9A7E6985-A4D8-4025-882F-0D05928B3C9D}" srcOrd="3" destOrd="0" presId="urn:microsoft.com/office/officeart/2018/2/layout/IconVerticalSolidList"/>
    <dgm:cxn modelId="{1DD2BE15-5A4F-4029-B6AD-64002484F566}" type="presParOf" srcId="{C65E62AA-ACCB-4B1D-A25B-A2A280564DD4}" destId="{FDE9AB0E-1B2F-4067-BCC4-ED41FB579406}" srcOrd="1" destOrd="0" presId="urn:microsoft.com/office/officeart/2018/2/layout/IconVerticalSolidList"/>
    <dgm:cxn modelId="{BEE8DCA4-B14E-4CD4-B2DB-90C63B7E1359}" type="presParOf" srcId="{C65E62AA-ACCB-4B1D-A25B-A2A280564DD4}" destId="{71788097-A05A-4C2B-8129-7FB8B2F76089}" srcOrd="2" destOrd="0" presId="urn:microsoft.com/office/officeart/2018/2/layout/IconVerticalSolidList"/>
    <dgm:cxn modelId="{82640210-18AC-47C8-8853-BB534B35ED7A}" type="presParOf" srcId="{71788097-A05A-4C2B-8129-7FB8B2F76089}" destId="{F38AA1C4-6D1F-4C57-88C9-8F836595184E}" srcOrd="0" destOrd="0" presId="urn:microsoft.com/office/officeart/2018/2/layout/IconVerticalSolidList"/>
    <dgm:cxn modelId="{BC9C1CAE-6B94-4807-81E3-DC5F2FB358F0}" type="presParOf" srcId="{71788097-A05A-4C2B-8129-7FB8B2F76089}" destId="{94F8B120-5A7D-4F45-B810-D013AC0061E2}" srcOrd="1" destOrd="0" presId="urn:microsoft.com/office/officeart/2018/2/layout/IconVerticalSolidList"/>
    <dgm:cxn modelId="{DB45543B-3C04-4007-AD4E-8E2C119367C3}" type="presParOf" srcId="{71788097-A05A-4C2B-8129-7FB8B2F76089}" destId="{707250D4-69DE-4BFC-B30D-D978AAEF00B3}" srcOrd="2" destOrd="0" presId="urn:microsoft.com/office/officeart/2018/2/layout/IconVerticalSolidList"/>
    <dgm:cxn modelId="{7C07EEC2-BE92-45A2-8EF6-06B129309734}" type="presParOf" srcId="{71788097-A05A-4C2B-8129-7FB8B2F76089}" destId="{ED0D71E8-B256-4EC2-9AC4-5EB6E88B5D50}" srcOrd="3" destOrd="0" presId="urn:microsoft.com/office/officeart/2018/2/layout/IconVerticalSolidList"/>
    <dgm:cxn modelId="{16CEF432-7F13-4545-A43B-AB10B0017000}" type="presParOf" srcId="{C65E62AA-ACCB-4B1D-A25B-A2A280564DD4}" destId="{1DC5E98D-8C45-404B-8392-5F48731E72F4}" srcOrd="3" destOrd="0" presId="urn:microsoft.com/office/officeart/2018/2/layout/IconVerticalSolidList"/>
    <dgm:cxn modelId="{1704A82A-3965-4F43-9415-AE1395D469C0}" type="presParOf" srcId="{C65E62AA-ACCB-4B1D-A25B-A2A280564DD4}" destId="{D100BCC8-CDBB-46D2-9BB5-BBDA8BE7C6EC}" srcOrd="4" destOrd="0" presId="urn:microsoft.com/office/officeart/2018/2/layout/IconVerticalSolidList"/>
    <dgm:cxn modelId="{260DAA91-7D04-43BD-8632-1F327BA758AF}" type="presParOf" srcId="{D100BCC8-CDBB-46D2-9BB5-BBDA8BE7C6EC}" destId="{4D7B0509-4B30-4A3C-AA45-11008F9B6F98}" srcOrd="0" destOrd="0" presId="urn:microsoft.com/office/officeart/2018/2/layout/IconVerticalSolidList"/>
    <dgm:cxn modelId="{B98C4995-B152-4FEF-93BE-B22837291BFE}" type="presParOf" srcId="{D100BCC8-CDBB-46D2-9BB5-BBDA8BE7C6EC}" destId="{71A6BB09-BAAD-44A2-8F52-F566BB675D52}" srcOrd="1" destOrd="0" presId="urn:microsoft.com/office/officeart/2018/2/layout/IconVerticalSolidList"/>
    <dgm:cxn modelId="{2094791F-5129-45F5-B5A7-DF7CBCBD4F1E}" type="presParOf" srcId="{D100BCC8-CDBB-46D2-9BB5-BBDA8BE7C6EC}" destId="{149C7B3A-8BD6-4E30-8291-F7E22E586909}" srcOrd="2" destOrd="0" presId="urn:microsoft.com/office/officeart/2018/2/layout/IconVerticalSolidList"/>
    <dgm:cxn modelId="{C866732B-97D4-4016-8686-7E91B9195532}" type="presParOf" srcId="{D100BCC8-CDBB-46D2-9BB5-BBDA8BE7C6EC}" destId="{4FB65480-2345-4717-92A2-903C99A1AAAB}" srcOrd="3" destOrd="0" presId="urn:microsoft.com/office/officeart/2018/2/layout/IconVerticalSolidList"/>
    <dgm:cxn modelId="{6D6EC2EF-4306-44B3-A61C-BEA6303D24DB}" type="presParOf" srcId="{C65E62AA-ACCB-4B1D-A25B-A2A280564DD4}" destId="{053E5A99-7511-44A0-A74A-86321D23950D}" srcOrd="5" destOrd="0" presId="urn:microsoft.com/office/officeart/2018/2/layout/IconVerticalSolidList"/>
    <dgm:cxn modelId="{0F97F23C-0FBB-4720-8629-05612BD5CBDC}" type="presParOf" srcId="{C65E62AA-ACCB-4B1D-A25B-A2A280564DD4}" destId="{5C8E1D56-3DE6-41B7-83A9-C45764439DAC}" srcOrd="6" destOrd="0" presId="urn:microsoft.com/office/officeart/2018/2/layout/IconVerticalSolidList"/>
    <dgm:cxn modelId="{93C1F9D6-B231-4758-B9D2-A7476C38B488}" type="presParOf" srcId="{5C8E1D56-3DE6-41B7-83A9-C45764439DAC}" destId="{AE589C80-3FCF-4CEB-B08B-4C96004DEDC7}" srcOrd="0" destOrd="0" presId="urn:microsoft.com/office/officeart/2018/2/layout/IconVerticalSolidList"/>
    <dgm:cxn modelId="{5F04CE08-3CEC-4DBA-B4CF-3390E6F6CB71}" type="presParOf" srcId="{5C8E1D56-3DE6-41B7-83A9-C45764439DAC}" destId="{CF1B6D9D-A1EF-416B-A532-A21A29492D2A}" srcOrd="1" destOrd="0" presId="urn:microsoft.com/office/officeart/2018/2/layout/IconVerticalSolidList"/>
    <dgm:cxn modelId="{718D268E-A4BB-49A4-8D4A-3E60017EC3BC}" type="presParOf" srcId="{5C8E1D56-3DE6-41B7-83A9-C45764439DAC}" destId="{6132D5C7-E4BC-4069-BB98-13F0C7228F4F}" srcOrd="2" destOrd="0" presId="urn:microsoft.com/office/officeart/2018/2/layout/IconVerticalSolidList"/>
    <dgm:cxn modelId="{7EBC91EA-A3B0-4238-A675-81F77F62FEA0}" type="presParOf" srcId="{5C8E1D56-3DE6-41B7-83A9-C45764439DAC}" destId="{3D6EFC3F-2FAC-46D0-8ABD-69584D1CEA6C}" srcOrd="3" destOrd="0" presId="urn:microsoft.com/office/officeart/2018/2/layout/IconVerticalSolidList"/>
    <dgm:cxn modelId="{E3ABBE81-F595-4AA8-9A70-D0A79CBA8342}" type="presParOf" srcId="{C65E62AA-ACCB-4B1D-A25B-A2A280564DD4}" destId="{FB367187-ADE6-4A4D-9843-509E9F174D1C}" srcOrd="7" destOrd="0" presId="urn:microsoft.com/office/officeart/2018/2/layout/IconVerticalSolidList"/>
    <dgm:cxn modelId="{9FD82B94-BE6D-4E1B-BCC2-8E325A78D70D}" type="presParOf" srcId="{C65E62AA-ACCB-4B1D-A25B-A2A280564DD4}" destId="{937FCFEA-CD65-42D4-81AB-3C799B9DFDA3}" srcOrd="8" destOrd="0" presId="urn:microsoft.com/office/officeart/2018/2/layout/IconVerticalSolidList"/>
    <dgm:cxn modelId="{4B525E8B-8766-4188-ADC7-3659F71938F3}" type="presParOf" srcId="{937FCFEA-CD65-42D4-81AB-3C799B9DFDA3}" destId="{0B844982-4ABC-4628-A23F-A50B66D82DCF}" srcOrd="0" destOrd="0" presId="urn:microsoft.com/office/officeart/2018/2/layout/IconVerticalSolidList"/>
    <dgm:cxn modelId="{46AF280E-5616-4D98-A9B1-FE8B45D94E06}" type="presParOf" srcId="{937FCFEA-CD65-42D4-81AB-3C799B9DFDA3}" destId="{9673EF24-2E87-4105-BB0D-89E9D65E698F}" srcOrd="1" destOrd="0" presId="urn:microsoft.com/office/officeart/2018/2/layout/IconVerticalSolidList"/>
    <dgm:cxn modelId="{A9415576-EC2F-4405-A539-5BDD3F10E2C4}" type="presParOf" srcId="{937FCFEA-CD65-42D4-81AB-3C799B9DFDA3}" destId="{BDC83A92-F968-4E3F-9E53-139C32AFFFBB}" srcOrd="2" destOrd="0" presId="urn:microsoft.com/office/officeart/2018/2/layout/IconVerticalSolidList"/>
    <dgm:cxn modelId="{92B94D80-25F0-48A1-B22C-2FF1EBFBCC8E}" type="presParOf" srcId="{937FCFEA-CD65-42D4-81AB-3C799B9DFDA3}" destId="{9BF263F7-B9DF-4C6A-B2DC-9070F5A02DFF}" srcOrd="3" destOrd="0" presId="urn:microsoft.com/office/officeart/2018/2/layout/IconVerticalSolidList"/>
    <dgm:cxn modelId="{58701102-2D8C-4585-89D9-A6A515DB7A0F}" type="presParOf" srcId="{C65E62AA-ACCB-4B1D-A25B-A2A280564DD4}" destId="{4485D5C5-5F7E-4BC7-9A84-C4ADCF1081C1}" srcOrd="9" destOrd="0" presId="urn:microsoft.com/office/officeart/2018/2/layout/IconVerticalSolidList"/>
    <dgm:cxn modelId="{40A81C30-0C0F-40EC-8485-C9BAF8CD1659}" type="presParOf" srcId="{C65E62AA-ACCB-4B1D-A25B-A2A280564DD4}" destId="{84670667-2D61-41A7-A4CD-2462C3A1A156}" srcOrd="10" destOrd="0" presId="urn:microsoft.com/office/officeart/2018/2/layout/IconVerticalSolidList"/>
    <dgm:cxn modelId="{52668B49-112D-460E-8029-9668C687E753}" type="presParOf" srcId="{84670667-2D61-41A7-A4CD-2462C3A1A156}" destId="{BBD6DDCA-E7E4-4FCE-A7A6-B9B3FB795DF4}" srcOrd="0" destOrd="0" presId="urn:microsoft.com/office/officeart/2018/2/layout/IconVerticalSolidList"/>
    <dgm:cxn modelId="{5599515A-3721-419E-981A-A86C8C527D45}" type="presParOf" srcId="{84670667-2D61-41A7-A4CD-2462C3A1A156}" destId="{E239337A-7E16-4E49-AD6A-5E6B3D8B533B}" srcOrd="1" destOrd="0" presId="urn:microsoft.com/office/officeart/2018/2/layout/IconVerticalSolidList"/>
    <dgm:cxn modelId="{EDC55332-A556-4E9D-BB6A-F8AB82FDE2E5}" type="presParOf" srcId="{84670667-2D61-41A7-A4CD-2462C3A1A156}" destId="{4D608B2D-D376-4C8D-A3F5-B693E47B8262}" srcOrd="2" destOrd="0" presId="urn:microsoft.com/office/officeart/2018/2/layout/IconVerticalSolidList"/>
    <dgm:cxn modelId="{5AF050FB-F0E8-43F4-976C-3A1CB7DA7A72}" type="presParOf" srcId="{84670667-2D61-41A7-A4CD-2462C3A1A156}" destId="{48B627ED-512E-42AC-9061-E53A19CBCAC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889DB2-B28D-4EE1-B2B4-C59AE54F8FCF}" type="doc">
      <dgm:prSet loTypeId="urn:microsoft.com/office/officeart/2005/8/layout/cycle1" loCatId="cycle" qsTypeId="urn:microsoft.com/office/officeart/2005/8/quickstyle/simple1" qsCatId="simple" csTypeId="urn:microsoft.com/office/officeart/2005/8/colors/colorful1" csCatId="colorful"/>
      <dgm:spPr/>
      <dgm:t>
        <a:bodyPr/>
        <a:lstStyle/>
        <a:p>
          <a:endParaRPr lang="en-US"/>
        </a:p>
      </dgm:t>
    </dgm:pt>
    <dgm:pt modelId="{495DE52F-7276-4AAE-B225-E5944A9EA2AD}">
      <dgm:prSet/>
      <dgm:spPr/>
      <dgm:t>
        <a:bodyPr/>
        <a:lstStyle/>
        <a:p>
          <a:r>
            <a:rPr lang="en-PK" b="1" i="0" baseline="0" dirty="0"/>
            <a:t>Upgrade Your CPU Cooler</a:t>
          </a:r>
          <a:r>
            <a:rPr lang="en-PK" b="0" i="0" baseline="0" dirty="0"/>
            <a:t>: Consider replacing your stock cooler with a better</a:t>
          </a:r>
          <a:endParaRPr lang="en-US" dirty="0"/>
        </a:p>
      </dgm:t>
    </dgm:pt>
    <dgm:pt modelId="{49DD44AE-C922-4436-956A-2D1319E92304}" type="parTrans" cxnId="{CC5C3A4E-CFE9-4E75-B17B-3A6D0EA13D0C}">
      <dgm:prSet/>
      <dgm:spPr/>
      <dgm:t>
        <a:bodyPr/>
        <a:lstStyle/>
        <a:p>
          <a:endParaRPr lang="en-US"/>
        </a:p>
      </dgm:t>
    </dgm:pt>
    <dgm:pt modelId="{A93FA366-9571-4B92-8B27-D3E0CBDF9250}" type="sibTrans" cxnId="{CC5C3A4E-CFE9-4E75-B17B-3A6D0EA13D0C}">
      <dgm:prSet/>
      <dgm:spPr/>
      <dgm:t>
        <a:bodyPr/>
        <a:lstStyle/>
        <a:p>
          <a:endParaRPr lang="en-US"/>
        </a:p>
      </dgm:t>
    </dgm:pt>
    <dgm:pt modelId="{932B1004-F80A-4ABE-998D-1F101EDDA747}">
      <dgm:prSet/>
      <dgm:spPr/>
      <dgm:t>
        <a:bodyPr/>
        <a:lstStyle/>
        <a:p>
          <a:r>
            <a:rPr lang="en-PK" b="0" i="0" baseline="0"/>
            <a:t>aftermarket air or liquid cooling system.</a:t>
          </a:r>
          <a:endParaRPr lang="en-US"/>
        </a:p>
      </dgm:t>
    </dgm:pt>
    <dgm:pt modelId="{985E9DCA-FC6E-48A0-8FF2-5B6F43A98E31}" type="parTrans" cxnId="{28D13AD1-7E4D-4B1A-AECF-20501024F3E2}">
      <dgm:prSet/>
      <dgm:spPr/>
      <dgm:t>
        <a:bodyPr/>
        <a:lstStyle/>
        <a:p>
          <a:endParaRPr lang="en-US"/>
        </a:p>
      </dgm:t>
    </dgm:pt>
    <dgm:pt modelId="{03E4733D-F84E-4EB0-B1D3-F1BC6225B0CB}" type="sibTrans" cxnId="{28D13AD1-7E4D-4B1A-AECF-20501024F3E2}">
      <dgm:prSet/>
      <dgm:spPr/>
      <dgm:t>
        <a:bodyPr/>
        <a:lstStyle/>
        <a:p>
          <a:endParaRPr lang="en-US"/>
        </a:p>
      </dgm:t>
    </dgm:pt>
    <dgm:pt modelId="{36426935-09EA-4BF4-8572-747A0477B3F3}">
      <dgm:prSet/>
      <dgm:spPr/>
      <dgm:t>
        <a:bodyPr/>
        <a:lstStyle/>
        <a:p>
          <a:r>
            <a:rPr lang="en-PK" b="1" i="0" baseline="0" dirty="0"/>
            <a:t>Improve Case Airflow</a:t>
          </a:r>
          <a:r>
            <a:rPr lang="en-PK" b="0" i="0" baseline="0" dirty="0"/>
            <a:t>: Ensure your case has good airflow by adding more fans or</a:t>
          </a:r>
          <a:endParaRPr lang="en-US" dirty="0"/>
        </a:p>
      </dgm:t>
    </dgm:pt>
    <dgm:pt modelId="{23337B22-DC9C-486F-B63B-05E954573411}" type="parTrans" cxnId="{EA3C469D-CBB7-4883-AFBB-CECE8CC26418}">
      <dgm:prSet/>
      <dgm:spPr/>
      <dgm:t>
        <a:bodyPr/>
        <a:lstStyle/>
        <a:p>
          <a:endParaRPr lang="en-US"/>
        </a:p>
      </dgm:t>
    </dgm:pt>
    <dgm:pt modelId="{91D4DFC8-F8CA-4BDD-B19A-00D0D29CCF56}" type="sibTrans" cxnId="{EA3C469D-CBB7-4883-AFBB-CECE8CC26418}">
      <dgm:prSet/>
      <dgm:spPr/>
      <dgm:t>
        <a:bodyPr/>
        <a:lstStyle/>
        <a:p>
          <a:endParaRPr lang="en-US"/>
        </a:p>
      </dgm:t>
    </dgm:pt>
    <dgm:pt modelId="{FFB3F8E1-DE2A-404A-AE01-5988CE856A7C}">
      <dgm:prSet/>
      <dgm:spPr/>
      <dgm:t>
        <a:bodyPr/>
        <a:lstStyle/>
        <a:p>
          <a:r>
            <a:rPr lang="en-PK" b="0" i="0" baseline="0"/>
            <a:t>improving their placement.</a:t>
          </a:r>
          <a:endParaRPr lang="en-US"/>
        </a:p>
      </dgm:t>
    </dgm:pt>
    <dgm:pt modelId="{96AEAAE3-4ACA-493D-85B1-AA55511C86C7}" type="parTrans" cxnId="{0E5EA837-6E65-4FDF-93E2-E4C2A40CFE4E}">
      <dgm:prSet/>
      <dgm:spPr/>
      <dgm:t>
        <a:bodyPr/>
        <a:lstStyle/>
        <a:p>
          <a:endParaRPr lang="en-US"/>
        </a:p>
      </dgm:t>
    </dgm:pt>
    <dgm:pt modelId="{50C617FB-341F-4AEE-BF7D-BE8FD762E45B}" type="sibTrans" cxnId="{0E5EA837-6E65-4FDF-93E2-E4C2A40CFE4E}">
      <dgm:prSet/>
      <dgm:spPr/>
      <dgm:t>
        <a:bodyPr/>
        <a:lstStyle/>
        <a:p>
          <a:endParaRPr lang="en-US"/>
        </a:p>
      </dgm:t>
    </dgm:pt>
    <dgm:pt modelId="{CF1C6842-5F07-4F1E-BB99-CFBC13729407}">
      <dgm:prSet/>
      <dgm:spPr/>
      <dgm:t>
        <a:bodyPr/>
        <a:lstStyle/>
        <a:p>
          <a:r>
            <a:rPr lang="en-PK" b="1" i="0" baseline="0" dirty="0"/>
            <a:t>Keep Your PC Clean</a:t>
          </a:r>
          <a:r>
            <a:rPr lang="en-PK" b="0" i="0" baseline="0" dirty="0"/>
            <a:t>: Dust buildup on fans and heatsinks can block airflow, causing overheating. </a:t>
          </a:r>
          <a:endParaRPr lang="en-US" dirty="0"/>
        </a:p>
      </dgm:t>
    </dgm:pt>
    <dgm:pt modelId="{BF786863-6863-4480-83A0-FB12CF609BD9}" type="parTrans" cxnId="{F71C20A2-61CE-4395-B5AC-679B74C9A541}">
      <dgm:prSet/>
      <dgm:spPr/>
      <dgm:t>
        <a:bodyPr/>
        <a:lstStyle/>
        <a:p>
          <a:endParaRPr lang="en-US"/>
        </a:p>
      </dgm:t>
    </dgm:pt>
    <dgm:pt modelId="{15E3D6D4-206C-4EAE-A71C-1972FC3CEA91}" type="sibTrans" cxnId="{F71C20A2-61CE-4395-B5AC-679B74C9A541}">
      <dgm:prSet/>
      <dgm:spPr/>
      <dgm:t>
        <a:bodyPr/>
        <a:lstStyle/>
        <a:p>
          <a:endParaRPr lang="en-US"/>
        </a:p>
      </dgm:t>
    </dgm:pt>
    <dgm:pt modelId="{50529CE6-35D8-4374-9516-A88C18A86D36}" type="pres">
      <dgm:prSet presAssocID="{E7889DB2-B28D-4EE1-B2B4-C59AE54F8FCF}" presName="cycle" presStyleCnt="0">
        <dgm:presLayoutVars>
          <dgm:dir/>
          <dgm:resizeHandles val="exact"/>
        </dgm:presLayoutVars>
      </dgm:prSet>
      <dgm:spPr/>
    </dgm:pt>
    <dgm:pt modelId="{F9CFA74C-613E-4283-ACD9-BA80A4540B5F}" type="pres">
      <dgm:prSet presAssocID="{495DE52F-7276-4AAE-B225-E5944A9EA2AD}" presName="dummy" presStyleCnt="0"/>
      <dgm:spPr/>
    </dgm:pt>
    <dgm:pt modelId="{9DB26DB1-BF32-4C72-8779-94150925DEB8}" type="pres">
      <dgm:prSet presAssocID="{495DE52F-7276-4AAE-B225-E5944A9EA2AD}" presName="node" presStyleLbl="revTx" presStyleIdx="0" presStyleCnt="5">
        <dgm:presLayoutVars>
          <dgm:bulletEnabled val="1"/>
        </dgm:presLayoutVars>
      </dgm:prSet>
      <dgm:spPr/>
    </dgm:pt>
    <dgm:pt modelId="{533E805A-B848-40B8-9892-12826458144B}" type="pres">
      <dgm:prSet presAssocID="{A93FA366-9571-4B92-8B27-D3E0CBDF9250}" presName="sibTrans" presStyleLbl="node1" presStyleIdx="0" presStyleCnt="5"/>
      <dgm:spPr/>
    </dgm:pt>
    <dgm:pt modelId="{2277DE6D-00A7-4A39-A910-385B17B97388}" type="pres">
      <dgm:prSet presAssocID="{932B1004-F80A-4ABE-998D-1F101EDDA747}" presName="dummy" presStyleCnt="0"/>
      <dgm:spPr/>
    </dgm:pt>
    <dgm:pt modelId="{2396AC57-B09E-449D-AB58-EAD64E9BC6B7}" type="pres">
      <dgm:prSet presAssocID="{932B1004-F80A-4ABE-998D-1F101EDDA747}" presName="node" presStyleLbl="revTx" presStyleIdx="1" presStyleCnt="5">
        <dgm:presLayoutVars>
          <dgm:bulletEnabled val="1"/>
        </dgm:presLayoutVars>
      </dgm:prSet>
      <dgm:spPr/>
    </dgm:pt>
    <dgm:pt modelId="{A55F581C-85A4-420E-8CCF-E8361D175899}" type="pres">
      <dgm:prSet presAssocID="{03E4733D-F84E-4EB0-B1D3-F1BC6225B0CB}" presName="sibTrans" presStyleLbl="node1" presStyleIdx="1" presStyleCnt="5"/>
      <dgm:spPr/>
    </dgm:pt>
    <dgm:pt modelId="{F3C92259-9EE3-44F5-9557-A98076F856C6}" type="pres">
      <dgm:prSet presAssocID="{36426935-09EA-4BF4-8572-747A0477B3F3}" presName="dummy" presStyleCnt="0"/>
      <dgm:spPr/>
    </dgm:pt>
    <dgm:pt modelId="{CC08127A-0CAA-44BE-9AC5-BAFFE92B3093}" type="pres">
      <dgm:prSet presAssocID="{36426935-09EA-4BF4-8572-747A0477B3F3}" presName="node" presStyleLbl="revTx" presStyleIdx="2" presStyleCnt="5">
        <dgm:presLayoutVars>
          <dgm:bulletEnabled val="1"/>
        </dgm:presLayoutVars>
      </dgm:prSet>
      <dgm:spPr/>
    </dgm:pt>
    <dgm:pt modelId="{7026E071-A787-484A-8945-056C1CD97843}" type="pres">
      <dgm:prSet presAssocID="{91D4DFC8-F8CA-4BDD-B19A-00D0D29CCF56}" presName="sibTrans" presStyleLbl="node1" presStyleIdx="2" presStyleCnt="5"/>
      <dgm:spPr/>
    </dgm:pt>
    <dgm:pt modelId="{92D23BF5-CFEB-4B1B-9049-D584F35CACF6}" type="pres">
      <dgm:prSet presAssocID="{FFB3F8E1-DE2A-404A-AE01-5988CE856A7C}" presName="dummy" presStyleCnt="0"/>
      <dgm:spPr/>
    </dgm:pt>
    <dgm:pt modelId="{A2439F57-9B63-4105-9B34-7BDC3C331897}" type="pres">
      <dgm:prSet presAssocID="{FFB3F8E1-DE2A-404A-AE01-5988CE856A7C}" presName="node" presStyleLbl="revTx" presStyleIdx="3" presStyleCnt="5">
        <dgm:presLayoutVars>
          <dgm:bulletEnabled val="1"/>
        </dgm:presLayoutVars>
      </dgm:prSet>
      <dgm:spPr/>
    </dgm:pt>
    <dgm:pt modelId="{EF53326A-9ABF-4E1A-B732-5633FDF3A5CF}" type="pres">
      <dgm:prSet presAssocID="{50C617FB-341F-4AEE-BF7D-BE8FD762E45B}" presName="sibTrans" presStyleLbl="node1" presStyleIdx="3" presStyleCnt="5"/>
      <dgm:spPr/>
    </dgm:pt>
    <dgm:pt modelId="{BE1E389B-8911-4D06-B4B7-7CDA005DA411}" type="pres">
      <dgm:prSet presAssocID="{CF1C6842-5F07-4F1E-BB99-CFBC13729407}" presName="dummy" presStyleCnt="0"/>
      <dgm:spPr/>
    </dgm:pt>
    <dgm:pt modelId="{B5A83562-018D-4A4F-B3DD-8B52EEF89BA4}" type="pres">
      <dgm:prSet presAssocID="{CF1C6842-5F07-4F1E-BB99-CFBC13729407}" presName="node" presStyleLbl="revTx" presStyleIdx="4" presStyleCnt="5">
        <dgm:presLayoutVars>
          <dgm:bulletEnabled val="1"/>
        </dgm:presLayoutVars>
      </dgm:prSet>
      <dgm:spPr/>
    </dgm:pt>
    <dgm:pt modelId="{0AC49D28-EA2E-4A09-A4FD-8008258F291D}" type="pres">
      <dgm:prSet presAssocID="{15E3D6D4-206C-4EAE-A71C-1972FC3CEA91}" presName="sibTrans" presStyleLbl="node1" presStyleIdx="4" presStyleCnt="5"/>
      <dgm:spPr/>
    </dgm:pt>
  </dgm:ptLst>
  <dgm:cxnLst>
    <dgm:cxn modelId="{372B6B0D-A2B0-487D-8599-B4DA440C0892}" type="presOf" srcId="{A93FA366-9571-4B92-8B27-D3E0CBDF9250}" destId="{533E805A-B848-40B8-9892-12826458144B}" srcOrd="0" destOrd="0" presId="urn:microsoft.com/office/officeart/2005/8/layout/cycle1"/>
    <dgm:cxn modelId="{BA54AB0F-264D-46E4-B567-49B033860A4F}" type="presOf" srcId="{03E4733D-F84E-4EB0-B1D3-F1BC6225B0CB}" destId="{A55F581C-85A4-420E-8CCF-E8361D175899}" srcOrd="0" destOrd="0" presId="urn:microsoft.com/office/officeart/2005/8/layout/cycle1"/>
    <dgm:cxn modelId="{9041DA20-C90F-44F1-865E-404FB173025F}" type="presOf" srcId="{15E3D6D4-206C-4EAE-A71C-1972FC3CEA91}" destId="{0AC49D28-EA2E-4A09-A4FD-8008258F291D}" srcOrd="0" destOrd="0" presId="urn:microsoft.com/office/officeart/2005/8/layout/cycle1"/>
    <dgm:cxn modelId="{3ACCEA2F-FBFD-4111-AB5B-7B98F9C02783}" type="presOf" srcId="{495DE52F-7276-4AAE-B225-E5944A9EA2AD}" destId="{9DB26DB1-BF32-4C72-8779-94150925DEB8}" srcOrd="0" destOrd="0" presId="urn:microsoft.com/office/officeart/2005/8/layout/cycle1"/>
    <dgm:cxn modelId="{0E5EA837-6E65-4FDF-93E2-E4C2A40CFE4E}" srcId="{E7889DB2-B28D-4EE1-B2B4-C59AE54F8FCF}" destId="{FFB3F8E1-DE2A-404A-AE01-5988CE856A7C}" srcOrd="3" destOrd="0" parTransId="{96AEAAE3-4ACA-493D-85B1-AA55511C86C7}" sibTransId="{50C617FB-341F-4AEE-BF7D-BE8FD762E45B}"/>
    <dgm:cxn modelId="{1AE75166-DF90-40F6-9993-71A31795BC93}" type="presOf" srcId="{E7889DB2-B28D-4EE1-B2B4-C59AE54F8FCF}" destId="{50529CE6-35D8-4374-9516-A88C18A86D36}" srcOrd="0" destOrd="0" presId="urn:microsoft.com/office/officeart/2005/8/layout/cycle1"/>
    <dgm:cxn modelId="{185E6F49-4F17-4365-8697-CCC77C1E0E27}" type="presOf" srcId="{932B1004-F80A-4ABE-998D-1F101EDDA747}" destId="{2396AC57-B09E-449D-AB58-EAD64E9BC6B7}" srcOrd="0" destOrd="0" presId="urn:microsoft.com/office/officeart/2005/8/layout/cycle1"/>
    <dgm:cxn modelId="{CC5C3A4E-CFE9-4E75-B17B-3A6D0EA13D0C}" srcId="{E7889DB2-B28D-4EE1-B2B4-C59AE54F8FCF}" destId="{495DE52F-7276-4AAE-B225-E5944A9EA2AD}" srcOrd="0" destOrd="0" parTransId="{49DD44AE-C922-4436-956A-2D1319E92304}" sibTransId="{A93FA366-9571-4B92-8B27-D3E0CBDF9250}"/>
    <dgm:cxn modelId="{1087C253-4580-4D97-A12A-F69AE9F6C567}" type="presOf" srcId="{36426935-09EA-4BF4-8572-747A0477B3F3}" destId="{CC08127A-0CAA-44BE-9AC5-BAFFE92B3093}" srcOrd="0" destOrd="0" presId="urn:microsoft.com/office/officeart/2005/8/layout/cycle1"/>
    <dgm:cxn modelId="{2398A590-D2B6-4208-9DF8-5468F9D8785B}" type="presOf" srcId="{50C617FB-341F-4AEE-BF7D-BE8FD762E45B}" destId="{EF53326A-9ABF-4E1A-B732-5633FDF3A5CF}" srcOrd="0" destOrd="0" presId="urn:microsoft.com/office/officeart/2005/8/layout/cycle1"/>
    <dgm:cxn modelId="{BE78239D-C66B-454A-9F4B-2856154D552E}" type="presOf" srcId="{FFB3F8E1-DE2A-404A-AE01-5988CE856A7C}" destId="{A2439F57-9B63-4105-9B34-7BDC3C331897}" srcOrd="0" destOrd="0" presId="urn:microsoft.com/office/officeart/2005/8/layout/cycle1"/>
    <dgm:cxn modelId="{EA3C469D-CBB7-4883-AFBB-CECE8CC26418}" srcId="{E7889DB2-B28D-4EE1-B2B4-C59AE54F8FCF}" destId="{36426935-09EA-4BF4-8572-747A0477B3F3}" srcOrd="2" destOrd="0" parTransId="{23337B22-DC9C-486F-B63B-05E954573411}" sibTransId="{91D4DFC8-F8CA-4BDD-B19A-00D0D29CCF56}"/>
    <dgm:cxn modelId="{F71C20A2-61CE-4395-B5AC-679B74C9A541}" srcId="{E7889DB2-B28D-4EE1-B2B4-C59AE54F8FCF}" destId="{CF1C6842-5F07-4F1E-BB99-CFBC13729407}" srcOrd="4" destOrd="0" parTransId="{BF786863-6863-4480-83A0-FB12CF609BD9}" sibTransId="{15E3D6D4-206C-4EAE-A71C-1972FC3CEA91}"/>
    <dgm:cxn modelId="{52162DA2-9C81-44E7-ACFF-4BC1A2F80B4E}" type="presOf" srcId="{CF1C6842-5F07-4F1E-BB99-CFBC13729407}" destId="{B5A83562-018D-4A4F-B3DD-8B52EEF89BA4}" srcOrd="0" destOrd="0" presId="urn:microsoft.com/office/officeart/2005/8/layout/cycle1"/>
    <dgm:cxn modelId="{28D13AD1-7E4D-4B1A-AECF-20501024F3E2}" srcId="{E7889DB2-B28D-4EE1-B2B4-C59AE54F8FCF}" destId="{932B1004-F80A-4ABE-998D-1F101EDDA747}" srcOrd="1" destOrd="0" parTransId="{985E9DCA-FC6E-48A0-8FF2-5B6F43A98E31}" sibTransId="{03E4733D-F84E-4EB0-B1D3-F1BC6225B0CB}"/>
    <dgm:cxn modelId="{2DA20BEA-9FDA-4BD0-95F7-410369AC2BAD}" type="presOf" srcId="{91D4DFC8-F8CA-4BDD-B19A-00D0D29CCF56}" destId="{7026E071-A787-484A-8945-056C1CD97843}" srcOrd="0" destOrd="0" presId="urn:microsoft.com/office/officeart/2005/8/layout/cycle1"/>
    <dgm:cxn modelId="{6C846925-C762-4514-9C01-A817644DCE9C}" type="presParOf" srcId="{50529CE6-35D8-4374-9516-A88C18A86D36}" destId="{F9CFA74C-613E-4283-ACD9-BA80A4540B5F}" srcOrd="0" destOrd="0" presId="urn:microsoft.com/office/officeart/2005/8/layout/cycle1"/>
    <dgm:cxn modelId="{233B4A9E-9C37-4AE7-A5D8-D81B218EAC90}" type="presParOf" srcId="{50529CE6-35D8-4374-9516-A88C18A86D36}" destId="{9DB26DB1-BF32-4C72-8779-94150925DEB8}" srcOrd="1" destOrd="0" presId="urn:microsoft.com/office/officeart/2005/8/layout/cycle1"/>
    <dgm:cxn modelId="{5E3EB262-64BC-479D-B3B2-6583B688BD1B}" type="presParOf" srcId="{50529CE6-35D8-4374-9516-A88C18A86D36}" destId="{533E805A-B848-40B8-9892-12826458144B}" srcOrd="2" destOrd="0" presId="urn:microsoft.com/office/officeart/2005/8/layout/cycle1"/>
    <dgm:cxn modelId="{CBB82050-BB20-4D31-833A-C735EBFC3E7B}" type="presParOf" srcId="{50529CE6-35D8-4374-9516-A88C18A86D36}" destId="{2277DE6D-00A7-4A39-A910-385B17B97388}" srcOrd="3" destOrd="0" presId="urn:microsoft.com/office/officeart/2005/8/layout/cycle1"/>
    <dgm:cxn modelId="{9B1194A8-FB16-4DD7-8650-4C007E61AC9B}" type="presParOf" srcId="{50529CE6-35D8-4374-9516-A88C18A86D36}" destId="{2396AC57-B09E-449D-AB58-EAD64E9BC6B7}" srcOrd="4" destOrd="0" presId="urn:microsoft.com/office/officeart/2005/8/layout/cycle1"/>
    <dgm:cxn modelId="{3C042E08-ED8C-4E34-A20D-A0C6FF8E9E5F}" type="presParOf" srcId="{50529CE6-35D8-4374-9516-A88C18A86D36}" destId="{A55F581C-85A4-420E-8CCF-E8361D175899}" srcOrd="5" destOrd="0" presId="urn:microsoft.com/office/officeart/2005/8/layout/cycle1"/>
    <dgm:cxn modelId="{13E6D54E-7C28-49F8-92F3-30ECF1A3F120}" type="presParOf" srcId="{50529CE6-35D8-4374-9516-A88C18A86D36}" destId="{F3C92259-9EE3-44F5-9557-A98076F856C6}" srcOrd="6" destOrd="0" presId="urn:microsoft.com/office/officeart/2005/8/layout/cycle1"/>
    <dgm:cxn modelId="{A39D7D9F-375E-4D91-BFF9-48339CE4F1DB}" type="presParOf" srcId="{50529CE6-35D8-4374-9516-A88C18A86D36}" destId="{CC08127A-0CAA-44BE-9AC5-BAFFE92B3093}" srcOrd="7" destOrd="0" presId="urn:microsoft.com/office/officeart/2005/8/layout/cycle1"/>
    <dgm:cxn modelId="{3291B4BC-DFA9-4A6B-BAE6-6A9FE67CA397}" type="presParOf" srcId="{50529CE6-35D8-4374-9516-A88C18A86D36}" destId="{7026E071-A787-484A-8945-056C1CD97843}" srcOrd="8" destOrd="0" presId="urn:microsoft.com/office/officeart/2005/8/layout/cycle1"/>
    <dgm:cxn modelId="{EDECBF9C-614C-4893-8738-294023BAD247}" type="presParOf" srcId="{50529CE6-35D8-4374-9516-A88C18A86D36}" destId="{92D23BF5-CFEB-4B1B-9049-D584F35CACF6}" srcOrd="9" destOrd="0" presId="urn:microsoft.com/office/officeart/2005/8/layout/cycle1"/>
    <dgm:cxn modelId="{998CAD6A-D058-4313-90DC-0BA608875898}" type="presParOf" srcId="{50529CE6-35D8-4374-9516-A88C18A86D36}" destId="{A2439F57-9B63-4105-9B34-7BDC3C331897}" srcOrd="10" destOrd="0" presId="urn:microsoft.com/office/officeart/2005/8/layout/cycle1"/>
    <dgm:cxn modelId="{855B80C1-46A0-44C1-9997-5D813DB5B5F0}" type="presParOf" srcId="{50529CE6-35D8-4374-9516-A88C18A86D36}" destId="{EF53326A-9ABF-4E1A-B732-5633FDF3A5CF}" srcOrd="11" destOrd="0" presId="urn:microsoft.com/office/officeart/2005/8/layout/cycle1"/>
    <dgm:cxn modelId="{5F4EE0D1-2BA5-4905-BC14-61F5D4A57E7E}" type="presParOf" srcId="{50529CE6-35D8-4374-9516-A88C18A86D36}" destId="{BE1E389B-8911-4D06-B4B7-7CDA005DA411}" srcOrd="12" destOrd="0" presId="urn:microsoft.com/office/officeart/2005/8/layout/cycle1"/>
    <dgm:cxn modelId="{E92949D6-D82C-4748-B61F-4C7240327E16}" type="presParOf" srcId="{50529CE6-35D8-4374-9516-A88C18A86D36}" destId="{B5A83562-018D-4A4F-B3DD-8B52EEF89BA4}" srcOrd="13" destOrd="0" presId="urn:microsoft.com/office/officeart/2005/8/layout/cycle1"/>
    <dgm:cxn modelId="{AEB07D06-9F30-40FF-9B6B-4839818A2E24}" type="presParOf" srcId="{50529CE6-35D8-4374-9516-A88C18A86D36}" destId="{0AC49D28-EA2E-4A09-A4FD-8008258F291D}"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DE812-B9A8-4706-9B60-42DF2A52BDE1}">
      <dsp:nvSpPr>
        <dsp:cNvPr id="0" name=""/>
        <dsp:cNvSpPr/>
      </dsp:nvSpPr>
      <dsp:spPr>
        <a:xfrm>
          <a:off x="0" y="1901"/>
          <a:ext cx="63016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40627-D2E4-40A6-821F-9CE7526235CE}">
      <dsp:nvSpPr>
        <dsp:cNvPr id="0" name=""/>
        <dsp:cNvSpPr/>
      </dsp:nvSpPr>
      <dsp:spPr>
        <a:xfrm>
          <a:off x="245129" y="184229"/>
          <a:ext cx="445690" cy="4456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E6985-A4D8-4025-882F-0D05928B3C9D}">
      <dsp:nvSpPr>
        <dsp:cNvPr id="0" name=""/>
        <dsp:cNvSpPr/>
      </dsp:nvSpPr>
      <dsp:spPr>
        <a:xfrm>
          <a:off x="935949" y="1901"/>
          <a:ext cx="53656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dirty="0"/>
            <a:t>1. Insufficient RAM (Memory)</a:t>
          </a:r>
        </a:p>
      </dsp:txBody>
      <dsp:txXfrm>
        <a:off x="935949" y="1901"/>
        <a:ext cx="5365651" cy="810345"/>
      </dsp:txXfrm>
    </dsp:sp>
    <dsp:sp modelId="{F38AA1C4-6D1F-4C57-88C9-8F836595184E}">
      <dsp:nvSpPr>
        <dsp:cNvPr id="0" name=""/>
        <dsp:cNvSpPr/>
      </dsp:nvSpPr>
      <dsp:spPr>
        <a:xfrm>
          <a:off x="0" y="1014833"/>
          <a:ext cx="63016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8B120-5A7D-4F45-B810-D013AC0061E2}">
      <dsp:nvSpPr>
        <dsp:cNvPr id="0" name=""/>
        <dsp:cNvSpPr/>
      </dsp:nvSpPr>
      <dsp:spPr>
        <a:xfrm>
          <a:off x="245129" y="1197161"/>
          <a:ext cx="445690" cy="4456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0D71E8-B256-4EC2-9AC4-5EB6E88B5D50}">
      <dsp:nvSpPr>
        <dsp:cNvPr id="0" name=""/>
        <dsp:cNvSpPr/>
      </dsp:nvSpPr>
      <dsp:spPr>
        <a:xfrm>
          <a:off x="935949" y="1014833"/>
          <a:ext cx="53656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2. Too Many Background Processes</a:t>
          </a:r>
        </a:p>
      </dsp:txBody>
      <dsp:txXfrm>
        <a:off x="935949" y="1014833"/>
        <a:ext cx="5365651" cy="810345"/>
      </dsp:txXfrm>
    </dsp:sp>
    <dsp:sp modelId="{4D7B0509-4B30-4A3C-AA45-11008F9B6F98}">
      <dsp:nvSpPr>
        <dsp:cNvPr id="0" name=""/>
        <dsp:cNvSpPr/>
      </dsp:nvSpPr>
      <dsp:spPr>
        <a:xfrm>
          <a:off x="0" y="2027765"/>
          <a:ext cx="63016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A6BB09-BAAD-44A2-8F52-F566BB675D52}">
      <dsp:nvSpPr>
        <dsp:cNvPr id="0" name=""/>
        <dsp:cNvSpPr/>
      </dsp:nvSpPr>
      <dsp:spPr>
        <a:xfrm>
          <a:off x="245129" y="2210093"/>
          <a:ext cx="445690" cy="4456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B65480-2345-4717-92A2-903C99A1AAAB}">
      <dsp:nvSpPr>
        <dsp:cNvPr id="0" name=""/>
        <dsp:cNvSpPr/>
      </dsp:nvSpPr>
      <dsp:spPr>
        <a:xfrm>
          <a:off x="935949" y="2027765"/>
          <a:ext cx="53656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3. Full Hard Drive</a:t>
          </a:r>
        </a:p>
      </dsp:txBody>
      <dsp:txXfrm>
        <a:off x="935949" y="2027765"/>
        <a:ext cx="5365651" cy="810345"/>
      </dsp:txXfrm>
    </dsp:sp>
    <dsp:sp modelId="{AE589C80-3FCF-4CEB-B08B-4C96004DEDC7}">
      <dsp:nvSpPr>
        <dsp:cNvPr id="0" name=""/>
        <dsp:cNvSpPr/>
      </dsp:nvSpPr>
      <dsp:spPr>
        <a:xfrm>
          <a:off x="0" y="3040697"/>
          <a:ext cx="63016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1B6D9D-A1EF-416B-A532-A21A29492D2A}">
      <dsp:nvSpPr>
        <dsp:cNvPr id="0" name=""/>
        <dsp:cNvSpPr/>
      </dsp:nvSpPr>
      <dsp:spPr>
        <a:xfrm>
          <a:off x="245129" y="3223025"/>
          <a:ext cx="445690" cy="4456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6EFC3F-2FAC-46D0-8ABD-69584D1CEA6C}">
      <dsp:nvSpPr>
        <dsp:cNvPr id="0" name=""/>
        <dsp:cNvSpPr/>
      </dsp:nvSpPr>
      <dsp:spPr>
        <a:xfrm>
          <a:off x="935949" y="3040697"/>
          <a:ext cx="53656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4. Malware or Bloatware</a:t>
          </a:r>
        </a:p>
      </dsp:txBody>
      <dsp:txXfrm>
        <a:off x="935949" y="3040697"/>
        <a:ext cx="5365651" cy="810345"/>
      </dsp:txXfrm>
    </dsp:sp>
    <dsp:sp modelId="{0B844982-4ABC-4628-A23F-A50B66D82DCF}">
      <dsp:nvSpPr>
        <dsp:cNvPr id="0" name=""/>
        <dsp:cNvSpPr/>
      </dsp:nvSpPr>
      <dsp:spPr>
        <a:xfrm>
          <a:off x="0" y="4053629"/>
          <a:ext cx="63016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73EF24-2E87-4105-BB0D-89E9D65E698F}">
      <dsp:nvSpPr>
        <dsp:cNvPr id="0" name=""/>
        <dsp:cNvSpPr/>
      </dsp:nvSpPr>
      <dsp:spPr>
        <a:xfrm>
          <a:off x="245129" y="4235957"/>
          <a:ext cx="445690" cy="4456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F263F7-B9DF-4C6A-B2DC-9070F5A02DFF}">
      <dsp:nvSpPr>
        <dsp:cNvPr id="0" name=""/>
        <dsp:cNvSpPr/>
      </dsp:nvSpPr>
      <dsp:spPr>
        <a:xfrm>
          <a:off x="935949" y="4053629"/>
          <a:ext cx="53656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5. Overheating</a:t>
          </a:r>
        </a:p>
      </dsp:txBody>
      <dsp:txXfrm>
        <a:off x="935949" y="4053629"/>
        <a:ext cx="5365651" cy="810345"/>
      </dsp:txXfrm>
    </dsp:sp>
    <dsp:sp modelId="{BBD6DDCA-E7E4-4FCE-A7A6-B9B3FB795DF4}">
      <dsp:nvSpPr>
        <dsp:cNvPr id="0" name=""/>
        <dsp:cNvSpPr/>
      </dsp:nvSpPr>
      <dsp:spPr>
        <a:xfrm>
          <a:off x="0" y="5066561"/>
          <a:ext cx="63016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39337A-7E16-4E49-AD6A-5E6B3D8B533B}">
      <dsp:nvSpPr>
        <dsp:cNvPr id="0" name=""/>
        <dsp:cNvSpPr/>
      </dsp:nvSpPr>
      <dsp:spPr>
        <a:xfrm>
          <a:off x="245129" y="5248889"/>
          <a:ext cx="445690" cy="4456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B627ED-512E-42AC-9061-E53A19CBCAC2}">
      <dsp:nvSpPr>
        <dsp:cNvPr id="0" name=""/>
        <dsp:cNvSpPr/>
      </dsp:nvSpPr>
      <dsp:spPr>
        <a:xfrm>
          <a:off x="935949" y="5066561"/>
          <a:ext cx="53656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6. Lack of System Updates</a:t>
          </a:r>
        </a:p>
      </dsp:txBody>
      <dsp:txXfrm>
        <a:off x="935949" y="5066561"/>
        <a:ext cx="5365651" cy="8103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B26DB1-BF32-4C72-8779-94150925DEB8}">
      <dsp:nvSpPr>
        <dsp:cNvPr id="0" name=""/>
        <dsp:cNvSpPr/>
      </dsp:nvSpPr>
      <dsp:spPr>
        <a:xfrm>
          <a:off x="3092044" y="71655"/>
          <a:ext cx="1205731" cy="1205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K" sz="1200" b="1" i="0" kern="1200" baseline="0" dirty="0"/>
            <a:t>Upgrade Your CPU Cooler</a:t>
          </a:r>
          <a:r>
            <a:rPr lang="en-PK" sz="1200" b="0" i="0" kern="1200" baseline="0" dirty="0"/>
            <a:t>: Consider replacing your stock cooler with a better</a:t>
          </a:r>
          <a:endParaRPr lang="en-US" sz="1200" kern="1200" dirty="0"/>
        </a:p>
      </dsp:txBody>
      <dsp:txXfrm>
        <a:off x="3092044" y="71655"/>
        <a:ext cx="1205731" cy="1205731"/>
      </dsp:txXfrm>
    </dsp:sp>
    <dsp:sp modelId="{533E805A-B848-40B8-9892-12826458144B}">
      <dsp:nvSpPr>
        <dsp:cNvPr id="0" name=""/>
        <dsp:cNvSpPr/>
      </dsp:nvSpPr>
      <dsp:spPr>
        <a:xfrm>
          <a:off x="251826" y="36304"/>
          <a:ext cx="4525546" cy="4525546"/>
        </a:xfrm>
        <a:prstGeom prst="circularArrow">
          <a:avLst>
            <a:gd name="adj1" fmla="val 5195"/>
            <a:gd name="adj2" fmla="val 335562"/>
            <a:gd name="adj3" fmla="val 21294672"/>
            <a:gd name="adj4" fmla="val 19764986"/>
            <a:gd name="adj5" fmla="val 6061"/>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96AC57-B09E-449D-AB58-EAD64E9BC6B7}">
      <dsp:nvSpPr>
        <dsp:cNvPr id="0" name=""/>
        <dsp:cNvSpPr/>
      </dsp:nvSpPr>
      <dsp:spPr>
        <a:xfrm>
          <a:off x="3821515" y="2316737"/>
          <a:ext cx="1205731" cy="1205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K" sz="1200" b="0" i="0" kern="1200" baseline="0"/>
            <a:t>aftermarket air or liquid cooling system.</a:t>
          </a:r>
          <a:endParaRPr lang="en-US" sz="1200" kern="1200"/>
        </a:p>
      </dsp:txBody>
      <dsp:txXfrm>
        <a:off x="3821515" y="2316737"/>
        <a:ext cx="1205731" cy="1205731"/>
      </dsp:txXfrm>
    </dsp:sp>
    <dsp:sp modelId="{A55F581C-85A4-420E-8CCF-E8361D175899}">
      <dsp:nvSpPr>
        <dsp:cNvPr id="0" name=""/>
        <dsp:cNvSpPr/>
      </dsp:nvSpPr>
      <dsp:spPr>
        <a:xfrm>
          <a:off x="251826" y="36304"/>
          <a:ext cx="4525546" cy="4525546"/>
        </a:xfrm>
        <a:prstGeom prst="circularArrow">
          <a:avLst>
            <a:gd name="adj1" fmla="val 5195"/>
            <a:gd name="adj2" fmla="val 335562"/>
            <a:gd name="adj3" fmla="val 4016180"/>
            <a:gd name="adj4" fmla="val 2252072"/>
            <a:gd name="adj5" fmla="val 6061"/>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08127A-0CAA-44BE-9AC5-BAFFE92B3093}">
      <dsp:nvSpPr>
        <dsp:cNvPr id="0" name=""/>
        <dsp:cNvSpPr/>
      </dsp:nvSpPr>
      <dsp:spPr>
        <a:xfrm>
          <a:off x="1911734" y="3704275"/>
          <a:ext cx="1205731" cy="1205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K" sz="1200" b="1" i="0" kern="1200" baseline="0" dirty="0"/>
            <a:t>Improve Case Airflow</a:t>
          </a:r>
          <a:r>
            <a:rPr lang="en-PK" sz="1200" b="0" i="0" kern="1200" baseline="0" dirty="0"/>
            <a:t>: Ensure your case has good airflow by adding more fans or</a:t>
          </a:r>
          <a:endParaRPr lang="en-US" sz="1200" kern="1200" dirty="0"/>
        </a:p>
      </dsp:txBody>
      <dsp:txXfrm>
        <a:off x="1911734" y="3704275"/>
        <a:ext cx="1205731" cy="1205731"/>
      </dsp:txXfrm>
    </dsp:sp>
    <dsp:sp modelId="{7026E071-A787-484A-8945-056C1CD97843}">
      <dsp:nvSpPr>
        <dsp:cNvPr id="0" name=""/>
        <dsp:cNvSpPr/>
      </dsp:nvSpPr>
      <dsp:spPr>
        <a:xfrm>
          <a:off x="251826" y="36304"/>
          <a:ext cx="4525546" cy="4525546"/>
        </a:xfrm>
        <a:prstGeom prst="circularArrow">
          <a:avLst>
            <a:gd name="adj1" fmla="val 5195"/>
            <a:gd name="adj2" fmla="val 335562"/>
            <a:gd name="adj3" fmla="val 8212366"/>
            <a:gd name="adj4" fmla="val 6448258"/>
            <a:gd name="adj5" fmla="val 6061"/>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439F57-9B63-4105-9B34-7BDC3C331897}">
      <dsp:nvSpPr>
        <dsp:cNvPr id="0" name=""/>
        <dsp:cNvSpPr/>
      </dsp:nvSpPr>
      <dsp:spPr>
        <a:xfrm>
          <a:off x="1953" y="2316737"/>
          <a:ext cx="1205731" cy="1205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K" sz="1200" b="0" i="0" kern="1200" baseline="0"/>
            <a:t>improving their placement.</a:t>
          </a:r>
          <a:endParaRPr lang="en-US" sz="1200" kern="1200"/>
        </a:p>
      </dsp:txBody>
      <dsp:txXfrm>
        <a:off x="1953" y="2316737"/>
        <a:ext cx="1205731" cy="1205731"/>
      </dsp:txXfrm>
    </dsp:sp>
    <dsp:sp modelId="{EF53326A-9ABF-4E1A-B732-5633FDF3A5CF}">
      <dsp:nvSpPr>
        <dsp:cNvPr id="0" name=""/>
        <dsp:cNvSpPr/>
      </dsp:nvSpPr>
      <dsp:spPr>
        <a:xfrm>
          <a:off x="251826" y="36304"/>
          <a:ext cx="4525546" cy="4525546"/>
        </a:xfrm>
        <a:prstGeom prst="circularArrow">
          <a:avLst>
            <a:gd name="adj1" fmla="val 5195"/>
            <a:gd name="adj2" fmla="val 335562"/>
            <a:gd name="adj3" fmla="val 12299452"/>
            <a:gd name="adj4" fmla="val 10769766"/>
            <a:gd name="adj5" fmla="val 6061"/>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A83562-018D-4A4F-B3DD-8B52EEF89BA4}">
      <dsp:nvSpPr>
        <dsp:cNvPr id="0" name=""/>
        <dsp:cNvSpPr/>
      </dsp:nvSpPr>
      <dsp:spPr>
        <a:xfrm>
          <a:off x="731424" y="71655"/>
          <a:ext cx="1205731" cy="1205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PK" sz="1200" b="1" i="0" kern="1200" baseline="0" dirty="0"/>
            <a:t>Keep Your PC Clean</a:t>
          </a:r>
          <a:r>
            <a:rPr lang="en-PK" sz="1200" b="0" i="0" kern="1200" baseline="0" dirty="0"/>
            <a:t>: Dust buildup on fans and heatsinks can block airflow, causing overheating. </a:t>
          </a:r>
          <a:endParaRPr lang="en-US" sz="1200" kern="1200" dirty="0"/>
        </a:p>
      </dsp:txBody>
      <dsp:txXfrm>
        <a:off x="731424" y="71655"/>
        <a:ext cx="1205731" cy="1205731"/>
      </dsp:txXfrm>
    </dsp:sp>
    <dsp:sp modelId="{0AC49D28-EA2E-4A09-A4FD-8008258F291D}">
      <dsp:nvSpPr>
        <dsp:cNvPr id="0" name=""/>
        <dsp:cNvSpPr/>
      </dsp:nvSpPr>
      <dsp:spPr>
        <a:xfrm>
          <a:off x="251826" y="36304"/>
          <a:ext cx="4525546" cy="4525546"/>
        </a:xfrm>
        <a:prstGeom prst="circularArrow">
          <a:avLst>
            <a:gd name="adj1" fmla="val 5195"/>
            <a:gd name="adj2" fmla="val 335562"/>
            <a:gd name="adj3" fmla="val 16867164"/>
            <a:gd name="adj4" fmla="val 15197274"/>
            <a:gd name="adj5" fmla="val 6061"/>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70082-27A2-B488-F0DD-7C9460E1F9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92E0F03C-93AD-4AA4-66B8-6786CF005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56E1FB63-BE72-1DDD-39B1-24C05DD5074C}"/>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5" name="Footer Placeholder 4">
            <a:extLst>
              <a:ext uri="{FF2B5EF4-FFF2-40B4-BE49-F238E27FC236}">
                <a16:creationId xmlns:a16="http://schemas.microsoft.com/office/drawing/2014/main" id="{5D18CE6C-5F0B-251B-0106-0A9F53634A4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21CDF4A-B7D8-9F8A-216D-EC534B7FC2FB}"/>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799974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DD4D1-2469-F929-99E0-DB2ACAC06F2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92EEDF2B-AEC7-B7D8-BE3A-E4B81E17F8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F07DE4B-C97B-6907-E3AA-61007296D0C0}"/>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5" name="Footer Placeholder 4">
            <a:extLst>
              <a:ext uri="{FF2B5EF4-FFF2-40B4-BE49-F238E27FC236}">
                <a16:creationId xmlns:a16="http://schemas.microsoft.com/office/drawing/2014/main" id="{A00DC7ED-EA0E-85D8-1D6C-0F595D326AB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D87A502-7BCF-FAD3-0E8B-F6E69A5EED74}"/>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4285035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64D43-441C-B970-C683-909192F972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A5CA106E-D795-4D37-C16D-5B6E7C4570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3934DB-09B5-2A1D-60BB-40A393B13868}"/>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5" name="Footer Placeholder 4">
            <a:extLst>
              <a:ext uri="{FF2B5EF4-FFF2-40B4-BE49-F238E27FC236}">
                <a16:creationId xmlns:a16="http://schemas.microsoft.com/office/drawing/2014/main" id="{993B61BE-6965-B29D-BC28-160216E23FF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094E5D7-D48D-36B3-C4AD-B81B1FBA98CE}"/>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4250272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8B195-4CE2-DF1B-1110-1B69DF97CAA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FB71D8B-939B-7D9F-4295-E2BEB30585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7163545A-6410-ED27-79BC-30DDFB48A8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F1F0AA63-2ED6-7DC3-EF3B-7DDE0ACD2CE2}"/>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6" name="Footer Placeholder 5">
            <a:extLst>
              <a:ext uri="{FF2B5EF4-FFF2-40B4-BE49-F238E27FC236}">
                <a16:creationId xmlns:a16="http://schemas.microsoft.com/office/drawing/2014/main" id="{F40DCBFC-62B5-E0BE-D6A2-B5907580013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5B28D84-78EE-764B-AB58-4F496F2B4E00}"/>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1552845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EEC8-E3AC-33C9-D763-5B6CBDB1F9A7}"/>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344A3E7F-09E3-910A-2D38-AE3B17B4CA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62FEBC-0406-D703-166D-82BC2C650B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0AD647E7-91DB-3042-3CC8-72AAC853FC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57E118-283B-60B4-20F9-3CAC15210B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871A00E-43D4-DDDB-A640-C0741792A2CD}"/>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8" name="Footer Placeholder 7">
            <a:extLst>
              <a:ext uri="{FF2B5EF4-FFF2-40B4-BE49-F238E27FC236}">
                <a16:creationId xmlns:a16="http://schemas.microsoft.com/office/drawing/2014/main" id="{772BE211-BD81-6232-3372-33D3641EF5B9}"/>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C8CC148E-25AE-4301-404A-52D30BE8D039}"/>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396333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307E2-1551-08AA-D93E-2747C45B265E}"/>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0FDAA7EA-E2EE-7A74-6DBC-8B20DB2DFFD0}"/>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4" name="Footer Placeholder 3">
            <a:extLst>
              <a:ext uri="{FF2B5EF4-FFF2-40B4-BE49-F238E27FC236}">
                <a16:creationId xmlns:a16="http://schemas.microsoft.com/office/drawing/2014/main" id="{6C787E96-86BF-BF90-6911-40F807E09FC0}"/>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95CE5A89-C6D3-3FE8-2EEB-8CF4E246F2CF}"/>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3173820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E3B647-3D0D-9C2E-C832-3DE7917E3D3A}"/>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3" name="Footer Placeholder 2">
            <a:extLst>
              <a:ext uri="{FF2B5EF4-FFF2-40B4-BE49-F238E27FC236}">
                <a16:creationId xmlns:a16="http://schemas.microsoft.com/office/drawing/2014/main" id="{4D73C226-15F3-60E6-C190-990134C7916E}"/>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9BD43337-EF70-1D4B-68BA-A8A77C0FB17F}"/>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747060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3A5C5-766E-49FE-52B6-CC3F46E658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464DCA71-3732-82F0-D5A0-FC87EB7FF1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A47A604-2B4E-BB3D-8811-0CC0334E0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026C29-99D5-4D07-6203-E35C0667790B}"/>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6" name="Footer Placeholder 5">
            <a:extLst>
              <a:ext uri="{FF2B5EF4-FFF2-40B4-BE49-F238E27FC236}">
                <a16:creationId xmlns:a16="http://schemas.microsoft.com/office/drawing/2014/main" id="{B27CE7B4-1F33-D6C5-6890-8A47BD302AA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C9F68C1A-DB41-BBB2-1C4F-937E78298A44}"/>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624408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B1C98-3B28-E5B8-D6A5-EE5678D48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729863E0-44FA-7382-029F-BE6AA20C6F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4BC18018-D8B0-F0E7-94C1-66C48D1B15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60F42F-02DA-6742-C8B3-DF02856AD3B1}"/>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6" name="Footer Placeholder 5">
            <a:extLst>
              <a:ext uri="{FF2B5EF4-FFF2-40B4-BE49-F238E27FC236}">
                <a16:creationId xmlns:a16="http://schemas.microsoft.com/office/drawing/2014/main" id="{9568CB9E-90CC-CB8A-D06D-402254C8452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CF5AFAE-07A2-C5FF-FFF2-D4A1D4CA1F68}"/>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417141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9180C-94DC-98EB-BB36-0A9E59ABEBD3}"/>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57E7193-E147-0ED9-00B4-6257ADFD02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C3B81DA-D728-4B64-17FF-F8D5D6D9F065}"/>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5" name="Footer Placeholder 4">
            <a:extLst>
              <a:ext uri="{FF2B5EF4-FFF2-40B4-BE49-F238E27FC236}">
                <a16:creationId xmlns:a16="http://schemas.microsoft.com/office/drawing/2014/main" id="{E1E45CBF-6A87-0CD2-88F1-F6632F2E645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A81BF14-CCDB-4C06-62EA-20AA75327C7E}"/>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3119931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375093-7CB9-39E4-1BC9-412EFCB36C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E01FEB0-CB38-674D-D453-5D8D853B95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D66968A-B46F-F338-610D-C6C10C85C7FD}"/>
              </a:ext>
            </a:extLst>
          </p:cNvPr>
          <p:cNvSpPr>
            <a:spLocks noGrp="1"/>
          </p:cNvSpPr>
          <p:nvPr>
            <p:ph type="dt" sz="half" idx="10"/>
          </p:nvPr>
        </p:nvSpPr>
        <p:spPr/>
        <p:txBody>
          <a:bodyPr/>
          <a:lstStyle/>
          <a:p>
            <a:fld id="{4D039036-D06D-4C2F-B668-91640E917B8C}" type="datetimeFigureOut">
              <a:rPr lang="en-PK" smtClean="0"/>
              <a:t>21/11/2024</a:t>
            </a:fld>
            <a:endParaRPr lang="en-PK"/>
          </a:p>
        </p:txBody>
      </p:sp>
      <p:sp>
        <p:nvSpPr>
          <p:cNvPr id="5" name="Footer Placeholder 4">
            <a:extLst>
              <a:ext uri="{FF2B5EF4-FFF2-40B4-BE49-F238E27FC236}">
                <a16:creationId xmlns:a16="http://schemas.microsoft.com/office/drawing/2014/main" id="{56BC2630-B9D7-E306-999B-0FDA5C09CAB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648BFEC-621E-6CD8-345D-19DBBDB5F312}"/>
              </a:ext>
            </a:extLst>
          </p:cNvPr>
          <p:cNvSpPr>
            <a:spLocks noGrp="1"/>
          </p:cNvSpPr>
          <p:nvPr>
            <p:ph type="sldNum" sz="quarter" idx="12"/>
          </p:nvPr>
        </p:nvSpPr>
        <p:spPr/>
        <p:txBody>
          <a:bodyPr/>
          <a:lstStyle/>
          <a:p>
            <a:fld id="{3E12AB5D-6973-40A8-903C-CB83E8D86C91}" type="slidenum">
              <a:rPr lang="en-PK" smtClean="0"/>
              <a:t>‹#›</a:t>
            </a:fld>
            <a:endParaRPr lang="en-PK"/>
          </a:p>
        </p:txBody>
      </p:sp>
    </p:spTree>
    <p:extLst>
      <p:ext uri="{BB962C8B-B14F-4D97-AF65-F5344CB8AC3E}">
        <p14:creationId xmlns:p14="http://schemas.microsoft.com/office/powerpoint/2010/main" val="3268354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36BCFF-45F4-0C5C-1A70-4006E6E6B6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9BB1C50-4D32-84E8-9657-F81D96CFF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01E9796-ABAE-9F05-54B3-CD483FEC5A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039036-D06D-4C2F-B668-91640E917B8C}" type="datetimeFigureOut">
              <a:rPr lang="en-PK" smtClean="0"/>
              <a:t>21/11/2024</a:t>
            </a:fld>
            <a:endParaRPr lang="en-PK"/>
          </a:p>
        </p:txBody>
      </p:sp>
      <p:sp>
        <p:nvSpPr>
          <p:cNvPr id="5" name="Footer Placeholder 4">
            <a:extLst>
              <a:ext uri="{FF2B5EF4-FFF2-40B4-BE49-F238E27FC236}">
                <a16:creationId xmlns:a16="http://schemas.microsoft.com/office/drawing/2014/main" id="{636D41E2-3661-DE3E-A2F2-B30E000AF2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4A4E5DF8-B5C0-7AB6-54A4-4AE5203A04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12AB5D-6973-40A8-903C-CB83E8D86C91}" type="slidenum">
              <a:rPr lang="en-PK" smtClean="0"/>
              <a:t>‹#›</a:t>
            </a:fld>
            <a:endParaRPr lang="en-PK"/>
          </a:p>
        </p:txBody>
      </p:sp>
    </p:spTree>
    <p:extLst>
      <p:ext uri="{BB962C8B-B14F-4D97-AF65-F5344CB8AC3E}">
        <p14:creationId xmlns:p14="http://schemas.microsoft.com/office/powerpoint/2010/main" val="3616028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what-is-computer-viru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8467-7541-EE19-4BB3-D62B04DB2190}"/>
              </a:ext>
            </a:extLst>
          </p:cNvPr>
          <p:cNvSpPr>
            <a:spLocks noGrp="1"/>
          </p:cNvSpPr>
          <p:nvPr>
            <p:ph type="ctrTitle"/>
          </p:nvPr>
        </p:nvSpPr>
        <p:spPr/>
        <p:txBody>
          <a:bodyPr/>
          <a:lstStyle/>
          <a:p>
            <a:endParaRPr lang="en-PK"/>
          </a:p>
        </p:txBody>
      </p:sp>
      <p:sp>
        <p:nvSpPr>
          <p:cNvPr id="3" name="Subtitle 2">
            <a:extLst>
              <a:ext uri="{FF2B5EF4-FFF2-40B4-BE49-F238E27FC236}">
                <a16:creationId xmlns:a16="http://schemas.microsoft.com/office/drawing/2014/main" id="{9269B011-828E-5226-9AE4-53EDC550ABE7}"/>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4071241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rrow: Pentagon 12">
            <a:extLst>
              <a:ext uri="{FF2B5EF4-FFF2-40B4-BE49-F238E27FC236}">
                <a16:creationId xmlns:a16="http://schemas.microsoft.com/office/drawing/2014/main" id="{52464047-C518-DD42-3E05-3CAB58B9571C}"/>
              </a:ext>
            </a:extLst>
          </p:cNvPr>
          <p:cNvSpPr/>
          <p:nvPr/>
        </p:nvSpPr>
        <p:spPr>
          <a:xfrm rot="5400000">
            <a:off x="-1446160" y="226345"/>
            <a:ext cx="5229091" cy="197294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4" name="Arrow: Pentagon 13">
            <a:extLst>
              <a:ext uri="{FF2B5EF4-FFF2-40B4-BE49-F238E27FC236}">
                <a16:creationId xmlns:a16="http://schemas.microsoft.com/office/drawing/2014/main" id="{EED98E1A-8A98-6F20-8544-3008CE4AB4A6}"/>
              </a:ext>
            </a:extLst>
          </p:cNvPr>
          <p:cNvSpPr/>
          <p:nvPr/>
        </p:nvSpPr>
        <p:spPr>
          <a:xfrm rot="5400000">
            <a:off x="1117783" y="226346"/>
            <a:ext cx="5229091" cy="1972943"/>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dirty="0"/>
          </a:p>
        </p:txBody>
      </p:sp>
      <p:sp>
        <p:nvSpPr>
          <p:cNvPr id="15" name="Arrow: Pentagon 14">
            <a:extLst>
              <a:ext uri="{FF2B5EF4-FFF2-40B4-BE49-F238E27FC236}">
                <a16:creationId xmlns:a16="http://schemas.microsoft.com/office/drawing/2014/main" id="{083A9639-5C56-67CF-75ED-583B594A60CA}"/>
              </a:ext>
            </a:extLst>
          </p:cNvPr>
          <p:cNvSpPr/>
          <p:nvPr/>
        </p:nvSpPr>
        <p:spPr>
          <a:xfrm rot="5400000">
            <a:off x="5778370" y="122019"/>
            <a:ext cx="5229091" cy="210645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6" name="Arrow: Pentagon 15">
            <a:extLst>
              <a:ext uri="{FF2B5EF4-FFF2-40B4-BE49-F238E27FC236}">
                <a16:creationId xmlns:a16="http://schemas.microsoft.com/office/drawing/2014/main" id="{AEDFFDDC-23E3-6C5E-A11C-8CA9EA9B487B}"/>
              </a:ext>
            </a:extLst>
          </p:cNvPr>
          <p:cNvSpPr/>
          <p:nvPr/>
        </p:nvSpPr>
        <p:spPr>
          <a:xfrm rot="5400000">
            <a:off x="8091513" y="164961"/>
            <a:ext cx="5229091" cy="1874946"/>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7" name="Arrow: Pentagon 16">
            <a:extLst>
              <a:ext uri="{FF2B5EF4-FFF2-40B4-BE49-F238E27FC236}">
                <a16:creationId xmlns:a16="http://schemas.microsoft.com/office/drawing/2014/main" id="{9BD254F6-0245-89B2-63FF-9CD075CAEE5E}"/>
              </a:ext>
            </a:extLst>
          </p:cNvPr>
          <p:cNvSpPr/>
          <p:nvPr/>
        </p:nvSpPr>
        <p:spPr>
          <a:xfrm rot="5400000">
            <a:off x="3546681" y="176982"/>
            <a:ext cx="5229091" cy="1972942"/>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9" name="Wave 18">
            <a:extLst>
              <a:ext uri="{FF2B5EF4-FFF2-40B4-BE49-F238E27FC236}">
                <a16:creationId xmlns:a16="http://schemas.microsoft.com/office/drawing/2014/main" id="{EDB462E9-4466-F20E-86DC-503C7E26C0EF}"/>
              </a:ext>
            </a:extLst>
          </p:cNvPr>
          <p:cNvSpPr/>
          <p:nvPr/>
        </p:nvSpPr>
        <p:spPr>
          <a:xfrm>
            <a:off x="425303" y="3864935"/>
            <a:ext cx="10621926" cy="1398181"/>
          </a:xfrm>
          <a:prstGeom prst="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Amasis MT Pro Black" panose="020F0502020204030204" pitchFamily="18" charset="0"/>
              </a:rPr>
              <a:t>Consolers</a:t>
            </a:r>
            <a:endParaRPr lang="en-PK" sz="4400" b="1" dirty="0">
              <a:latin typeface="Amasis MT Pro Black" panose="020F0502020204030204" pitchFamily="18" charset="0"/>
            </a:endParaRPr>
          </a:p>
        </p:txBody>
      </p:sp>
      <p:sp>
        <p:nvSpPr>
          <p:cNvPr id="20" name="TextBox 19">
            <a:extLst>
              <a:ext uri="{FF2B5EF4-FFF2-40B4-BE49-F238E27FC236}">
                <a16:creationId xmlns:a16="http://schemas.microsoft.com/office/drawing/2014/main" id="{9EF4FA22-E979-423A-DD99-29A43FDFA15B}"/>
              </a:ext>
            </a:extLst>
          </p:cNvPr>
          <p:cNvSpPr txBox="1"/>
          <p:nvPr/>
        </p:nvSpPr>
        <p:spPr>
          <a:xfrm>
            <a:off x="160650" y="0"/>
            <a:ext cx="2073349" cy="523220"/>
          </a:xfrm>
          <a:prstGeom prst="rect">
            <a:avLst/>
          </a:prstGeom>
          <a:noFill/>
        </p:spPr>
        <p:txBody>
          <a:bodyPr wrap="square" rtlCol="0">
            <a:spAutoFit/>
          </a:bodyPr>
          <a:lstStyle/>
          <a:p>
            <a:pPr algn="ctr"/>
            <a:r>
              <a:rPr lang="en-US" sz="2800" b="1" dirty="0">
                <a:solidFill>
                  <a:schemeClr val="bg1">
                    <a:lumMod val="95000"/>
                  </a:schemeClr>
                </a:solidFill>
              </a:rPr>
              <a:t>Manthar Ali</a:t>
            </a:r>
            <a:endParaRPr lang="en-PK" sz="2800" b="1" dirty="0">
              <a:solidFill>
                <a:schemeClr val="bg1">
                  <a:lumMod val="95000"/>
                </a:schemeClr>
              </a:solidFill>
            </a:endParaRPr>
          </a:p>
        </p:txBody>
      </p:sp>
      <p:sp>
        <p:nvSpPr>
          <p:cNvPr id="21" name="TextBox 20">
            <a:extLst>
              <a:ext uri="{FF2B5EF4-FFF2-40B4-BE49-F238E27FC236}">
                <a16:creationId xmlns:a16="http://schemas.microsoft.com/office/drawing/2014/main" id="{D0A0EF98-5446-154A-F899-A4DE3633CE77}"/>
              </a:ext>
            </a:extLst>
          </p:cNvPr>
          <p:cNvSpPr txBox="1"/>
          <p:nvPr/>
        </p:nvSpPr>
        <p:spPr>
          <a:xfrm>
            <a:off x="2940209" y="0"/>
            <a:ext cx="1778591" cy="1077218"/>
          </a:xfrm>
          <a:prstGeom prst="rect">
            <a:avLst/>
          </a:prstGeom>
          <a:noFill/>
        </p:spPr>
        <p:txBody>
          <a:bodyPr wrap="square" rtlCol="0">
            <a:spAutoFit/>
          </a:bodyPr>
          <a:lstStyle/>
          <a:p>
            <a:r>
              <a:rPr lang="en-US" sz="3200" b="1" dirty="0">
                <a:solidFill>
                  <a:schemeClr val="bg1">
                    <a:lumMod val="95000"/>
                  </a:schemeClr>
                </a:solidFill>
              </a:rPr>
              <a:t>Vishaka </a:t>
            </a:r>
            <a:endParaRPr lang="en-PK" sz="3200" b="1" dirty="0">
              <a:solidFill>
                <a:schemeClr val="bg1">
                  <a:lumMod val="95000"/>
                </a:schemeClr>
              </a:solidFill>
            </a:endParaRPr>
          </a:p>
          <a:p>
            <a:endParaRPr lang="en-PK" sz="3200" b="1" dirty="0"/>
          </a:p>
        </p:txBody>
      </p:sp>
      <p:sp>
        <p:nvSpPr>
          <p:cNvPr id="22" name="TextBox 21">
            <a:extLst>
              <a:ext uri="{FF2B5EF4-FFF2-40B4-BE49-F238E27FC236}">
                <a16:creationId xmlns:a16="http://schemas.microsoft.com/office/drawing/2014/main" id="{05428729-99F6-1B89-E0DA-256F85F0647C}"/>
              </a:ext>
            </a:extLst>
          </p:cNvPr>
          <p:cNvSpPr txBox="1"/>
          <p:nvPr/>
        </p:nvSpPr>
        <p:spPr>
          <a:xfrm>
            <a:off x="5690982" y="559789"/>
            <a:ext cx="1778591" cy="1077218"/>
          </a:xfrm>
          <a:prstGeom prst="rect">
            <a:avLst/>
          </a:prstGeom>
          <a:noFill/>
        </p:spPr>
        <p:txBody>
          <a:bodyPr wrap="square" rtlCol="0">
            <a:spAutoFit/>
          </a:bodyPr>
          <a:lstStyle/>
          <a:p>
            <a:r>
              <a:rPr lang="en-US" sz="3200" b="1" dirty="0">
                <a:solidFill>
                  <a:schemeClr val="bg1">
                    <a:lumMod val="95000"/>
                  </a:schemeClr>
                </a:solidFill>
              </a:rPr>
              <a:t>Dua </a:t>
            </a:r>
            <a:endParaRPr lang="en-PK" sz="3200" b="1" dirty="0">
              <a:solidFill>
                <a:schemeClr val="bg1">
                  <a:lumMod val="95000"/>
                </a:schemeClr>
              </a:solidFill>
            </a:endParaRPr>
          </a:p>
          <a:p>
            <a:endParaRPr lang="en-PK" sz="3200" b="1" dirty="0"/>
          </a:p>
        </p:txBody>
      </p:sp>
      <p:sp>
        <p:nvSpPr>
          <p:cNvPr id="23" name="TextBox 22">
            <a:extLst>
              <a:ext uri="{FF2B5EF4-FFF2-40B4-BE49-F238E27FC236}">
                <a16:creationId xmlns:a16="http://schemas.microsoft.com/office/drawing/2014/main" id="{9B4D8B63-0663-6E61-1EFE-609DAF2B22D3}"/>
              </a:ext>
            </a:extLst>
          </p:cNvPr>
          <p:cNvSpPr txBox="1"/>
          <p:nvPr/>
        </p:nvSpPr>
        <p:spPr>
          <a:xfrm>
            <a:off x="7469573" y="1077218"/>
            <a:ext cx="1778591" cy="954107"/>
          </a:xfrm>
          <a:prstGeom prst="rect">
            <a:avLst/>
          </a:prstGeom>
          <a:noFill/>
        </p:spPr>
        <p:txBody>
          <a:bodyPr wrap="square" rtlCol="0">
            <a:spAutoFit/>
          </a:bodyPr>
          <a:lstStyle/>
          <a:p>
            <a:pPr algn="ctr"/>
            <a:r>
              <a:rPr lang="en-US" sz="2800" b="1" dirty="0">
                <a:solidFill>
                  <a:schemeClr val="bg1">
                    <a:lumMod val="95000"/>
                  </a:schemeClr>
                </a:solidFill>
              </a:rPr>
              <a:t>Abhishek </a:t>
            </a:r>
            <a:endParaRPr lang="en-PK" sz="2800" b="1" dirty="0">
              <a:solidFill>
                <a:schemeClr val="bg1">
                  <a:lumMod val="95000"/>
                </a:schemeClr>
              </a:solidFill>
            </a:endParaRPr>
          </a:p>
          <a:p>
            <a:pPr algn="ctr"/>
            <a:endParaRPr lang="en-PK" sz="2800" b="1" dirty="0"/>
          </a:p>
        </p:txBody>
      </p:sp>
      <p:sp>
        <p:nvSpPr>
          <p:cNvPr id="24" name="TextBox 23">
            <a:extLst>
              <a:ext uri="{FF2B5EF4-FFF2-40B4-BE49-F238E27FC236}">
                <a16:creationId xmlns:a16="http://schemas.microsoft.com/office/drawing/2014/main" id="{8D55009F-D0A5-214F-C007-891005254DFE}"/>
              </a:ext>
            </a:extLst>
          </p:cNvPr>
          <p:cNvSpPr txBox="1"/>
          <p:nvPr/>
        </p:nvSpPr>
        <p:spPr>
          <a:xfrm>
            <a:off x="10090460" y="1637007"/>
            <a:ext cx="1778591" cy="800219"/>
          </a:xfrm>
          <a:prstGeom prst="rect">
            <a:avLst/>
          </a:prstGeom>
          <a:noFill/>
        </p:spPr>
        <p:txBody>
          <a:bodyPr wrap="square" rtlCol="0">
            <a:spAutoFit/>
          </a:bodyPr>
          <a:lstStyle/>
          <a:p>
            <a:r>
              <a:rPr lang="en-US" sz="2800" b="1" dirty="0">
                <a:solidFill>
                  <a:schemeClr val="bg1">
                    <a:lumMod val="95000"/>
                  </a:schemeClr>
                </a:solidFill>
              </a:rPr>
              <a:t>Vishaka</a:t>
            </a:r>
            <a:r>
              <a:rPr lang="en-US" b="1" dirty="0">
                <a:solidFill>
                  <a:schemeClr val="bg1">
                    <a:lumMod val="95000"/>
                  </a:schemeClr>
                </a:solidFill>
              </a:rPr>
              <a:t> </a:t>
            </a:r>
            <a:endParaRPr lang="en-PK" sz="1800" b="1" dirty="0">
              <a:solidFill>
                <a:schemeClr val="bg1">
                  <a:lumMod val="95000"/>
                </a:schemeClr>
              </a:solidFill>
            </a:endParaRPr>
          </a:p>
          <a:p>
            <a:endParaRPr lang="en-PK" b="1" dirty="0"/>
          </a:p>
        </p:txBody>
      </p:sp>
    </p:spTree>
    <p:extLst>
      <p:ext uri="{BB962C8B-B14F-4D97-AF65-F5344CB8AC3E}">
        <p14:creationId xmlns:p14="http://schemas.microsoft.com/office/powerpoint/2010/main" val="1407761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1+#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0-#ppt_w/2"/>
                                          </p:val>
                                        </p:tav>
                                        <p:tav tm="100000">
                                          <p:val>
                                            <p:strVal val="#ppt_x"/>
                                          </p:val>
                                        </p:tav>
                                      </p:tavLst>
                                    </p:anim>
                                    <p:anim calcmode="lin" valueType="num">
                                      <p:cBhvr additive="base">
                                        <p:cTn id="3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62973-5E88-6EF9-51E6-FC14A39E4B19}"/>
              </a:ext>
            </a:extLst>
          </p:cNvPr>
          <p:cNvSpPr>
            <a:spLocks noGrp="1"/>
          </p:cNvSpPr>
          <p:nvPr>
            <p:ph type="title"/>
          </p:nvPr>
        </p:nvSpPr>
        <p:spPr/>
        <p:txBody>
          <a:bodyPr/>
          <a:lstStyle/>
          <a:p>
            <a:r>
              <a:rPr lang="en-US" dirty="0"/>
              <a:t>Guess the word…..</a:t>
            </a:r>
            <a:endParaRPr lang="en-PK" dirty="0"/>
          </a:p>
        </p:txBody>
      </p:sp>
      <p:pic>
        <p:nvPicPr>
          <p:cNvPr id="6146" name="Picture 2" descr="Helena Clayton | Seeing things differently">
            <a:extLst>
              <a:ext uri="{FF2B5EF4-FFF2-40B4-BE49-F238E27FC236}">
                <a16:creationId xmlns:a16="http://schemas.microsoft.com/office/drawing/2014/main" id="{3494D670-3F06-BE40-969B-BE04D2B3F3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4332" y="2386361"/>
            <a:ext cx="2379203" cy="208527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20,000+ Free Plus Sign &amp; Plus Images - Pixabay">
            <a:extLst>
              <a:ext uri="{FF2B5EF4-FFF2-40B4-BE49-F238E27FC236}">
                <a16:creationId xmlns:a16="http://schemas.microsoft.com/office/drawing/2014/main" id="{8950B399-3586-D75D-DE3F-E61B92AB599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753968" y="2611241"/>
            <a:ext cx="1583749" cy="1628079"/>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etter p - Free education icons">
            <a:extLst>
              <a:ext uri="{FF2B5EF4-FFF2-40B4-BE49-F238E27FC236}">
                <a16:creationId xmlns:a16="http://schemas.microsoft.com/office/drawing/2014/main" id="{C078918D-F969-0E1B-C3BB-9567BC658D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6398" y="2206080"/>
            <a:ext cx="2379203" cy="24384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20,000+ Free Plus Sign &amp; Plus Images - Pixabay">
            <a:extLst>
              <a:ext uri="{FF2B5EF4-FFF2-40B4-BE49-F238E27FC236}">
                <a16:creationId xmlns:a16="http://schemas.microsoft.com/office/drawing/2014/main" id="{35962CAE-BE59-494D-C2A7-8E15CB87F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8268" y="2611241"/>
            <a:ext cx="1583749" cy="1628079"/>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Pointing You Vector Images (over 2,100)">
            <a:extLst>
              <a:ext uri="{FF2B5EF4-FFF2-40B4-BE49-F238E27FC236}">
                <a16:creationId xmlns:a16="http://schemas.microsoft.com/office/drawing/2014/main" id="{DD57E50E-7D7F-E967-A251-3FB401F697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36152" y="2081325"/>
            <a:ext cx="2574538" cy="2687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04011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Teacher Teaching Vector Art, Icons, and Graphics for Free Download">
            <a:extLst>
              <a:ext uri="{FF2B5EF4-FFF2-40B4-BE49-F238E27FC236}">
                <a16:creationId xmlns:a16="http://schemas.microsoft.com/office/drawing/2014/main" id="{E206FDEE-6145-2C30-9BD6-E4A02C839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35043"/>
            <a:ext cx="2404018" cy="178791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Letter O, Alphabet, Graphic PNG">
            <a:extLst>
              <a:ext uri="{FF2B5EF4-FFF2-40B4-BE49-F238E27FC236}">
                <a16:creationId xmlns:a16="http://schemas.microsoft.com/office/drawing/2014/main" id="{093E66A0-F4DA-A323-7FAD-3194FC7D3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1492" y="2357436"/>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20,000+ Free Plus Sign &amp; Plus Images - Pixabay">
            <a:extLst>
              <a:ext uri="{FF2B5EF4-FFF2-40B4-BE49-F238E27FC236}">
                <a16:creationId xmlns:a16="http://schemas.microsoft.com/office/drawing/2014/main" id="{3D3391E4-855F-34E0-4D98-4533A206A65B}"/>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3330221" y="2943921"/>
            <a:ext cx="1275232" cy="9701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20,000+ Free Plus Sign &amp; Plus Images - Pixabay">
            <a:extLst>
              <a:ext uri="{FF2B5EF4-FFF2-40B4-BE49-F238E27FC236}">
                <a16:creationId xmlns:a16="http://schemas.microsoft.com/office/drawing/2014/main" id="{1ABC7E0C-AD42-34A3-DA31-85164C8D3C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8946" y="2943921"/>
            <a:ext cx="1275232" cy="97015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ARY News Urdu">
            <a:extLst>
              <a:ext uri="{FF2B5EF4-FFF2-40B4-BE49-F238E27FC236}">
                <a16:creationId xmlns:a16="http://schemas.microsoft.com/office/drawing/2014/main" id="{5F707543-AA29-0C56-2C27-011E6E83C2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3454" y="235743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182338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3A9AE-AFC3-57EC-18FD-C088DB3D719F}"/>
              </a:ext>
            </a:extLst>
          </p:cNvPr>
          <p:cNvSpPr>
            <a:spLocks noGrp="1"/>
          </p:cNvSpPr>
          <p:nvPr>
            <p:ph idx="1"/>
          </p:nvPr>
        </p:nvSpPr>
        <p:spPr>
          <a:xfrm>
            <a:off x="838200" y="490654"/>
            <a:ext cx="10515600" cy="5686309"/>
          </a:xfrm>
        </p:spPr>
        <p:txBody>
          <a:bodyPr/>
          <a:lstStyle/>
          <a:p>
            <a:endParaRPr lang="en-PK" dirty="0"/>
          </a:p>
        </p:txBody>
      </p:sp>
      <p:pic>
        <p:nvPicPr>
          <p:cNvPr id="8194" name="Picture 2" descr="Whatsapp Chat - Add Whatsapp Widget to website (fast and free)">
            <a:extLst>
              <a:ext uri="{FF2B5EF4-FFF2-40B4-BE49-F238E27FC236}">
                <a16:creationId xmlns:a16="http://schemas.microsoft.com/office/drawing/2014/main" id="{36E60C07-208E-5AFF-B7EA-FEAB3E1D62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561" y="2544568"/>
            <a:ext cx="2064341" cy="2386361"/>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42,112 Capital Letter G Royalty-Free Photos and Stock Images | Shutterstock">
            <a:extLst>
              <a:ext uri="{FF2B5EF4-FFF2-40B4-BE49-F238E27FC236}">
                <a16:creationId xmlns:a16="http://schemas.microsoft.com/office/drawing/2014/main" id="{EDFBE788-EEAD-F9F3-BDA2-89E7B3BCEC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970" y="2929760"/>
            <a:ext cx="2288788" cy="148032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20,000+ Free Plus Sign &amp; Plus Images - Pixabay">
            <a:extLst>
              <a:ext uri="{FF2B5EF4-FFF2-40B4-BE49-F238E27FC236}">
                <a16:creationId xmlns:a16="http://schemas.microsoft.com/office/drawing/2014/main" id="{37D79F3C-1931-7B95-4351-1DF387317B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3348" y="3224521"/>
            <a:ext cx="1275232" cy="97015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Pi Day: What Is Pi and Why Is It so Important? - Newsweek">
            <a:extLst>
              <a:ext uri="{FF2B5EF4-FFF2-40B4-BE49-F238E27FC236}">
                <a16:creationId xmlns:a16="http://schemas.microsoft.com/office/drawing/2014/main" id="{C9F2FB10-2CCB-7146-BB8C-767600F9A2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0305" y="2995070"/>
            <a:ext cx="1814070" cy="1485356"/>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Complete Guide to Oak Trees | BBC Gardeners World Magazine">
            <a:extLst>
              <a:ext uri="{FF2B5EF4-FFF2-40B4-BE49-F238E27FC236}">
                <a16:creationId xmlns:a16="http://schemas.microsoft.com/office/drawing/2014/main" id="{97E2FF50-C294-F653-62B0-6CD8F4F411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40500" y="2929761"/>
            <a:ext cx="1679357" cy="164847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20,000+ Free Plus Sign &amp; Plus Images - Pixabay">
            <a:extLst>
              <a:ext uri="{FF2B5EF4-FFF2-40B4-BE49-F238E27FC236}">
                <a16:creationId xmlns:a16="http://schemas.microsoft.com/office/drawing/2014/main" id="{F2E3FB28-41FE-BBD9-32EF-C90F5167C9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6394" y="3231168"/>
            <a:ext cx="1275232" cy="9701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20,000+ Free Plus Sign &amp; Plus Images - Pixabay">
            <a:extLst>
              <a:ext uri="{FF2B5EF4-FFF2-40B4-BE49-F238E27FC236}">
                <a16:creationId xmlns:a16="http://schemas.microsoft.com/office/drawing/2014/main" id="{8E20C934-0D32-455C-DF3E-9017E32584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4266" y="3660144"/>
            <a:ext cx="646233" cy="749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7242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AAFC80-2F0F-110A-E397-CF96F64A31FE}"/>
              </a:ext>
            </a:extLst>
          </p:cNvPr>
          <p:cNvSpPr>
            <a:spLocks noGrp="1"/>
          </p:cNvSpPr>
          <p:nvPr>
            <p:ph type="title"/>
          </p:nvPr>
        </p:nvSpPr>
        <p:spPr>
          <a:xfrm>
            <a:off x="838200" y="1641752"/>
            <a:ext cx="4391024" cy="1323439"/>
          </a:xfrm>
        </p:spPr>
        <p:txBody>
          <a:bodyPr anchor="t">
            <a:normAutofit/>
          </a:bodyPr>
          <a:lstStyle/>
          <a:p>
            <a:r>
              <a:rPr lang="en-US" sz="4000" dirty="0">
                <a:solidFill>
                  <a:schemeClr val="bg1"/>
                </a:solidFill>
              </a:rPr>
              <a:t>Ports</a:t>
            </a:r>
            <a:endParaRPr lang="en-PK" sz="4000" dirty="0">
              <a:solidFill>
                <a:schemeClr val="bg1"/>
              </a:solidFill>
            </a:endParaRPr>
          </a:p>
        </p:txBody>
      </p:sp>
      <p:sp>
        <p:nvSpPr>
          <p:cNvPr id="3" name="Content Placeholder 2">
            <a:extLst>
              <a:ext uri="{FF2B5EF4-FFF2-40B4-BE49-F238E27FC236}">
                <a16:creationId xmlns:a16="http://schemas.microsoft.com/office/drawing/2014/main" id="{54FA10A0-785C-5D97-FF18-F4664827D951}"/>
              </a:ext>
            </a:extLst>
          </p:cNvPr>
          <p:cNvSpPr>
            <a:spLocks noGrp="1"/>
          </p:cNvSpPr>
          <p:nvPr>
            <p:ph idx="1"/>
          </p:nvPr>
        </p:nvSpPr>
        <p:spPr>
          <a:xfrm>
            <a:off x="838200" y="3146400"/>
            <a:ext cx="4391024" cy="2454300"/>
          </a:xfrm>
        </p:spPr>
        <p:txBody>
          <a:bodyPr>
            <a:normAutofit/>
          </a:bodyPr>
          <a:lstStyle/>
          <a:p>
            <a:r>
              <a:rPr lang="en-US" sz="2400" b="1" dirty="0">
                <a:solidFill>
                  <a:schemeClr val="bg1">
                    <a:alpha val="80000"/>
                  </a:schemeClr>
                </a:solidFill>
              </a:rPr>
              <a:t>Serial Ports</a:t>
            </a:r>
            <a:r>
              <a:rPr lang="en-US" sz="2400" dirty="0">
                <a:solidFill>
                  <a:schemeClr val="bg1">
                    <a:alpha val="80000"/>
                  </a:schemeClr>
                </a:solidFill>
              </a:rPr>
              <a:t>: These are connectors that allow data to be transmitted one bit at a time, over a single wire</a:t>
            </a:r>
            <a:endParaRPr lang="en-PK" sz="2400" dirty="0">
              <a:solidFill>
                <a:schemeClr val="bg1">
                  <a:alpha val="80000"/>
                </a:schemeClr>
              </a:solidFill>
            </a:endParaRPr>
          </a:p>
        </p:txBody>
      </p:sp>
      <p:grpSp>
        <p:nvGrpSpPr>
          <p:cNvPr id="9225" name="Group 9224">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9226" name="Group 9225">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9230" name="Freeform: Shape 9229">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231" name="Freeform: Shape 9230">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232" name="Group 9231">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9233" name="Freeform: Shape 9232">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234" name="Freeform: Shape 9233">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9218" name="Picture 2" descr="What is a Serial Port?">
            <a:extLst>
              <a:ext uri="{FF2B5EF4-FFF2-40B4-BE49-F238E27FC236}">
                <a16:creationId xmlns:a16="http://schemas.microsoft.com/office/drawing/2014/main" id="{93203848-BB10-8F43-920F-EBE4ADAD930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41932" y="1790228"/>
            <a:ext cx="4369112" cy="2184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477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41109-ADC9-FF75-DE6F-74CB4AD1315C}"/>
              </a:ext>
            </a:extLst>
          </p:cNvPr>
          <p:cNvSpPr>
            <a:spLocks noGrp="1"/>
          </p:cNvSpPr>
          <p:nvPr>
            <p:ph type="title"/>
          </p:nvPr>
        </p:nvSpPr>
        <p:spPr/>
        <p:txBody>
          <a:bodyPr/>
          <a:lstStyle/>
          <a:p>
            <a:r>
              <a:rPr lang="en-US" dirty="0"/>
              <a:t>Advantages</a:t>
            </a:r>
            <a:endParaRPr lang="en-PK" dirty="0"/>
          </a:p>
        </p:txBody>
      </p:sp>
      <p:sp>
        <p:nvSpPr>
          <p:cNvPr id="3" name="Content Placeholder 2">
            <a:extLst>
              <a:ext uri="{FF2B5EF4-FFF2-40B4-BE49-F238E27FC236}">
                <a16:creationId xmlns:a16="http://schemas.microsoft.com/office/drawing/2014/main" id="{4BB4D73B-A503-7F6A-E16C-9A38ADC5B591}"/>
              </a:ext>
            </a:extLst>
          </p:cNvPr>
          <p:cNvSpPr>
            <a:spLocks noGrp="1"/>
          </p:cNvSpPr>
          <p:nvPr>
            <p:ph idx="1"/>
          </p:nvPr>
        </p:nvSpPr>
        <p:spPr/>
        <p:txBody>
          <a:bodyPr/>
          <a:lstStyle/>
          <a:p>
            <a:r>
              <a:rPr kumimoji="0" lang="en-PK" altLang="en-PK" sz="2800" b="1" i="0" u="none" strike="noStrike" cap="none" normalizeH="0" baseline="0" dirty="0">
                <a:ln>
                  <a:noFill/>
                </a:ln>
                <a:solidFill>
                  <a:schemeClr val="tx1"/>
                </a:solidFill>
                <a:effectLst/>
                <a:latin typeface="Arial" panose="020B0604020202020204" pitchFamily="34" charset="0"/>
              </a:rPr>
              <a:t>Longer Transmission Distance</a:t>
            </a:r>
            <a:endParaRPr kumimoji="0" lang="en-US" altLang="en-PK" sz="2800" b="1" i="0" u="none" strike="noStrike" cap="none" normalizeH="0" baseline="0" dirty="0">
              <a:ln>
                <a:noFill/>
              </a:ln>
              <a:solidFill>
                <a:schemeClr val="tx1"/>
              </a:solidFill>
              <a:effectLst/>
              <a:latin typeface="Arial" panose="020B0604020202020204" pitchFamily="34" charset="0"/>
            </a:endParaRPr>
          </a:p>
          <a:p>
            <a:r>
              <a:rPr kumimoji="0" lang="en-PK" altLang="en-PK" sz="2800" b="1" i="0" u="none" strike="noStrike" cap="none" normalizeH="0" baseline="0" dirty="0">
                <a:ln>
                  <a:noFill/>
                </a:ln>
                <a:solidFill>
                  <a:schemeClr val="tx1"/>
                </a:solidFill>
                <a:effectLst/>
                <a:latin typeface="Arial" panose="020B0604020202020204" pitchFamily="34" charset="0"/>
              </a:rPr>
              <a:t>Lower Manufacturing Costs</a:t>
            </a:r>
            <a:endParaRPr kumimoji="0" lang="en-US" altLang="en-PK" sz="2800" b="1" i="0" u="none" strike="noStrike" cap="none" normalizeH="0" baseline="0" dirty="0">
              <a:ln>
                <a:noFill/>
              </a:ln>
              <a:solidFill>
                <a:schemeClr val="tx1"/>
              </a:solidFill>
              <a:effectLst/>
              <a:latin typeface="Arial" panose="020B0604020202020204" pitchFamily="34" charset="0"/>
            </a:endParaRPr>
          </a:p>
          <a:p>
            <a:r>
              <a:rPr kumimoji="0" lang="en-PK" altLang="en-PK" sz="2800" b="1" i="0" u="none" strike="noStrike" cap="none" normalizeH="0" baseline="0" dirty="0">
                <a:ln>
                  <a:noFill/>
                </a:ln>
                <a:solidFill>
                  <a:schemeClr val="tx1"/>
                </a:solidFill>
                <a:effectLst/>
                <a:latin typeface="Arial" panose="020B0604020202020204" pitchFamily="34" charset="0"/>
              </a:rPr>
              <a:t>Less Susceptible to Interference</a:t>
            </a:r>
            <a:endParaRPr lang="en-PK" dirty="0"/>
          </a:p>
        </p:txBody>
      </p:sp>
    </p:spTree>
    <p:extLst>
      <p:ext uri="{BB962C8B-B14F-4D97-AF65-F5344CB8AC3E}">
        <p14:creationId xmlns:p14="http://schemas.microsoft.com/office/powerpoint/2010/main" val="269422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6B178B-1A4B-EA9F-E4EA-633EC677CA55}"/>
              </a:ext>
            </a:extLst>
          </p:cNvPr>
          <p:cNvSpPr>
            <a:spLocks noGrp="1"/>
          </p:cNvSpPr>
          <p:nvPr>
            <p:ph idx="1"/>
          </p:nvPr>
        </p:nvSpPr>
        <p:spPr>
          <a:xfrm>
            <a:off x="838200" y="3146400"/>
            <a:ext cx="4391024" cy="2454300"/>
          </a:xfrm>
        </p:spPr>
        <p:txBody>
          <a:bodyPr>
            <a:normAutofit/>
          </a:bodyPr>
          <a:lstStyle/>
          <a:p>
            <a:r>
              <a:rPr lang="en-US" sz="2400">
                <a:solidFill>
                  <a:schemeClr val="bg1">
                    <a:alpha val="80000"/>
                  </a:schemeClr>
                </a:solidFill>
              </a:rPr>
              <a:t>A </a:t>
            </a:r>
            <a:r>
              <a:rPr lang="en-US" sz="2400" b="1">
                <a:solidFill>
                  <a:schemeClr val="bg1">
                    <a:alpha val="80000"/>
                  </a:schemeClr>
                </a:solidFill>
              </a:rPr>
              <a:t>parallel port</a:t>
            </a:r>
            <a:r>
              <a:rPr lang="en-US" sz="2400">
                <a:solidFill>
                  <a:schemeClr val="bg1">
                    <a:alpha val="80000"/>
                  </a:schemeClr>
                </a:solidFill>
              </a:rPr>
              <a:t> is a type of connection that allows multiple bits of data to be sent at once, using several wires. This makes it faster than a serial port for short-distance communication</a:t>
            </a:r>
            <a:endParaRPr lang="en-PK" sz="2400">
              <a:solidFill>
                <a:schemeClr val="bg1">
                  <a:alpha val="80000"/>
                </a:schemeClr>
              </a:solidFill>
            </a:endParaRPr>
          </a:p>
        </p:txBody>
      </p:sp>
      <p:grpSp>
        <p:nvGrpSpPr>
          <p:cNvPr id="11275" name="Group 11274">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11276" name="Group 11275">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11280" name="Freeform: Shape 11279">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81" name="Freeform: Shape 11280">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1277" name="Group 11276">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11278" name="Freeform: Shape 11277">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279" name="Freeform: Shape 11278">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11268" name="Picture 4" descr="20,000+ Free Parallel Port &amp; Port Images - Pixabay">
            <a:extLst>
              <a:ext uri="{FF2B5EF4-FFF2-40B4-BE49-F238E27FC236}">
                <a16:creationId xmlns:a16="http://schemas.microsoft.com/office/drawing/2014/main" id="{F89C7C39-A7F3-0479-7D4E-DEDE3629651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41932" y="1790228"/>
            <a:ext cx="4369112" cy="2184556"/>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20,000+ Free Parallel Port &amp; Port Images - Pixabay">
            <a:extLst>
              <a:ext uri="{FF2B5EF4-FFF2-40B4-BE49-F238E27FC236}">
                <a16:creationId xmlns:a16="http://schemas.microsoft.com/office/drawing/2014/main" id="{958ED64F-D2BC-7918-6999-40F9268CB5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Tree>
    <p:extLst>
      <p:ext uri="{BB962C8B-B14F-4D97-AF65-F5344CB8AC3E}">
        <p14:creationId xmlns:p14="http://schemas.microsoft.com/office/powerpoint/2010/main" val="25165491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D29B8-C9DD-954F-4C58-977234942CBE}"/>
              </a:ext>
            </a:extLst>
          </p:cNvPr>
          <p:cNvSpPr>
            <a:spLocks noGrp="1"/>
          </p:cNvSpPr>
          <p:nvPr>
            <p:ph type="title"/>
          </p:nvPr>
        </p:nvSpPr>
        <p:spPr/>
        <p:txBody>
          <a:bodyPr/>
          <a:lstStyle/>
          <a:p>
            <a:r>
              <a:rPr lang="en-US" dirty="0"/>
              <a:t>Advantage</a:t>
            </a:r>
            <a:endParaRPr lang="en-PK" dirty="0"/>
          </a:p>
        </p:txBody>
      </p:sp>
      <p:sp>
        <p:nvSpPr>
          <p:cNvPr id="3" name="Content Placeholder 2">
            <a:extLst>
              <a:ext uri="{FF2B5EF4-FFF2-40B4-BE49-F238E27FC236}">
                <a16:creationId xmlns:a16="http://schemas.microsoft.com/office/drawing/2014/main" id="{2F7513F5-849F-3D36-3705-9CDEE65C2C95}"/>
              </a:ext>
            </a:extLst>
          </p:cNvPr>
          <p:cNvSpPr>
            <a:spLocks noGrp="1"/>
          </p:cNvSpPr>
          <p:nvPr>
            <p:ph idx="1"/>
          </p:nvPr>
        </p:nvSpPr>
        <p:spPr/>
        <p:txBody>
          <a:bodyPr/>
          <a:lstStyle/>
          <a:p>
            <a:r>
              <a:rPr lang="en-US" b="1" dirty="0"/>
              <a:t>Faster Data Transfer</a:t>
            </a:r>
            <a:r>
              <a:rPr lang="en-US" dirty="0"/>
              <a:t>:</a:t>
            </a:r>
          </a:p>
          <a:p>
            <a:r>
              <a:rPr lang="en-US" b="1" dirty="0"/>
              <a:t>Easy Implementation</a:t>
            </a:r>
            <a:r>
              <a:rPr lang="en-US" dirty="0"/>
              <a:t>:</a:t>
            </a:r>
          </a:p>
          <a:p>
            <a:r>
              <a:rPr lang="en-US" b="1" dirty="0"/>
              <a:t>Support for DMA</a:t>
            </a:r>
            <a:r>
              <a:rPr lang="en-US" dirty="0"/>
              <a:t>:</a:t>
            </a:r>
            <a:endParaRPr lang="en-PK" dirty="0"/>
          </a:p>
        </p:txBody>
      </p:sp>
    </p:spTree>
    <p:extLst>
      <p:ext uri="{BB962C8B-B14F-4D97-AF65-F5344CB8AC3E}">
        <p14:creationId xmlns:p14="http://schemas.microsoft.com/office/powerpoint/2010/main" val="428015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xit" presetSubtype="0" fill="hold" grpId="0" nodeType="clickEffect">
                                  <p:stCondLst>
                                    <p:cond delay="0"/>
                                  </p:stCondLst>
                                  <p:childTnLst>
                                    <p:animEffect transition="out" filter="wipe(down)">
                                      <p:cBhvr>
                                        <p:cTn id="11" dur="180" accel="50000">
                                          <p:stCondLst>
                                            <p:cond delay="1820"/>
                                          </p:stCondLst>
                                        </p:cTn>
                                        <p:tgtEl>
                                          <p:spTgt spid="3">
                                            <p:txEl>
                                              <p:pRg st="0" end="0"/>
                                            </p:txEl>
                                          </p:spTgt>
                                        </p:tgtEl>
                                      </p:cBhvr>
                                    </p:animEffect>
                                    <p:anim calcmode="lin" valueType="num">
                                      <p:cBhvr>
                                        <p:cTn id="12" dur="1822" tmFilter="0,0; 0.14,0.31; 0.43,0.73; 0.71,0.91; 1.0,1.0">
                                          <p:stCondLst>
                                            <p:cond delay="0"/>
                                          </p:stCondLst>
                                        </p:cTn>
                                        <p:tgtEl>
                                          <p:spTgt spid="3">
                                            <p:txEl>
                                              <p:pRg st="0" end="0"/>
                                            </p:txEl>
                                          </p:spTgt>
                                        </p:tgtEl>
                                        <p:attrNameLst>
                                          <p:attrName>ppt_x</p:attrName>
                                        </p:attrNameLst>
                                      </p:cBhvr>
                                      <p:tavLst>
                                        <p:tav tm="0">
                                          <p:val>
                                            <p:strVal val="ppt_x"/>
                                          </p:val>
                                        </p:tav>
                                        <p:tav tm="100000">
                                          <p:val>
                                            <p:strVal val="#ppt_x+0.25"/>
                                          </p:val>
                                        </p:tav>
                                      </p:tavLst>
                                    </p:anim>
                                    <p:anim calcmode="lin" valueType="num">
                                      <p:cBhvr>
                                        <p:cTn id="13" dur="178">
                                          <p:stCondLst>
                                            <p:cond delay="1822"/>
                                          </p:stCondLst>
                                        </p:cTn>
                                        <p:tgtEl>
                                          <p:spTgt spid="3">
                                            <p:txEl>
                                              <p:pRg st="0" end="0"/>
                                            </p:txEl>
                                          </p:spTgt>
                                        </p:tgtEl>
                                        <p:attrNameLst>
                                          <p:attrName>ppt_x</p:attrName>
                                        </p:attrNameLst>
                                      </p:cBhvr>
                                      <p:tavLst>
                                        <p:tav tm="0">
                                          <p:val>
                                            <p:strVal val="ppt_x"/>
                                          </p:val>
                                        </p:tav>
                                        <p:tav tm="100000">
                                          <p:val>
                                            <p:strVal val="ppt_x"/>
                                          </p:val>
                                        </p:tav>
                                      </p:tavLst>
                                    </p:anim>
                                    <p:anim calcmode="lin" valueType="num">
                                      <p:cBhvr>
                                        <p:cTn id="14" dur="664" tmFilter="0.0,0.0;0.25,0.07;0.50,0.2;0.75,0.467;1.0,1.0">
                                          <p:stCondLst>
                                            <p:cond delay="0"/>
                                          </p:stCondLst>
                                        </p:cTn>
                                        <p:tgtEl>
                                          <p:spTgt spid="3">
                                            <p:txEl>
                                              <p:pRg st="0" end="0"/>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5" dur="664" tmFilter="0, 0; 0.125,0.2665; 0.25,0.4; 0.375,0.465; 0.5,0.5;  0.625,0.535; 0.75,0.6; 0.875,0.7335; 1,1">
                                          <p:stCondLst>
                                            <p:cond delay="664"/>
                                          </p:stCondLst>
                                        </p:cTn>
                                        <p:tgtEl>
                                          <p:spTgt spid="3">
                                            <p:txEl>
                                              <p:pRg st="0" end="0"/>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6" dur="332" tmFilter="0, 0; 0.125,0.2665; 0.25,0.4; 0.375,0.465; 0.5,0.5;  0.625,0.535; 0.75,0.6; 0.875,0.7335; 1,1">
                                          <p:stCondLst>
                                            <p:cond delay="1324"/>
                                          </p:stCondLst>
                                        </p:cTn>
                                        <p:tgtEl>
                                          <p:spTgt spid="3">
                                            <p:txEl>
                                              <p:pRg st="0" end="0"/>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7" dur="164" tmFilter="0, 0; 0.125,0.2665; 0.25,0.4; 0.375,0.465; 0.5,0.5;  0.625,0.535; 0.75,0.6; 0.875,0.7335; 1,1">
                                          <p:stCondLst>
                                            <p:cond delay="1656"/>
                                          </p:stCondLst>
                                        </p:cTn>
                                        <p:tgtEl>
                                          <p:spTgt spid="3">
                                            <p:txEl>
                                              <p:pRg st="0" end="0"/>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8" dur="180" accel="50000">
                                          <p:stCondLst>
                                            <p:cond delay="1820"/>
                                          </p:stCondLst>
                                        </p:cTn>
                                        <p:tgtEl>
                                          <p:spTgt spid="3">
                                            <p:txEl>
                                              <p:pRg st="0" end="0"/>
                                            </p:txEl>
                                          </p:spTgt>
                                        </p:tgtEl>
                                        <p:attrNameLst>
                                          <p:attrName>ppt_y</p:attrName>
                                        </p:attrNameLst>
                                      </p:cBhvr>
                                      <p:tavLst>
                                        <p:tav tm="0">
                                          <p:val>
                                            <p:strVal val="ppt_y"/>
                                          </p:val>
                                        </p:tav>
                                        <p:tav tm="100000">
                                          <p:val>
                                            <p:strVal val="ppt_y+ppt_h"/>
                                          </p:val>
                                        </p:tav>
                                      </p:tavLst>
                                    </p:anim>
                                    <p:animScale>
                                      <p:cBhvr>
                                        <p:cTn id="19" dur="26">
                                          <p:stCondLst>
                                            <p:cond delay="620"/>
                                          </p:stCondLst>
                                        </p:cTn>
                                        <p:tgtEl>
                                          <p:spTgt spid="3">
                                            <p:txEl>
                                              <p:pRg st="0" end="0"/>
                                            </p:txEl>
                                          </p:spTgt>
                                        </p:tgtEl>
                                      </p:cBhvr>
                                      <p:to x="100000" y="60000"/>
                                    </p:animScale>
                                    <p:animScale>
                                      <p:cBhvr>
                                        <p:cTn id="20" dur="166" decel="50000">
                                          <p:stCondLst>
                                            <p:cond delay="646"/>
                                          </p:stCondLst>
                                        </p:cTn>
                                        <p:tgtEl>
                                          <p:spTgt spid="3">
                                            <p:txEl>
                                              <p:pRg st="0" end="0"/>
                                            </p:txEl>
                                          </p:spTgt>
                                        </p:tgtEl>
                                      </p:cBhvr>
                                      <p:to x="100000" y="100000"/>
                                    </p:animScale>
                                    <p:animScale>
                                      <p:cBhvr>
                                        <p:cTn id="21" dur="26">
                                          <p:stCondLst>
                                            <p:cond delay="1312"/>
                                          </p:stCondLst>
                                        </p:cTn>
                                        <p:tgtEl>
                                          <p:spTgt spid="3">
                                            <p:txEl>
                                              <p:pRg st="0" end="0"/>
                                            </p:txEl>
                                          </p:spTgt>
                                        </p:tgtEl>
                                      </p:cBhvr>
                                      <p:to x="100000" y="80000"/>
                                    </p:animScale>
                                    <p:animScale>
                                      <p:cBhvr>
                                        <p:cTn id="22" dur="166" decel="50000">
                                          <p:stCondLst>
                                            <p:cond delay="1338"/>
                                          </p:stCondLst>
                                        </p:cTn>
                                        <p:tgtEl>
                                          <p:spTgt spid="3">
                                            <p:txEl>
                                              <p:pRg st="0" end="0"/>
                                            </p:txEl>
                                          </p:spTgt>
                                        </p:tgtEl>
                                      </p:cBhvr>
                                      <p:to x="100000" y="100000"/>
                                    </p:animScale>
                                    <p:animScale>
                                      <p:cBhvr>
                                        <p:cTn id="23" dur="26">
                                          <p:stCondLst>
                                            <p:cond delay="1642"/>
                                          </p:stCondLst>
                                        </p:cTn>
                                        <p:tgtEl>
                                          <p:spTgt spid="3">
                                            <p:txEl>
                                              <p:pRg st="0" end="0"/>
                                            </p:txEl>
                                          </p:spTgt>
                                        </p:tgtEl>
                                      </p:cBhvr>
                                      <p:to x="100000" y="90000"/>
                                    </p:animScale>
                                    <p:animScale>
                                      <p:cBhvr>
                                        <p:cTn id="24" dur="166" decel="50000">
                                          <p:stCondLst>
                                            <p:cond delay="1668"/>
                                          </p:stCondLst>
                                        </p:cTn>
                                        <p:tgtEl>
                                          <p:spTgt spid="3">
                                            <p:txEl>
                                              <p:pRg st="0" end="0"/>
                                            </p:txEl>
                                          </p:spTgt>
                                        </p:tgtEl>
                                      </p:cBhvr>
                                      <p:to x="100000" y="100000"/>
                                    </p:animScale>
                                    <p:animScale>
                                      <p:cBhvr>
                                        <p:cTn id="25" dur="26">
                                          <p:stCondLst>
                                            <p:cond delay="1808"/>
                                          </p:stCondLst>
                                        </p:cTn>
                                        <p:tgtEl>
                                          <p:spTgt spid="3">
                                            <p:txEl>
                                              <p:pRg st="0" end="0"/>
                                            </p:txEl>
                                          </p:spTgt>
                                        </p:tgtEl>
                                      </p:cBhvr>
                                      <p:to x="100000" y="95000"/>
                                    </p:animScale>
                                    <p:animScale>
                                      <p:cBhvr>
                                        <p:cTn id="26" dur="166" decel="50000">
                                          <p:stCondLst>
                                            <p:cond delay="1834"/>
                                          </p:stCondLst>
                                        </p:cTn>
                                        <p:tgtEl>
                                          <p:spTgt spid="3">
                                            <p:txEl>
                                              <p:pRg st="0" end="0"/>
                                            </p:txEl>
                                          </p:spTgt>
                                        </p:tgtEl>
                                      </p:cBhvr>
                                      <p:to x="100000" y="100000"/>
                                    </p:animScale>
                                    <p:set>
                                      <p:cBhvr>
                                        <p:cTn id="27" dur="1" fill="hold">
                                          <p:stCondLst>
                                            <p:cond delay="1999"/>
                                          </p:stCondLst>
                                        </p:cTn>
                                        <p:tgtEl>
                                          <p:spTgt spid="3">
                                            <p:txEl>
                                              <p:pRg st="0" end="0"/>
                                            </p:txEl>
                                          </p:spTgt>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6" presetClass="exit" presetSubtype="0" fill="hold" grpId="0" nodeType="clickEffect">
                                  <p:stCondLst>
                                    <p:cond delay="0"/>
                                  </p:stCondLst>
                                  <p:childTnLst>
                                    <p:animEffect transition="out" filter="wipe(down)">
                                      <p:cBhvr>
                                        <p:cTn id="31" dur="180" accel="50000">
                                          <p:stCondLst>
                                            <p:cond delay="1820"/>
                                          </p:stCondLst>
                                        </p:cTn>
                                        <p:tgtEl>
                                          <p:spTgt spid="3">
                                            <p:txEl>
                                              <p:pRg st="1" end="1"/>
                                            </p:txEl>
                                          </p:spTgt>
                                        </p:tgtEl>
                                      </p:cBhvr>
                                    </p:animEffect>
                                    <p:anim calcmode="lin" valueType="num">
                                      <p:cBhvr>
                                        <p:cTn id="32" dur="1822" tmFilter="0,0; 0.14,0.31; 0.43,0.73; 0.71,0.91; 1.0,1.0">
                                          <p:stCondLst>
                                            <p:cond delay="0"/>
                                          </p:stCondLst>
                                        </p:cTn>
                                        <p:tgtEl>
                                          <p:spTgt spid="3">
                                            <p:txEl>
                                              <p:pRg st="1" end="1"/>
                                            </p:txEl>
                                          </p:spTgt>
                                        </p:tgtEl>
                                        <p:attrNameLst>
                                          <p:attrName>ppt_x</p:attrName>
                                        </p:attrNameLst>
                                      </p:cBhvr>
                                      <p:tavLst>
                                        <p:tav tm="0">
                                          <p:val>
                                            <p:strVal val="ppt_x"/>
                                          </p:val>
                                        </p:tav>
                                        <p:tav tm="100000">
                                          <p:val>
                                            <p:strVal val="#ppt_x+0.25"/>
                                          </p:val>
                                        </p:tav>
                                      </p:tavLst>
                                    </p:anim>
                                    <p:anim calcmode="lin" valueType="num">
                                      <p:cBhvr>
                                        <p:cTn id="33" dur="178">
                                          <p:stCondLst>
                                            <p:cond delay="1822"/>
                                          </p:stCondLst>
                                        </p:cTn>
                                        <p:tgtEl>
                                          <p:spTgt spid="3">
                                            <p:txEl>
                                              <p:pRg st="1" end="1"/>
                                            </p:txEl>
                                          </p:spTgt>
                                        </p:tgtEl>
                                        <p:attrNameLst>
                                          <p:attrName>ppt_x</p:attrName>
                                        </p:attrNameLst>
                                      </p:cBhvr>
                                      <p:tavLst>
                                        <p:tav tm="0">
                                          <p:val>
                                            <p:strVal val="ppt_x"/>
                                          </p:val>
                                        </p:tav>
                                        <p:tav tm="100000">
                                          <p:val>
                                            <p:strVal val="ppt_x"/>
                                          </p:val>
                                        </p:tav>
                                      </p:tavLst>
                                    </p:anim>
                                    <p:anim calcmode="lin" valueType="num">
                                      <p:cBhvr>
                                        <p:cTn id="34" dur="664" tmFilter="0.0,0.0;0.25,0.07;0.50,0.2;0.75,0.467;1.0,1.0">
                                          <p:stCondLst>
                                            <p:cond delay="0"/>
                                          </p:stCondLst>
                                        </p:cTn>
                                        <p:tgtEl>
                                          <p:spTgt spid="3">
                                            <p:txEl>
                                              <p:pRg st="1" end="1"/>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5" dur="664" tmFilter="0, 0; 0.125,0.2665; 0.25,0.4; 0.375,0.465; 0.5,0.5;  0.625,0.535; 0.75,0.6; 0.875,0.7335; 1,1">
                                          <p:stCondLst>
                                            <p:cond delay="664"/>
                                          </p:stCondLst>
                                        </p:cTn>
                                        <p:tgtEl>
                                          <p:spTgt spid="3">
                                            <p:txEl>
                                              <p:pRg st="1" end="1"/>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6" dur="332" tmFilter="0, 0; 0.125,0.2665; 0.25,0.4; 0.375,0.465; 0.5,0.5;  0.625,0.535; 0.75,0.6; 0.875,0.7335; 1,1">
                                          <p:stCondLst>
                                            <p:cond delay="1324"/>
                                          </p:stCondLst>
                                        </p:cTn>
                                        <p:tgtEl>
                                          <p:spTgt spid="3">
                                            <p:txEl>
                                              <p:pRg st="1" end="1"/>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7" dur="164" tmFilter="0, 0; 0.125,0.2665; 0.25,0.4; 0.375,0.465; 0.5,0.5;  0.625,0.535; 0.75,0.6; 0.875,0.7335; 1,1">
                                          <p:stCondLst>
                                            <p:cond delay="1656"/>
                                          </p:stCondLst>
                                        </p:cTn>
                                        <p:tgtEl>
                                          <p:spTgt spid="3">
                                            <p:txEl>
                                              <p:pRg st="1" end="1"/>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8" dur="180" accel="50000">
                                          <p:stCondLst>
                                            <p:cond delay="1820"/>
                                          </p:stCondLst>
                                        </p:cTn>
                                        <p:tgtEl>
                                          <p:spTgt spid="3">
                                            <p:txEl>
                                              <p:pRg st="1" end="1"/>
                                            </p:txEl>
                                          </p:spTgt>
                                        </p:tgtEl>
                                        <p:attrNameLst>
                                          <p:attrName>ppt_y</p:attrName>
                                        </p:attrNameLst>
                                      </p:cBhvr>
                                      <p:tavLst>
                                        <p:tav tm="0">
                                          <p:val>
                                            <p:strVal val="ppt_y"/>
                                          </p:val>
                                        </p:tav>
                                        <p:tav tm="100000">
                                          <p:val>
                                            <p:strVal val="ppt_y+ppt_h"/>
                                          </p:val>
                                        </p:tav>
                                      </p:tavLst>
                                    </p:anim>
                                    <p:animScale>
                                      <p:cBhvr>
                                        <p:cTn id="39" dur="26">
                                          <p:stCondLst>
                                            <p:cond delay="620"/>
                                          </p:stCondLst>
                                        </p:cTn>
                                        <p:tgtEl>
                                          <p:spTgt spid="3">
                                            <p:txEl>
                                              <p:pRg st="1" end="1"/>
                                            </p:txEl>
                                          </p:spTgt>
                                        </p:tgtEl>
                                      </p:cBhvr>
                                      <p:to x="100000" y="60000"/>
                                    </p:animScale>
                                    <p:animScale>
                                      <p:cBhvr>
                                        <p:cTn id="40" dur="166" decel="50000">
                                          <p:stCondLst>
                                            <p:cond delay="646"/>
                                          </p:stCondLst>
                                        </p:cTn>
                                        <p:tgtEl>
                                          <p:spTgt spid="3">
                                            <p:txEl>
                                              <p:pRg st="1" end="1"/>
                                            </p:txEl>
                                          </p:spTgt>
                                        </p:tgtEl>
                                      </p:cBhvr>
                                      <p:to x="100000" y="100000"/>
                                    </p:animScale>
                                    <p:animScale>
                                      <p:cBhvr>
                                        <p:cTn id="41" dur="26">
                                          <p:stCondLst>
                                            <p:cond delay="1312"/>
                                          </p:stCondLst>
                                        </p:cTn>
                                        <p:tgtEl>
                                          <p:spTgt spid="3">
                                            <p:txEl>
                                              <p:pRg st="1" end="1"/>
                                            </p:txEl>
                                          </p:spTgt>
                                        </p:tgtEl>
                                      </p:cBhvr>
                                      <p:to x="100000" y="80000"/>
                                    </p:animScale>
                                    <p:animScale>
                                      <p:cBhvr>
                                        <p:cTn id="42" dur="166" decel="50000">
                                          <p:stCondLst>
                                            <p:cond delay="1338"/>
                                          </p:stCondLst>
                                        </p:cTn>
                                        <p:tgtEl>
                                          <p:spTgt spid="3">
                                            <p:txEl>
                                              <p:pRg st="1" end="1"/>
                                            </p:txEl>
                                          </p:spTgt>
                                        </p:tgtEl>
                                      </p:cBhvr>
                                      <p:to x="100000" y="100000"/>
                                    </p:animScale>
                                    <p:animScale>
                                      <p:cBhvr>
                                        <p:cTn id="43" dur="26">
                                          <p:stCondLst>
                                            <p:cond delay="1642"/>
                                          </p:stCondLst>
                                        </p:cTn>
                                        <p:tgtEl>
                                          <p:spTgt spid="3">
                                            <p:txEl>
                                              <p:pRg st="1" end="1"/>
                                            </p:txEl>
                                          </p:spTgt>
                                        </p:tgtEl>
                                      </p:cBhvr>
                                      <p:to x="100000" y="90000"/>
                                    </p:animScale>
                                    <p:animScale>
                                      <p:cBhvr>
                                        <p:cTn id="44" dur="166" decel="50000">
                                          <p:stCondLst>
                                            <p:cond delay="1668"/>
                                          </p:stCondLst>
                                        </p:cTn>
                                        <p:tgtEl>
                                          <p:spTgt spid="3">
                                            <p:txEl>
                                              <p:pRg st="1" end="1"/>
                                            </p:txEl>
                                          </p:spTgt>
                                        </p:tgtEl>
                                      </p:cBhvr>
                                      <p:to x="100000" y="100000"/>
                                    </p:animScale>
                                    <p:animScale>
                                      <p:cBhvr>
                                        <p:cTn id="45" dur="26">
                                          <p:stCondLst>
                                            <p:cond delay="1808"/>
                                          </p:stCondLst>
                                        </p:cTn>
                                        <p:tgtEl>
                                          <p:spTgt spid="3">
                                            <p:txEl>
                                              <p:pRg st="1" end="1"/>
                                            </p:txEl>
                                          </p:spTgt>
                                        </p:tgtEl>
                                      </p:cBhvr>
                                      <p:to x="100000" y="95000"/>
                                    </p:animScale>
                                    <p:animScale>
                                      <p:cBhvr>
                                        <p:cTn id="46" dur="166" decel="50000">
                                          <p:stCondLst>
                                            <p:cond delay="1834"/>
                                          </p:stCondLst>
                                        </p:cTn>
                                        <p:tgtEl>
                                          <p:spTgt spid="3">
                                            <p:txEl>
                                              <p:pRg st="1" end="1"/>
                                            </p:txEl>
                                          </p:spTgt>
                                        </p:tgtEl>
                                      </p:cBhvr>
                                      <p:to x="100000" y="100000"/>
                                    </p:animScale>
                                    <p:set>
                                      <p:cBhvr>
                                        <p:cTn id="47" dur="1" fill="hold">
                                          <p:stCondLst>
                                            <p:cond delay="1999"/>
                                          </p:stCondLst>
                                        </p:cTn>
                                        <p:tgtEl>
                                          <p:spTgt spid="3">
                                            <p:txEl>
                                              <p:pRg st="1" end="1"/>
                                            </p:txEl>
                                          </p:spTgt>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6" presetClass="exit" presetSubtype="0" fill="hold" grpId="0" nodeType="clickEffect">
                                  <p:stCondLst>
                                    <p:cond delay="0"/>
                                  </p:stCondLst>
                                  <p:childTnLst>
                                    <p:animEffect transition="out" filter="wipe(down)">
                                      <p:cBhvr>
                                        <p:cTn id="51" dur="180" accel="50000">
                                          <p:stCondLst>
                                            <p:cond delay="1820"/>
                                          </p:stCondLst>
                                        </p:cTn>
                                        <p:tgtEl>
                                          <p:spTgt spid="3">
                                            <p:txEl>
                                              <p:pRg st="2" end="2"/>
                                            </p:txEl>
                                          </p:spTgt>
                                        </p:tgtEl>
                                      </p:cBhvr>
                                    </p:animEffect>
                                    <p:anim calcmode="lin" valueType="num">
                                      <p:cBhvr>
                                        <p:cTn id="52" dur="1822" tmFilter="0,0; 0.14,0.31; 0.43,0.73; 0.71,0.91; 1.0,1.0">
                                          <p:stCondLst>
                                            <p:cond delay="0"/>
                                          </p:stCondLst>
                                        </p:cTn>
                                        <p:tgtEl>
                                          <p:spTgt spid="3">
                                            <p:txEl>
                                              <p:pRg st="2" end="2"/>
                                            </p:txEl>
                                          </p:spTgt>
                                        </p:tgtEl>
                                        <p:attrNameLst>
                                          <p:attrName>ppt_x</p:attrName>
                                        </p:attrNameLst>
                                      </p:cBhvr>
                                      <p:tavLst>
                                        <p:tav tm="0">
                                          <p:val>
                                            <p:strVal val="ppt_x"/>
                                          </p:val>
                                        </p:tav>
                                        <p:tav tm="100000">
                                          <p:val>
                                            <p:strVal val="#ppt_x+0.25"/>
                                          </p:val>
                                        </p:tav>
                                      </p:tavLst>
                                    </p:anim>
                                    <p:anim calcmode="lin" valueType="num">
                                      <p:cBhvr>
                                        <p:cTn id="53" dur="178">
                                          <p:stCondLst>
                                            <p:cond delay="1822"/>
                                          </p:stCondLst>
                                        </p:cTn>
                                        <p:tgtEl>
                                          <p:spTgt spid="3">
                                            <p:txEl>
                                              <p:pRg st="2" end="2"/>
                                            </p:txEl>
                                          </p:spTgt>
                                        </p:tgtEl>
                                        <p:attrNameLst>
                                          <p:attrName>ppt_x</p:attrName>
                                        </p:attrNameLst>
                                      </p:cBhvr>
                                      <p:tavLst>
                                        <p:tav tm="0">
                                          <p:val>
                                            <p:strVal val="ppt_x"/>
                                          </p:val>
                                        </p:tav>
                                        <p:tav tm="100000">
                                          <p:val>
                                            <p:strVal val="ppt_x"/>
                                          </p:val>
                                        </p:tav>
                                      </p:tavLst>
                                    </p:anim>
                                    <p:anim calcmode="lin" valueType="num">
                                      <p:cBhvr>
                                        <p:cTn id="54" dur="664" tmFilter="0.0,0.0;0.25,0.07;0.50,0.2;0.75,0.467;1.0,1.0">
                                          <p:stCondLst>
                                            <p:cond delay="0"/>
                                          </p:stCondLst>
                                        </p:cTn>
                                        <p:tgtEl>
                                          <p:spTgt spid="3">
                                            <p:txEl>
                                              <p:pRg st="2" end="2"/>
                                            </p:txEl>
                                          </p:spTgt>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55" dur="664" tmFilter="0, 0; 0.125,0.2665; 0.25,0.4; 0.375,0.465; 0.5,0.5;  0.625,0.535; 0.75,0.6; 0.875,0.7335; 1,1">
                                          <p:stCondLst>
                                            <p:cond delay="664"/>
                                          </p:stCondLst>
                                        </p:cTn>
                                        <p:tgtEl>
                                          <p:spTgt spid="3">
                                            <p:txEl>
                                              <p:pRg st="2" end="2"/>
                                            </p:txEl>
                                          </p:spTgt>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56" dur="332" tmFilter="0, 0; 0.125,0.2665; 0.25,0.4; 0.375,0.465; 0.5,0.5;  0.625,0.535; 0.75,0.6; 0.875,0.7335; 1,1">
                                          <p:stCondLst>
                                            <p:cond delay="1324"/>
                                          </p:stCondLst>
                                        </p:cTn>
                                        <p:tgtEl>
                                          <p:spTgt spid="3">
                                            <p:txEl>
                                              <p:pRg st="2" end="2"/>
                                            </p:txEl>
                                          </p:spTgt>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57" dur="164" tmFilter="0, 0; 0.125,0.2665; 0.25,0.4; 0.375,0.465; 0.5,0.5;  0.625,0.535; 0.75,0.6; 0.875,0.7335; 1,1">
                                          <p:stCondLst>
                                            <p:cond delay="1656"/>
                                          </p:stCondLst>
                                        </p:cTn>
                                        <p:tgtEl>
                                          <p:spTgt spid="3">
                                            <p:txEl>
                                              <p:pRg st="2" end="2"/>
                                            </p:txEl>
                                          </p:spTgt>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58" dur="180" accel="50000">
                                          <p:stCondLst>
                                            <p:cond delay="1820"/>
                                          </p:stCondLst>
                                        </p:cTn>
                                        <p:tgtEl>
                                          <p:spTgt spid="3">
                                            <p:txEl>
                                              <p:pRg st="2" end="2"/>
                                            </p:txEl>
                                          </p:spTgt>
                                        </p:tgtEl>
                                        <p:attrNameLst>
                                          <p:attrName>ppt_y</p:attrName>
                                        </p:attrNameLst>
                                      </p:cBhvr>
                                      <p:tavLst>
                                        <p:tav tm="0">
                                          <p:val>
                                            <p:strVal val="ppt_y"/>
                                          </p:val>
                                        </p:tav>
                                        <p:tav tm="100000">
                                          <p:val>
                                            <p:strVal val="ppt_y+ppt_h"/>
                                          </p:val>
                                        </p:tav>
                                      </p:tavLst>
                                    </p:anim>
                                    <p:animScale>
                                      <p:cBhvr>
                                        <p:cTn id="59" dur="26">
                                          <p:stCondLst>
                                            <p:cond delay="620"/>
                                          </p:stCondLst>
                                        </p:cTn>
                                        <p:tgtEl>
                                          <p:spTgt spid="3">
                                            <p:txEl>
                                              <p:pRg st="2" end="2"/>
                                            </p:txEl>
                                          </p:spTgt>
                                        </p:tgtEl>
                                      </p:cBhvr>
                                      <p:to x="100000" y="60000"/>
                                    </p:animScale>
                                    <p:animScale>
                                      <p:cBhvr>
                                        <p:cTn id="60" dur="166" decel="50000">
                                          <p:stCondLst>
                                            <p:cond delay="646"/>
                                          </p:stCondLst>
                                        </p:cTn>
                                        <p:tgtEl>
                                          <p:spTgt spid="3">
                                            <p:txEl>
                                              <p:pRg st="2" end="2"/>
                                            </p:txEl>
                                          </p:spTgt>
                                        </p:tgtEl>
                                      </p:cBhvr>
                                      <p:to x="100000" y="100000"/>
                                    </p:animScale>
                                    <p:animScale>
                                      <p:cBhvr>
                                        <p:cTn id="61" dur="26">
                                          <p:stCondLst>
                                            <p:cond delay="1312"/>
                                          </p:stCondLst>
                                        </p:cTn>
                                        <p:tgtEl>
                                          <p:spTgt spid="3">
                                            <p:txEl>
                                              <p:pRg st="2" end="2"/>
                                            </p:txEl>
                                          </p:spTgt>
                                        </p:tgtEl>
                                      </p:cBhvr>
                                      <p:to x="100000" y="80000"/>
                                    </p:animScale>
                                    <p:animScale>
                                      <p:cBhvr>
                                        <p:cTn id="62" dur="166" decel="50000">
                                          <p:stCondLst>
                                            <p:cond delay="1338"/>
                                          </p:stCondLst>
                                        </p:cTn>
                                        <p:tgtEl>
                                          <p:spTgt spid="3">
                                            <p:txEl>
                                              <p:pRg st="2" end="2"/>
                                            </p:txEl>
                                          </p:spTgt>
                                        </p:tgtEl>
                                      </p:cBhvr>
                                      <p:to x="100000" y="100000"/>
                                    </p:animScale>
                                    <p:animScale>
                                      <p:cBhvr>
                                        <p:cTn id="63" dur="26">
                                          <p:stCondLst>
                                            <p:cond delay="1642"/>
                                          </p:stCondLst>
                                        </p:cTn>
                                        <p:tgtEl>
                                          <p:spTgt spid="3">
                                            <p:txEl>
                                              <p:pRg st="2" end="2"/>
                                            </p:txEl>
                                          </p:spTgt>
                                        </p:tgtEl>
                                      </p:cBhvr>
                                      <p:to x="100000" y="90000"/>
                                    </p:animScale>
                                    <p:animScale>
                                      <p:cBhvr>
                                        <p:cTn id="64" dur="166" decel="50000">
                                          <p:stCondLst>
                                            <p:cond delay="1668"/>
                                          </p:stCondLst>
                                        </p:cTn>
                                        <p:tgtEl>
                                          <p:spTgt spid="3">
                                            <p:txEl>
                                              <p:pRg st="2" end="2"/>
                                            </p:txEl>
                                          </p:spTgt>
                                        </p:tgtEl>
                                      </p:cBhvr>
                                      <p:to x="100000" y="100000"/>
                                    </p:animScale>
                                    <p:animScale>
                                      <p:cBhvr>
                                        <p:cTn id="65" dur="26">
                                          <p:stCondLst>
                                            <p:cond delay="1808"/>
                                          </p:stCondLst>
                                        </p:cTn>
                                        <p:tgtEl>
                                          <p:spTgt spid="3">
                                            <p:txEl>
                                              <p:pRg st="2" end="2"/>
                                            </p:txEl>
                                          </p:spTgt>
                                        </p:tgtEl>
                                      </p:cBhvr>
                                      <p:to x="100000" y="95000"/>
                                    </p:animScale>
                                    <p:animScale>
                                      <p:cBhvr>
                                        <p:cTn id="66" dur="166" decel="50000">
                                          <p:stCondLst>
                                            <p:cond delay="1834"/>
                                          </p:stCondLst>
                                        </p:cTn>
                                        <p:tgtEl>
                                          <p:spTgt spid="3">
                                            <p:txEl>
                                              <p:pRg st="2" end="2"/>
                                            </p:txEl>
                                          </p:spTgt>
                                        </p:tgtEl>
                                      </p:cBhvr>
                                      <p:to x="100000" y="100000"/>
                                    </p:animScale>
                                    <p:set>
                                      <p:cBhvr>
                                        <p:cTn id="67" dur="1" fill="hold">
                                          <p:stCondLst>
                                            <p:cond delay="1999"/>
                                          </p:stCondLst>
                                        </p:cTn>
                                        <p:tgtEl>
                                          <p:spTgt spid="3">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05" name="Rectangle 12304">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2307" name="Group 12306">
            <a:extLst>
              <a:ext uri="{FF2B5EF4-FFF2-40B4-BE49-F238E27FC236}">
                <a16:creationId xmlns:a16="http://schemas.microsoft.com/office/drawing/2014/main" id="{B29018A0-5DE6-4CC9-AB25-675616AF7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24400" cy="6858000"/>
            <a:chOff x="7467600" y="0"/>
            <a:chExt cx="4724400" cy="6858000"/>
          </a:xfrm>
        </p:grpSpPr>
        <p:sp>
          <p:nvSpPr>
            <p:cNvPr id="12308" name="Rectangle 12307">
              <a:extLst>
                <a:ext uri="{FF2B5EF4-FFF2-40B4-BE49-F238E27FC236}">
                  <a16:creationId xmlns:a16="http://schemas.microsoft.com/office/drawing/2014/main" id="{BAD5C302-E4AF-4B3F-818D-17AEA68E7F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09" name="Rectangle 12308">
              <a:extLst>
                <a:ext uri="{FF2B5EF4-FFF2-40B4-BE49-F238E27FC236}">
                  <a16:creationId xmlns:a16="http://schemas.microsoft.com/office/drawing/2014/main" id="{7D27820F-8F33-4F10-AFA0-72D2722D2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2311" name="Freeform: Shape 12310">
            <a:extLst>
              <a:ext uri="{FF2B5EF4-FFF2-40B4-BE49-F238E27FC236}">
                <a16:creationId xmlns:a16="http://schemas.microsoft.com/office/drawing/2014/main" id="{8B88B599-C539-4F18-A32A-40207EC6E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724401" cy="6858000"/>
          </a:xfrm>
          <a:custGeom>
            <a:avLst/>
            <a:gdLst>
              <a:gd name="connsiteX0" fmla="*/ 369702 w 4724401"/>
              <a:gd name="connsiteY0" fmla="*/ 6712169 h 6858000"/>
              <a:gd name="connsiteX1" fmla="*/ 366575 w 4724401"/>
              <a:gd name="connsiteY1" fmla="*/ 6715556 h 6858000"/>
              <a:gd name="connsiteX2" fmla="*/ 371637 w 4724401"/>
              <a:gd name="connsiteY2" fmla="*/ 6713954 h 6858000"/>
              <a:gd name="connsiteX3" fmla="*/ 1019354 w 4724401"/>
              <a:gd name="connsiteY3" fmla="*/ 6315006 h 6858000"/>
              <a:gd name="connsiteX4" fmla="*/ 441046 w 4724401"/>
              <a:gd name="connsiteY4" fmla="*/ 6691153 h 6858000"/>
              <a:gd name="connsiteX5" fmla="*/ 1019354 w 4724401"/>
              <a:gd name="connsiteY5" fmla="*/ 6315006 h 6858000"/>
              <a:gd name="connsiteX6" fmla="*/ 991680 w 4724401"/>
              <a:gd name="connsiteY6" fmla="*/ 6298413 h 6858000"/>
              <a:gd name="connsiteX7" fmla="*/ 409060 w 4724401"/>
              <a:gd name="connsiteY7" fmla="*/ 6671470 h 6858000"/>
              <a:gd name="connsiteX8" fmla="*/ 991680 w 4724401"/>
              <a:gd name="connsiteY8" fmla="*/ 6298413 h 6858000"/>
              <a:gd name="connsiteX9" fmla="*/ 4724401 w 4724401"/>
              <a:gd name="connsiteY9" fmla="*/ 6289099 h 6858000"/>
              <a:gd name="connsiteX10" fmla="*/ 4724401 w 4724401"/>
              <a:gd name="connsiteY10" fmla="*/ 6407899 h 6858000"/>
              <a:gd name="connsiteX11" fmla="*/ 4689678 w 4724401"/>
              <a:gd name="connsiteY11" fmla="*/ 6440241 h 6858000"/>
              <a:gd name="connsiteX12" fmla="*/ 4477543 w 4724401"/>
              <a:gd name="connsiteY12" fmla="*/ 6674836 h 6858000"/>
              <a:gd name="connsiteX13" fmla="*/ 4329957 w 4724401"/>
              <a:gd name="connsiteY13" fmla="*/ 6858000 h 6858000"/>
              <a:gd name="connsiteX14" fmla="*/ 4218595 w 4724401"/>
              <a:gd name="connsiteY14" fmla="*/ 6858000 h 6858000"/>
              <a:gd name="connsiteX15" fmla="*/ 4368888 w 4724401"/>
              <a:gd name="connsiteY15" fmla="*/ 6668412 h 6858000"/>
              <a:gd name="connsiteX16" fmla="*/ 4563091 w 4724401"/>
              <a:gd name="connsiteY16" fmla="*/ 6442508 h 6858000"/>
              <a:gd name="connsiteX17" fmla="*/ 4660205 w 4724401"/>
              <a:gd name="connsiteY17" fmla="*/ 6345369 h 6858000"/>
              <a:gd name="connsiteX18" fmla="*/ 4724401 w 4724401"/>
              <a:gd name="connsiteY18" fmla="*/ 6198577 h 6858000"/>
              <a:gd name="connsiteX19" fmla="*/ 4724401 w 4724401"/>
              <a:gd name="connsiteY19" fmla="*/ 6238480 h 6858000"/>
              <a:gd name="connsiteX20" fmla="*/ 4689789 w 4724401"/>
              <a:gd name="connsiteY20" fmla="*/ 6268382 h 6858000"/>
              <a:gd name="connsiteX21" fmla="*/ 4418722 w 4724401"/>
              <a:gd name="connsiteY21" fmla="*/ 6570886 h 6858000"/>
              <a:gd name="connsiteX22" fmla="*/ 4214944 w 4724401"/>
              <a:gd name="connsiteY22" fmla="*/ 6858000 h 6858000"/>
              <a:gd name="connsiteX23" fmla="*/ 4177898 w 4724401"/>
              <a:gd name="connsiteY23" fmla="*/ 6858000 h 6858000"/>
              <a:gd name="connsiteX24" fmla="*/ 4391597 w 4724401"/>
              <a:gd name="connsiteY24" fmla="*/ 6556370 h 6858000"/>
              <a:gd name="connsiteX25" fmla="*/ 4668889 w 4724401"/>
              <a:gd name="connsiteY25" fmla="*/ 6246399 h 6858000"/>
              <a:gd name="connsiteX26" fmla="*/ 4724401 w 4724401"/>
              <a:gd name="connsiteY26" fmla="*/ 5924240 h 6858000"/>
              <a:gd name="connsiteX27" fmla="*/ 4724401 w 4724401"/>
              <a:gd name="connsiteY27" fmla="*/ 6044002 h 6858000"/>
              <a:gd name="connsiteX28" fmla="*/ 4695216 w 4724401"/>
              <a:gd name="connsiteY28" fmla="*/ 6071545 h 6858000"/>
              <a:gd name="connsiteX29" fmla="*/ 4317146 w 4724401"/>
              <a:gd name="connsiteY29" fmla="*/ 6587716 h 6858000"/>
              <a:gd name="connsiteX30" fmla="*/ 4171627 w 4724401"/>
              <a:gd name="connsiteY30" fmla="*/ 6858000 h 6858000"/>
              <a:gd name="connsiteX31" fmla="*/ 4081585 w 4724401"/>
              <a:gd name="connsiteY31" fmla="*/ 6858000 h 6858000"/>
              <a:gd name="connsiteX32" fmla="*/ 4238603 w 4724401"/>
              <a:gd name="connsiteY32" fmla="*/ 6559341 h 6858000"/>
              <a:gd name="connsiteX33" fmla="*/ 4620848 w 4724401"/>
              <a:gd name="connsiteY33" fmla="*/ 6021419 h 6858000"/>
              <a:gd name="connsiteX34" fmla="*/ 103333 w 4724401"/>
              <a:gd name="connsiteY34" fmla="*/ 5699602 h 6858000"/>
              <a:gd name="connsiteX35" fmla="*/ 233938 w 4724401"/>
              <a:gd name="connsiteY35" fmla="*/ 5809416 h 6858000"/>
              <a:gd name="connsiteX36" fmla="*/ 883580 w 4724401"/>
              <a:gd name="connsiteY36" fmla="*/ 6180710 h 6858000"/>
              <a:gd name="connsiteX37" fmla="*/ 487337 w 4724401"/>
              <a:gd name="connsiteY37" fmla="*/ 5950182 h 6858000"/>
              <a:gd name="connsiteX38" fmla="*/ 354051 w 4724401"/>
              <a:gd name="connsiteY38" fmla="*/ 5854912 h 6858000"/>
              <a:gd name="connsiteX39" fmla="*/ 195436 w 4724401"/>
              <a:gd name="connsiteY39" fmla="*/ 5755068 h 6858000"/>
              <a:gd name="connsiteX40" fmla="*/ 51253 w 4724401"/>
              <a:gd name="connsiteY40" fmla="*/ 5631825 h 6858000"/>
              <a:gd name="connsiteX41" fmla="*/ 211622 w 4724401"/>
              <a:gd name="connsiteY41" fmla="*/ 5728803 h 6858000"/>
              <a:gd name="connsiteX42" fmla="*/ 371652 w 4724401"/>
              <a:gd name="connsiteY42" fmla="*/ 5829062 h 6858000"/>
              <a:gd name="connsiteX43" fmla="*/ 505903 w 4724401"/>
              <a:gd name="connsiteY43" fmla="*/ 5925221 h 6858000"/>
              <a:gd name="connsiteX44" fmla="*/ 899240 w 4724401"/>
              <a:gd name="connsiteY44" fmla="*/ 6153068 h 6858000"/>
              <a:gd name="connsiteX45" fmla="*/ 988114 w 4724401"/>
              <a:gd name="connsiteY45" fmla="*/ 6174204 h 6858000"/>
              <a:gd name="connsiteX46" fmla="*/ 845971 w 4724401"/>
              <a:gd name="connsiteY46" fmla="*/ 6067177 h 6858000"/>
              <a:gd name="connsiteX47" fmla="*/ 448057 w 4724401"/>
              <a:gd name="connsiteY47" fmla="*/ 5841376 h 6858000"/>
              <a:gd name="connsiteX48" fmla="*/ 51253 w 4724401"/>
              <a:gd name="connsiteY48" fmla="*/ 5631825 h 6858000"/>
              <a:gd name="connsiteX49" fmla="*/ 2606687 w 4724401"/>
              <a:gd name="connsiteY49" fmla="*/ 5630718 h 6858000"/>
              <a:gd name="connsiteX50" fmla="*/ 2645658 w 4724401"/>
              <a:gd name="connsiteY50" fmla="*/ 6640259 h 6858000"/>
              <a:gd name="connsiteX51" fmla="*/ 2606687 w 4724401"/>
              <a:gd name="connsiteY51" fmla="*/ 5630718 h 6858000"/>
              <a:gd name="connsiteX52" fmla="*/ 3642057 w 4724401"/>
              <a:gd name="connsiteY52" fmla="*/ 5573487 h 6858000"/>
              <a:gd name="connsiteX53" fmla="*/ 3632981 w 4724401"/>
              <a:gd name="connsiteY53" fmla="*/ 5579437 h 6858000"/>
              <a:gd name="connsiteX54" fmla="*/ 3382436 w 4724401"/>
              <a:gd name="connsiteY54" fmla="*/ 5952726 h 6858000"/>
              <a:gd name="connsiteX55" fmla="*/ 3191929 w 4724401"/>
              <a:gd name="connsiteY55" fmla="*/ 6662669 h 6858000"/>
              <a:gd name="connsiteX56" fmla="*/ 3369898 w 4724401"/>
              <a:gd name="connsiteY56" fmla="*/ 6081771 h 6858000"/>
              <a:gd name="connsiteX57" fmla="*/ 3642057 w 4724401"/>
              <a:gd name="connsiteY57" fmla="*/ 5573487 h 6858000"/>
              <a:gd name="connsiteX58" fmla="*/ 2650666 w 4724401"/>
              <a:gd name="connsiteY58" fmla="*/ 5530686 h 6858000"/>
              <a:gd name="connsiteX59" fmla="*/ 2650249 w 4724401"/>
              <a:gd name="connsiteY59" fmla="*/ 5532101 h 6858000"/>
              <a:gd name="connsiteX60" fmla="*/ 2663808 w 4724401"/>
              <a:gd name="connsiteY60" fmla="*/ 6535215 h 6858000"/>
              <a:gd name="connsiteX61" fmla="*/ 2665418 w 4724401"/>
              <a:gd name="connsiteY61" fmla="*/ 6132756 h 6858000"/>
              <a:gd name="connsiteX62" fmla="*/ 2650666 w 4724401"/>
              <a:gd name="connsiteY62" fmla="*/ 5530686 h 6858000"/>
              <a:gd name="connsiteX63" fmla="*/ 2680277 w 4724401"/>
              <a:gd name="connsiteY63" fmla="*/ 5479204 h 6858000"/>
              <a:gd name="connsiteX64" fmla="*/ 2678972 w 4724401"/>
              <a:gd name="connsiteY64" fmla="*/ 5481582 h 6858000"/>
              <a:gd name="connsiteX65" fmla="*/ 2696666 w 4724401"/>
              <a:gd name="connsiteY65" fmla="*/ 6133836 h 6858000"/>
              <a:gd name="connsiteX66" fmla="*/ 2695769 w 4724401"/>
              <a:gd name="connsiteY66" fmla="*/ 6390955 h 6858000"/>
              <a:gd name="connsiteX67" fmla="*/ 2739893 w 4724401"/>
              <a:gd name="connsiteY67" fmla="*/ 6108357 h 6858000"/>
              <a:gd name="connsiteX68" fmla="*/ 2680277 w 4724401"/>
              <a:gd name="connsiteY68" fmla="*/ 5479204 h 6858000"/>
              <a:gd name="connsiteX69" fmla="*/ 1132195 w 4724401"/>
              <a:gd name="connsiteY69" fmla="*/ 5467980 h 6858000"/>
              <a:gd name="connsiteX70" fmla="*/ 1679056 w 4724401"/>
              <a:gd name="connsiteY70" fmla="*/ 5516907 h 6858000"/>
              <a:gd name="connsiteX71" fmla="*/ 2128648 w 4724401"/>
              <a:gd name="connsiteY71" fmla="*/ 5474249 h 6858000"/>
              <a:gd name="connsiteX72" fmla="*/ 1825619 w 4724401"/>
              <a:gd name="connsiteY72" fmla="*/ 5478447 h 6858000"/>
              <a:gd name="connsiteX73" fmla="*/ 1737798 w 4724401"/>
              <a:gd name="connsiteY73" fmla="*/ 5483353 h 6858000"/>
              <a:gd name="connsiteX74" fmla="*/ 1132195 w 4724401"/>
              <a:gd name="connsiteY74" fmla="*/ 5467980 h 6858000"/>
              <a:gd name="connsiteX75" fmla="*/ 1456157 w 4724401"/>
              <a:gd name="connsiteY75" fmla="*/ 5371404 h 6858000"/>
              <a:gd name="connsiteX76" fmla="*/ 1244432 w 4724401"/>
              <a:gd name="connsiteY76" fmla="*/ 5385601 h 6858000"/>
              <a:gd name="connsiteX77" fmla="*/ 973990 w 4724401"/>
              <a:gd name="connsiteY77" fmla="*/ 5424940 h 6858000"/>
              <a:gd name="connsiteX78" fmla="*/ 1103809 w 4724401"/>
              <a:gd name="connsiteY78" fmla="*/ 5433720 h 6858000"/>
              <a:gd name="connsiteX79" fmla="*/ 1123454 w 4724401"/>
              <a:gd name="connsiteY79" fmla="*/ 5435727 h 6858000"/>
              <a:gd name="connsiteX80" fmla="*/ 1737017 w 4724401"/>
              <a:gd name="connsiteY80" fmla="*/ 5452183 h 6858000"/>
              <a:gd name="connsiteX81" fmla="*/ 1824397 w 4724401"/>
              <a:gd name="connsiteY81" fmla="*/ 5447757 h 6858000"/>
              <a:gd name="connsiteX82" fmla="*/ 2070059 w 4724401"/>
              <a:gd name="connsiteY82" fmla="*/ 5441660 h 6858000"/>
              <a:gd name="connsiteX83" fmla="*/ 1456157 w 4724401"/>
              <a:gd name="connsiteY83" fmla="*/ 5371404 h 6858000"/>
              <a:gd name="connsiteX84" fmla="*/ 4724401 w 4724401"/>
              <a:gd name="connsiteY84" fmla="*/ 5202141 h 6858000"/>
              <a:gd name="connsiteX85" fmla="*/ 4724401 w 4724401"/>
              <a:gd name="connsiteY85" fmla="*/ 5319690 h 6858000"/>
              <a:gd name="connsiteX86" fmla="*/ 4690088 w 4724401"/>
              <a:gd name="connsiteY86" fmla="*/ 5349711 h 6858000"/>
              <a:gd name="connsiteX87" fmla="*/ 4463413 w 4724401"/>
              <a:gd name="connsiteY87" fmla="*/ 5615162 h 6858000"/>
              <a:gd name="connsiteX88" fmla="*/ 4358134 w 4724401"/>
              <a:gd name="connsiteY88" fmla="*/ 5742791 h 6858000"/>
              <a:gd name="connsiteX89" fmla="*/ 4376219 w 4724401"/>
              <a:gd name="connsiteY89" fmla="*/ 5729027 h 6858000"/>
              <a:gd name="connsiteX90" fmla="*/ 4582340 w 4724401"/>
              <a:gd name="connsiteY90" fmla="*/ 5561037 h 6858000"/>
              <a:gd name="connsiteX91" fmla="*/ 4694684 w 4724401"/>
              <a:gd name="connsiteY91" fmla="*/ 5447098 h 6858000"/>
              <a:gd name="connsiteX92" fmla="*/ 4724401 w 4724401"/>
              <a:gd name="connsiteY92" fmla="*/ 5415874 h 6858000"/>
              <a:gd name="connsiteX93" fmla="*/ 4724401 w 4724401"/>
              <a:gd name="connsiteY93" fmla="*/ 5461678 h 6858000"/>
              <a:gd name="connsiteX94" fmla="*/ 4718341 w 4724401"/>
              <a:gd name="connsiteY94" fmla="*/ 5468043 h 6858000"/>
              <a:gd name="connsiteX95" fmla="*/ 4604655 w 4724401"/>
              <a:gd name="connsiteY95" fmla="*/ 5583434 h 6858000"/>
              <a:gd name="connsiteX96" fmla="*/ 4565074 w 4724401"/>
              <a:gd name="connsiteY96" fmla="*/ 5618550 h 6858000"/>
              <a:gd name="connsiteX97" fmla="*/ 4682209 w 4724401"/>
              <a:gd name="connsiteY97" fmla="*/ 5532923 h 6858000"/>
              <a:gd name="connsiteX98" fmla="*/ 4724401 w 4724401"/>
              <a:gd name="connsiteY98" fmla="*/ 5499248 h 6858000"/>
              <a:gd name="connsiteX99" fmla="*/ 4724401 w 4724401"/>
              <a:gd name="connsiteY99" fmla="*/ 5608295 h 6858000"/>
              <a:gd name="connsiteX100" fmla="*/ 4713577 w 4724401"/>
              <a:gd name="connsiteY100" fmla="*/ 5616803 h 6858000"/>
              <a:gd name="connsiteX101" fmla="*/ 3989559 w 4724401"/>
              <a:gd name="connsiteY101" fmla="*/ 6145945 h 6858000"/>
              <a:gd name="connsiteX102" fmla="*/ 3939824 w 4724401"/>
              <a:gd name="connsiteY102" fmla="*/ 6066900 h 6858000"/>
              <a:gd name="connsiteX103" fmla="*/ 4584537 w 4724401"/>
              <a:gd name="connsiteY103" fmla="*/ 5324826 h 6858000"/>
              <a:gd name="connsiteX104" fmla="*/ 4682005 w 4724401"/>
              <a:gd name="connsiteY104" fmla="*/ 5231398 h 6858000"/>
              <a:gd name="connsiteX105" fmla="*/ 1903353 w 4724401"/>
              <a:gd name="connsiteY105" fmla="*/ 5044827 h 6858000"/>
              <a:gd name="connsiteX106" fmla="*/ 1936931 w 4724401"/>
              <a:gd name="connsiteY106" fmla="*/ 5093954 h 6858000"/>
              <a:gd name="connsiteX107" fmla="*/ 2195868 w 4724401"/>
              <a:gd name="connsiteY107" fmla="*/ 5396574 h 6858000"/>
              <a:gd name="connsiteX108" fmla="*/ 2088852 w 4724401"/>
              <a:gd name="connsiteY108" fmla="*/ 5166123 h 6858000"/>
              <a:gd name="connsiteX109" fmla="*/ 1958241 w 4724401"/>
              <a:gd name="connsiteY109" fmla="*/ 5067955 h 6858000"/>
              <a:gd name="connsiteX110" fmla="*/ 1903353 w 4724401"/>
              <a:gd name="connsiteY110" fmla="*/ 5044827 h 6858000"/>
              <a:gd name="connsiteX111" fmla="*/ 1979378 w 4724401"/>
              <a:gd name="connsiteY111" fmla="*/ 4769504 h 6858000"/>
              <a:gd name="connsiteX112" fmla="*/ 2882120 w 4724401"/>
              <a:gd name="connsiteY112" fmla="*/ 5064547 h 6858000"/>
              <a:gd name="connsiteX113" fmla="*/ 2793103 w 4724401"/>
              <a:gd name="connsiteY113" fmla="*/ 5039699 h 6858000"/>
              <a:gd name="connsiteX114" fmla="*/ 2770041 w 4724401"/>
              <a:gd name="connsiteY114" fmla="*/ 5033634 h 6858000"/>
              <a:gd name="connsiteX115" fmla="*/ 1979378 w 4724401"/>
              <a:gd name="connsiteY115" fmla="*/ 4769504 h 6858000"/>
              <a:gd name="connsiteX116" fmla="*/ 1927410 w 4724401"/>
              <a:gd name="connsiteY116" fmla="*/ 4716164 h 6858000"/>
              <a:gd name="connsiteX117" fmla="*/ 1959587 w 4724401"/>
              <a:gd name="connsiteY117" fmla="*/ 4728849 h 6858000"/>
              <a:gd name="connsiteX118" fmla="*/ 2777707 w 4724401"/>
              <a:gd name="connsiteY118" fmla="*/ 5003991 h 6858000"/>
              <a:gd name="connsiteX119" fmla="*/ 2800768 w 4724401"/>
              <a:gd name="connsiteY119" fmla="*/ 5010056 h 6858000"/>
              <a:gd name="connsiteX120" fmla="*/ 2879408 w 4724401"/>
              <a:gd name="connsiteY120" fmla="*/ 5031590 h 6858000"/>
              <a:gd name="connsiteX121" fmla="*/ 2862295 w 4724401"/>
              <a:gd name="connsiteY121" fmla="*/ 5022958 h 6858000"/>
              <a:gd name="connsiteX122" fmla="*/ 2813343 w 4724401"/>
              <a:gd name="connsiteY122" fmla="*/ 4998369 h 6858000"/>
              <a:gd name="connsiteX123" fmla="*/ 2646245 w 4724401"/>
              <a:gd name="connsiteY123" fmla="*/ 4930999 h 6858000"/>
              <a:gd name="connsiteX124" fmla="*/ 1999243 w 4724401"/>
              <a:gd name="connsiteY124" fmla="*/ 4730524 h 6858000"/>
              <a:gd name="connsiteX125" fmla="*/ 1979527 w 4724401"/>
              <a:gd name="connsiteY125" fmla="*/ 4726651 h 6858000"/>
              <a:gd name="connsiteX126" fmla="*/ 1997014 w 4724401"/>
              <a:gd name="connsiteY126" fmla="*/ 4698007 h 6858000"/>
              <a:gd name="connsiteX127" fmla="*/ 2005458 w 4724401"/>
              <a:gd name="connsiteY127" fmla="*/ 4699540 h 6858000"/>
              <a:gd name="connsiteX128" fmla="*/ 2657186 w 4724401"/>
              <a:gd name="connsiteY128" fmla="*/ 4901687 h 6858000"/>
              <a:gd name="connsiteX129" fmla="*/ 2826662 w 4724401"/>
              <a:gd name="connsiteY129" fmla="*/ 4970362 h 6858000"/>
              <a:gd name="connsiteX130" fmla="*/ 2876100 w 4724401"/>
              <a:gd name="connsiteY130" fmla="*/ 4995397 h 6858000"/>
              <a:gd name="connsiteX131" fmla="*/ 3042600 w 4724401"/>
              <a:gd name="connsiteY131" fmla="*/ 5059532 h 6858000"/>
              <a:gd name="connsiteX132" fmla="*/ 1997014 w 4724401"/>
              <a:gd name="connsiteY132" fmla="*/ 4698007 h 6858000"/>
              <a:gd name="connsiteX133" fmla="*/ 2305292 w 4724401"/>
              <a:gd name="connsiteY133" fmla="*/ 4219492 h 6858000"/>
              <a:gd name="connsiteX134" fmla="*/ 3360922 w 4724401"/>
              <a:gd name="connsiteY134" fmla="*/ 4529373 h 6858000"/>
              <a:gd name="connsiteX135" fmla="*/ 3492420 w 4724401"/>
              <a:gd name="connsiteY135" fmla="*/ 4510145 h 6858000"/>
              <a:gd name="connsiteX136" fmla="*/ 3364086 w 4724401"/>
              <a:gd name="connsiteY136" fmla="*/ 4480340 h 6858000"/>
              <a:gd name="connsiteX137" fmla="*/ 3225818 w 4724401"/>
              <a:gd name="connsiteY137" fmla="*/ 4411822 h 6858000"/>
              <a:gd name="connsiteX138" fmla="*/ 3129696 w 4724401"/>
              <a:gd name="connsiteY138" fmla="*/ 4360704 h 6858000"/>
              <a:gd name="connsiteX139" fmla="*/ 2814545 w 4724401"/>
              <a:gd name="connsiteY139" fmla="*/ 4282955 h 6858000"/>
              <a:gd name="connsiteX140" fmla="*/ 2305292 w 4724401"/>
              <a:gd name="connsiteY140" fmla="*/ 4219492 h 6858000"/>
              <a:gd name="connsiteX141" fmla="*/ 2626982 w 4724401"/>
              <a:gd name="connsiteY141" fmla="*/ 4206450 h 6858000"/>
              <a:gd name="connsiteX142" fmla="*/ 2490617 w 4724401"/>
              <a:gd name="connsiteY142" fmla="*/ 4206951 h 6858000"/>
              <a:gd name="connsiteX143" fmla="*/ 2819869 w 4724401"/>
              <a:gd name="connsiteY143" fmla="*/ 4252936 h 6858000"/>
              <a:gd name="connsiteX144" fmla="*/ 3143018 w 4724401"/>
              <a:gd name="connsiteY144" fmla="*/ 4332698 h 6858000"/>
              <a:gd name="connsiteX145" fmla="*/ 3241520 w 4724401"/>
              <a:gd name="connsiteY145" fmla="*/ 4385112 h 6858000"/>
              <a:gd name="connsiteX146" fmla="*/ 3374575 w 4724401"/>
              <a:gd name="connsiteY146" fmla="*/ 4451517 h 6858000"/>
              <a:gd name="connsiteX147" fmla="*/ 3505221 w 4724401"/>
              <a:gd name="connsiteY147" fmla="*/ 4480757 h 6858000"/>
              <a:gd name="connsiteX148" fmla="*/ 2626982 w 4724401"/>
              <a:gd name="connsiteY148" fmla="*/ 4206450 h 6858000"/>
              <a:gd name="connsiteX149" fmla="*/ 1310106 w 4724401"/>
              <a:gd name="connsiteY149" fmla="*/ 3943217 h 6858000"/>
              <a:gd name="connsiteX150" fmla="*/ 854994 w 4724401"/>
              <a:gd name="connsiteY150" fmla="*/ 4399136 h 6858000"/>
              <a:gd name="connsiteX151" fmla="*/ 742462 w 4724401"/>
              <a:gd name="connsiteY151" fmla="*/ 4594648 h 6858000"/>
              <a:gd name="connsiteX152" fmla="*/ 820602 w 4724401"/>
              <a:gd name="connsiteY152" fmla="*/ 4485915 h 6858000"/>
              <a:gd name="connsiteX153" fmla="*/ 878295 w 4724401"/>
              <a:gd name="connsiteY153" fmla="*/ 4403594 h 6858000"/>
              <a:gd name="connsiteX154" fmla="*/ 1240607 w 4724401"/>
              <a:gd name="connsiteY154" fmla="*/ 4010401 h 6858000"/>
              <a:gd name="connsiteX155" fmla="*/ 1423113 w 4724401"/>
              <a:gd name="connsiteY155" fmla="*/ 3874565 h 6858000"/>
              <a:gd name="connsiteX156" fmla="*/ 1260565 w 4724401"/>
              <a:gd name="connsiteY156" fmla="*/ 4031982 h 6858000"/>
              <a:gd name="connsiteX157" fmla="*/ 901900 w 4724401"/>
              <a:gd name="connsiteY157" fmla="*/ 4421236 h 6858000"/>
              <a:gd name="connsiteX158" fmla="*/ 845044 w 4724401"/>
              <a:gd name="connsiteY158" fmla="*/ 4502436 h 6858000"/>
              <a:gd name="connsiteX159" fmla="*/ 685926 w 4724401"/>
              <a:gd name="connsiteY159" fmla="*/ 4703069 h 6858000"/>
              <a:gd name="connsiteX160" fmla="*/ 684248 w 4724401"/>
              <a:gd name="connsiteY160" fmla="*/ 4706721 h 6858000"/>
              <a:gd name="connsiteX161" fmla="*/ 1423113 w 4724401"/>
              <a:gd name="connsiteY161" fmla="*/ 3874565 h 6858000"/>
              <a:gd name="connsiteX162" fmla="*/ 3316479 w 4724401"/>
              <a:gd name="connsiteY162" fmla="*/ 3872136 h 6858000"/>
              <a:gd name="connsiteX163" fmla="*/ 3546806 w 4724401"/>
              <a:gd name="connsiteY163" fmla="*/ 4356139 h 6858000"/>
              <a:gd name="connsiteX164" fmla="*/ 3364433 w 4724401"/>
              <a:gd name="connsiteY164" fmla="*/ 3953121 h 6858000"/>
              <a:gd name="connsiteX165" fmla="*/ 3291335 w 4724401"/>
              <a:gd name="connsiteY165" fmla="*/ 3767420 h 6858000"/>
              <a:gd name="connsiteX166" fmla="*/ 3390805 w 4724401"/>
              <a:gd name="connsiteY166" fmla="*/ 3937163 h 6858000"/>
              <a:gd name="connsiteX167" fmla="*/ 3579062 w 4724401"/>
              <a:gd name="connsiteY167" fmla="*/ 4359040 h 6858000"/>
              <a:gd name="connsiteX168" fmla="*/ 3467355 w 4724401"/>
              <a:gd name="connsiteY168" fmla="*/ 3988130 h 6858000"/>
              <a:gd name="connsiteX169" fmla="*/ 3310753 w 4724401"/>
              <a:gd name="connsiteY169" fmla="*/ 3787140 h 6858000"/>
              <a:gd name="connsiteX170" fmla="*/ 3291335 w 4724401"/>
              <a:gd name="connsiteY170" fmla="*/ 3767420 h 6858000"/>
              <a:gd name="connsiteX171" fmla="*/ 1635889 w 4724401"/>
              <a:gd name="connsiteY171" fmla="*/ 3709494 h 6858000"/>
              <a:gd name="connsiteX172" fmla="*/ 1634800 w 4724401"/>
              <a:gd name="connsiteY172" fmla="*/ 3731111 h 6858000"/>
              <a:gd name="connsiteX173" fmla="*/ 1635889 w 4724401"/>
              <a:gd name="connsiteY173" fmla="*/ 3709494 h 6858000"/>
              <a:gd name="connsiteX174" fmla="*/ 1510397 w 4724401"/>
              <a:gd name="connsiteY174" fmla="*/ 3684705 h 6858000"/>
              <a:gd name="connsiteX175" fmla="*/ 1146550 w 4724401"/>
              <a:gd name="connsiteY175" fmla="*/ 3802012 h 6858000"/>
              <a:gd name="connsiteX176" fmla="*/ 698834 w 4724401"/>
              <a:gd name="connsiteY176" fmla="*/ 3952272 h 6858000"/>
              <a:gd name="connsiteX177" fmla="*/ 34256 w 4724401"/>
              <a:gd name="connsiteY177" fmla="*/ 4347603 h 6858000"/>
              <a:gd name="connsiteX178" fmla="*/ 527241 w 4724401"/>
              <a:gd name="connsiteY178" fmla="*/ 4065078 h 6858000"/>
              <a:gd name="connsiteX179" fmla="*/ 1510397 w 4724401"/>
              <a:gd name="connsiteY179" fmla="*/ 3684705 h 6858000"/>
              <a:gd name="connsiteX180" fmla="*/ 1313114 w 4724401"/>
              <a:gd name="connsiteY180" fmla="*/ 3655216 h 6858000"/>
              <a:gd name="connsiteX181" fmla="*/ 1109304 w 4724401"/>
              <a:gd name="connsiteY181" fmla="*/ 3669030 h 6858000"/>
              <a:gd name="connsiteX182" fmla="*/ 8129 w 4724401"/>
              <a:gd name="connsiteY182" fmla="*/ 4330519 h 6858000"/>
              <a:gd name="connsiteX183" fmla="*/ 687572 w 4724401"/>
              <a:gd name="connsiteY183" fmla="*/ 3925629 h 6858000"/>
              <a:gd name="connsiteX184" fmla="*/ 1138365 w 4724401"/>
              <a:gd name="connsiteY184" fmla="*/ 3774515 h 6858000"/>
              <a:gd name="connsiteX185" fmla="*/ 1505579 w 4724401"/>
              <a:gd name="connsiteY185" fmla="*/ 3655526 h 6858000"/>
              <a:gd name="connsiteX186" fmla="*/ 1313114 w 4724401"/>
              <a:gd name="connsiteY186" fmla="*/ 3655216 h 6858000"/>
              <a:gd name="connsiteX187" fmla="*/ 3655073 w 4724401"/>
              <a:gd name="connsiteY187" fmla="*/ 3650884 h 6858000"/>
              <a:gd name="connsiteX188" fmla="*/ 3989938 w 4724401"/>
              <a:gd name="connsiteY188" fmla="*/ 3991685 h 6858000"/>
              <a:gd name="connsiteX189" fmla="*/ 4393907 w 4724401"/>
              <a:gd name="connsiteY189" fmla="*/ 4261258 h 6858000"/>
              <a:gd name="connsiteX190" fmla="*/ 4648051 w 4724401"/>
              <a:gd name="connsiteY190" fmla="*/ 4374051 h 6858000"/>
              <a:gd name="connsiteX191" fmla="*/ 4383389 w 4724401"/>
              <a:gd name="connsiteY191" fmla="*/ 4184369 h 6858000"/>
              <a:gd name="connsiteX192" fmla="*/ 4165508 w 4724401"/>
              <a:gd name="connsiteY192" fmla="*/ 4035196 h 6858000"/>
              <a:gd name="connsiteX193" fmla="*/ 4068162 w 4724401"/>
              <a:gd name="connsiteY193" fmla="*/ 3953394 h 6858000"/>
              <a:gd name="connsiteX194" fmla="*/ 3981416 w 4724401"/>
              <a:gd name="connsiteY194" fmla="*/ 3880482 h 6858000"/>
              <a:gd name="connsiteX195" fmla="*/ 3800147 w 4724401"/>
              <a:gd name="connsiteY195" fmla="*/ 3749872 h 6858000"/>
              <a:gd name="connsiteX196" fmla="*/ 3670252 w 4724401"/>
              <a:gd name="connsiteY196" fmla="*/ 3622798 h 6858000"/>
              <a:gd name="connsiteX197" fmla="*/ 3817258 w 4724401"/>
              <a:gd name="connsiteY197" fmla="*/ 3723577 h 6858000"/>
              <a:gd name="connsiteX198" fmla="*/ 4000461 w 4724401"/>
              <a:gd name="connsiteY198" fmla="*/ 3855966 h 6858000"/>
              <a:gd name="connsiteX199" fmla="*/ 4088180 w 4724401"/>
              <a:gd name="connsiteY199" fmla="*/ 3929774 h 6858000"/>
              <a:gd name="connsiteX200" fmla="*/ 4184555 w 4724401"/>
              <a:gd name="connsiteY200" fmla="*/ 4010683 h 6858000"/>
              <a:gd name="connsiteX201" fmla="*/ 4399563 w 4724401"/>
              <a:gd name="connsiteY201" fmla="*/ 4158106 h 6858000"/>
              <a:gd name="connsiteX202" fmla="*/ 4684469 w 4724401"/>
              <a:gd name="connsiteY202" fmla="*/ 4364680 h 6858000"/>
              <a:gd name="connsiteX203" fmla="*/ 4690271 w 4724401"/>
              <a:gd name="connsiteY203" fmla="*/ 4370034 h 6858000"/>
              <a:gd name="connsiteX204" fmla="*/ 4136093 w 4724401"/>
              <a:gd name="connsiteY204" fmla="*/ 3858466 h 6858000"/>
              <a:gd name="connsiteX205" fmla="*/ 3670252 w 4724401"/>
              <a:gd name="connsiteY205" fmla="*/ 3622798 h 6858000"/>
              <a:gd name="connsiteX206" fmla="*/ 3174829 w 4724401"/>
              <a:gd name="connsiteY206" fmla="*/ 3620110 h 6858000"/>
              <a:gd name="connsiteX207" fmla="*/ 3189263 w 4724401"/>
              <a:gd name="connsiteY207" fmla="*/ 3625726 h 6858000"/>
              <a:gd name="connsiteX208" fmla="*/ 3560912 w 4724401"/>
              <a:gd name="connsiteY208" fmla="*/ 4079863 h 6858000"/>
              <a:gd name="connsiteX209" fmla="*/ 3626636 w 4724401"/>
              <a:gd name="connsiteY209" fmla="*/ 4512230 h 6858000"/>
              <a:gd name="connsiteX210" fmla="*/ 3653088 w 4724401"/>
              <a:gd name="connsiteY210" fmla="*/ 4521417 h 6858000"/>
              <a:gd name="connsiteX211" fmla="*/ 3988128 w 4724401"/>
              <a:gd name="connsiteY211" fmla="*/ 4817267 h 6858000"/>
              <a:gd name="connsiteX212" fmla="*/ 4618309 w 4724401"/>
              <a:gd name="connsiteY212" fmla="*/ 4699202 h 6858000"/>
              <a:gd name="connsiteX213" fmla="*/ 4724401 w 4724401"/>
              <a:gd name="connsiteY213" fmla="*/ 4687606 h 6858000"/>
              <a:gd name="connsiteX214" fmla="*/ 4724401 w 4724401"/>
              <a:gd name="connsiteY214" fmla="*/ 4773345 h 6858000"/>
              <a:gd name="connsiteX215" fmla="*/ 4671155 w 4724401"/>
              <a:gd name="connsiteY215" fmla="*/ 4778608 h 6858000"/>
              <a:gd name="connsiteX216" fmla="*/ 4086300 w 4724401"/>
              <a:gd name="connsiteY216" fmla="*/ 4884599 h 6858000"/>
              <a:gd name="connsiteX217" fmla="*/ 4085485 w 4724401"/>
              <a:gd name="connsiteY217" fmla="*/ 4899070 h 6858000"/>
              <a:gd name="connsiteX218" fmla="*/ 3871915 w 4724401"/>
              <a:gd name="connsiteY218" fmla="*/ 5253645 h 6858000"/>
              <a:gd name="connsiteX219" fmla="*/ 3799374 w 4724401"/>
              <a:gd name="connsiteY219" fmla="*/ 5466127 h 6858000"/>
              <a:gd name="connsiteX220" fmla="*/ 3498850 w 4724401"/>
              <a:gd name="connsiteY220" fmla="*/ 6661888 h 6858000"/>
              <a:gd name="connsiteX221" fmla="*/ 3399216 w 4724401"/>
              <a:gd name="connsiteY221" fmla="*/ 6858000 h 6858000"/>
              <a:gd name="connsiteX222" fmla="*/ 3303688 w 4724401"/>
              <a:gd name="connsiteY222" fmla="*/ 6858000 h 6858000"/>
              <a:gd name="connsiteX223" fmla="*/ 3391774 w 4724401"/>
              <a:gd name="connsiteY223" fmla="*/ 6697181 h 6858000"/>
              <a:gd name="connsiteX224" fmla="*/ 3735540 w 4724401"/>
              <a:gd name="connsiteY224" fmla="*/ 5546923 h 6858000"/>
              <a:gd name="connsiteX225" fmla="*/ 3729438 w 4724401"/>
              <a:gd name="connsiteY225" fmla="*/ 5569058 h 6858000"/>
              <a:gd name="connsiteX226" fmla="*/ 3707782 w 4724401"/>
              <a:gd name="connsiteY226" fmla="*/ 5644908 h 6858000"/>
              <a:gd name="connsiteX227" fmla="*/ 3583827 w 4724401"/>
              <a:gd name="connsiteY227" fmla="*/ 6039215 h 6858000"/>
              <a:gd name="connsiteX228" fmla="*/ 3547861 w 4724401"/>
              <a:gd name="connsiteY228" fmla="*/ 6129609 h 6858000"/>
              <a:gd name="connsiteX229" fmla="*/ 3490905 w 4724401"/>
              <a:gd name="connsiteY229" fmla="*/ 6277660 h 6858000"/>
              <a:gd name="connsiteX230" fmla="*/ 3455859 w 4724401"/>
              <a:gd name="connsiteY230" fmla="*/ 6391301 h 6858000"/>
              <a:gd name="connsiteX231" fmla="*/ 3429112 w 4724401"/>
              <a:gd name="connsiteY231" fmla="*/ 6479469 h 6858000"/>
              <a:gd name="connsiteX232" fmla="*/ 3304862 w 4724401"/>
              <a:gd name="connsiteY232" fmla="*/ 6796476 h 6858000"/>
              <a:gd name="connsiteX233" fmla="*/ 3276071 w 4724401"/>
              <a:gd name="connsiteY233" fmla="*/ 6858000 h 6858000"/>
              <a:gd name="connsiteX234" fmla="*/ 3240805 w 4724401"/>
              <a:gd name="connsiteY234" fmla="*/ 6858000 h 6858000"/>
              <a:gd name="connsiteX235" fmla="*/ 3275917 w 4724401"/>
              <a:gd name="connsiteY235" fmla="*/ 6783192 h 6858000"/>
              <a:gd name="connsiteX236" fmla="*/ 3399358 w 4724401"/>
              <a:gd name="connsiteY236" fmla="*/ 6469011 h 6858000"/>
              <a:gd name="connsiteX237" fmla="*/ 3425650 w 4724401"/>
              <a:gd name="connsiteY237" fmla="*/ 6381333 h 6858000"/>
              <a:gd name="connsiteX238" fmla="*/ 3460661 w 4724401"/>
              <a:gd name="connsiteY238" fmla="*/ 6266763 h 6858000"/>
              <a:gd name="connsiteX239" fmla="*/ 3518021 w 4724401"/>
              <a:gd name="connsiteY239" fmla="*/ 6117298 h 6858000"/>
              <a:gd name="connsiteX240" fmla="*/ 3554035 w 4724401"/>
              <a:gd name="connsiteY240" fmla="*/ 6027832 h 6858000"/>
              <a:gd name="connsiteX241" fmla="*/ 3677174 w 4724401"/>
              <a:gd name="connsiteY241" fmla="*/ 5636351 h 6858000"/>
              <a:gd name="connsiteX242" fmla="*/ 3698819 w 4724401"/>
              <a:gd name="connsiteY242" fmla="*/ 5560503 h 6858000"/>
              <a:gd name="connsiteX243" fmla="*/ 3702094 w 4724401"/>
              <a:gd name="connsiteY243" fmla="*/ 5549194 h 6858000"/>
              <a:gd name="connsiteX244" fmla="*/ 3398355 w 4724401"/>
              <a:gd name="connsiteY244" fmla="*/ 6094603 h 6858000"/>
              <a:gd name="connsiteX245" fmla="*/ 3193941 w 4724401"/>
              <a:gd name="connsiteY245" fmla="*/ 6798775 h 6858000"/>
              <a:gd name="connsiteX246" fmla="*/ 3184140 w 4724401"/>
              <a:gd name="connsiteY246" fmla="*/ 6858000 h 6858000"/>
              <a:gd name="connsiteX247" fmla="*/ 3099978 w 4724401"/>
              <a:gd name="connsiteY247" fmla="*/ 6858000 h 6858000"/>
              <a:gd name="connsiteX248" fmla="*/ 3101556 w 4724401"/>
              <a:gd name="connsiteY248" fmla="*/ 6843337 h 6858000"/>
              <a:gd name="connsiteX249" fmla="*/ 3370162 w 4724401"/>
              <a:gd name="connsiteY249" fmla="*/ 5785550 h 6858000"/>
              <a:gd name="connsiteX250" fmla="*/ 3746477 w 4724401"/>
              <a:gd name="connsiteY250" fmla="*/ 5377889 h 6858000"/>
              <a:gd name="connsiteX251" fmla="*/ 3863399 w 4724401"/>
              <a:gd name="connsiteY251" fmla="*/ 5087257 h 6858000"/>
              <a:gd name="connsiteX252" fmla="*/ 3968712 w 4724401"/>
              <a:gd name="connsiteY252" fmla="*/ 4913989 h 6858000"/>
              <a:gd name="connsiteX253" fmla="*/ 2792390 w 4724401"/>
              <a:gd name="connsiteY253" fmla="*/ 5382974 h 6858000"/>
              <a:gd name="connsiteX254" fmla="*/ 2714982 w 4724401"/>
              <a:gd name="connsiteY254" fmla="*/ 5427051 h 6858000"/>
              <a:gd name="connsiteX255" fmla="*/ 2813361 w 4724401"/>
              <a:gd name="connsiteY255" fmla="*/ 6023912 h 6858000"/>
              <a:gd name="connsiteX256" fmla="*/ 2688430 w 4724401"/>
              <a:gd name="connsiteY256" fmla="*/ 6801564 h 6858000"/>
              <a:gd name="connsiteX257" fmla="*/ 2629626 w 4724401"/>
              <a:gd name="connsiteY257" fmla="*/ 6763394 h 6858000"/>
              <a:gd name="connsiteX258" fmla="*/ 2565328 w 4724401"/>
              <a:gd name="connsiteY258" fmla="*/ 5516399 h 6858000"/>
              <a:gd name="connsiteX259" fmla="*/ 1922999 w 4724401"/>
              <a:gd name="connsiteY259" fmla="*/ 5980343 h 6858000"/>
              <a:gd name="connsiteX260" fmla="*/ 1950261 w 4724401"/>
              <a:gd name="connsiteY260" fmla="*/ 6405858 h 6858000"/>
              <a:gd name="connsiteX261" fmla="*/ 2365554 w 4724401"/>
              <a:gd name="connsiteY261" fmla="*/ 6759107 h 6858000"/>
              <a:gd name="connsiteX262" fmla="*/ 2424142 w 4724401"/>
              <a:gd name="connsiteY262" fmla="*/ 6858000 h 6858000"/>
              <a:gd name="connsiteX263" fmla="*/ 2395994 w 4724401"/>
              <a:gd name="connsiteY263" fmla="*/ 6858000 h 6858000"/>
              <a:gd name="connsiteX264" fmla="*/ 2392863 w 4724401"/>
              <a:gd name="connsiteY264" fmla="*/ 6852964 h 6858000"/>
              <a:gd name="connsiteX265" fmla="*/ 2017589 w 4724401"/>
              <a:gd name="connsiteY265" fmla="*/ 6493982 h 6858000"/>
              <a:gd name="connsiteX266" fmla="*/ 2147336 w 4724401"/>
              <a:gd name="connsiteY266" fmla="*/ 6594052 h 6858000"/>
              <a:gd name="connsiteX267" fmla="*/ 2207047 w 4724401"/>
              <a:gd name="connsiteY267" fmla="*/ 6654540 h 6858000"/>
              <a:gd name="connsiteX268" fmla="*/ 2299106 w 4724401"/>
              <a:gd name="connsiteY268" fmla="*/ 6778931 h 6858000"/>
              <a:gd name="connsiteX269" fmla="*/ 2314430 w 4724401"/>
              <a:gd name="connsiteY269" fmla="*/ 6801144 h 6858000"/>
              <a:gd name="connsiteX270" fmla="*/ 2352406 w 4724401"/>
              <a:gd name="connsiteY270" fmla="*/ 6858000 h 6858000"/>
              <a:gd name="connsiteX271" fmla="*/ 2314492 w 4724401"/>
              <a:gd name="connsiteY271" fmla="*/ 6858000 h 6858000"/>
              <a:gd name="connsiteX272" fmla="*/ 2288095 w 4724401"/>
              <a:gd name="connsiteY272" fmla="*/ 6818030 h 6858000"/>
              <a:gd name="connsiteX273" fmla="*/ 2272768 w 4724401"/>
              <a:gd name="connsiteY273" fmla="*/ 6795822 h 6858000"/>
              <a:gd name="connsiteX274" fmla="*/ 2182715 w 4724401"/>
              <a:gd name="connsiteY274" fmla="*/ 6675071 h 6858000"/>
              <a:gd name="connsiteX275" fmla="*/ 2032061 w 4724401"/>
              <a:gd name="connsiteY275" fmla="*/ 6541380 h 6858000"/>
              <a:gd name="connsiteX276" fmla="*/ 2257220 w 4724401"/>
              <a:gd name="connsiteY276" fmla="*/ 6826257 h 6858000"/>
              <a:gd name="connsiteX277" fmla="*/ 2281324 w 4724401"/>
              <a:gd name="connsiteY277" fmla="*/ 6858000 h 6858000"/>
              <a:gd name="connsiteX278" fmla="*/ 2242860 w 4724401"/>
              <a:gd name="connsiteY278" fmla="*/ 6858000 h 6858000"/>
              <a:gd name="connsiteX279" fmla="*/ 2232818 w 4724401"/>
              <a:gd name="connsiteY279" fmla="*/ 6844926 h 6858000"/>
              <a:gd name="connsiteX280" fmla="*/ 1990172 w 4724401"/>
              <a:gd name="connsiteY280" fmla="*/ 6542121 h 6858000"/>
              <a:gd name="connsiteX281" fmla="*/ 2124090 w 4724401"/>
              <a:gd name="connsiteY281" fmla="*/ 6761017 h 6858000"/>
              <a:gd name="connsiteX282" fmla="*/ 2200380 w 4724401"/>
              <a:gd name="connsiteY282" fmla="*/ 6858000 h 6858000"/>
              <a:gd name="connsiteX283" fmla="*/ 2147507 w 4724401"/>
              <a:gd name="connsiteY283" fmla="*/ 6858000 h 6858000"/>
              <a:gd name="connsiteX284" fmla="*/ 2070668 w 4724401"/>
              <a:gd name="connsiteY284" fmla="*/ 6761520 h 6858000"/>
              <a:gd name="connsiteX285" fmla="*/ 1975142 w 4724401"/>
              <a:gd name="connsiteY285" fmla="*/ 6585570 h 6858000"/>
              <a:gd name="connsiteX286" fmla="*/ 2050035 w 4724401"/>
              <a:gd name="connsiteY286" fmla="*/ 6813345 h 6858000"/>
              <a:gd name="connsiteX287" fmla="*/ 2063025 w 4724401"/>
              <a:gd name="connsiteY287" fmla="*/ 6858000 h 6858000"/>
              <a:gd name="connsiteX288" fmla="*/ 2021675 w 4724401"/>
              <a:gd name="connsiteY288" fmla="*/ 6858000 h 6858000"/>
              <a:gd name="connsiteX289" fmla="*/ 2019308 w 4724401"/>
              <a:gd name="connsiteY289" fmla="*/ 6847118 h 6858000"/>
              <a:gd name="connsiteX290" fmla="*/ 1938835 w 4724401"/>
              <a:gd name="connsiteY290" fmla="*/ 6551160 h 6858000"/>
              <a:gd name="connsiteX291" fmla="*/ 1953230 w 4724401"/>
              <a:gd name="connsiteY291" fmla="*/ 6759699 h 6858000"/>
              <a:gd name="connsiteX292" fmla="*/ 1956763 w 4724401"/>
              <a:gd name="connsiteY292" fmla="*/ 6778191 h 6858000"/>
              <a:gd name="connsiteX293" fmla="*/ 1967925 w 4724401"/>
              <a:gd name="connsiteY293" fmla="*/ 6858000 h 6858000"/>
              <a:gd name="connsiteX294" fmla="*/ 1936622 w 4724401"/>
              <a:gd name="connsiteY294" fmla="*/ 6858000 h 6858000"/>
              <a:gd name="connsiteX295" fmla="*/ 1926261 w 4724401"/>
              <a:gd name="connsiteY295" fmla="*/ 6784064 h 6858000"/>
              <a:gd name="connsiteX296" fmla="*/ 1922724 w 4724401"/>
              <a:gd name="connsiteY296" fmla="*/ 6765577 h 6858000"/>
              <a:gd name="connsiteX297" fmla="*/ 1904650 w 4724401"/>
              <a:gd name="connsiteY297" fmla="*/ 6639616 h 6858000"/>
              <a:gd name="connsiteX298" fmla="*/ 1885273 w 4724401"/>
              <a:gd name="connsiteY298" fmla="*/ 6858000 h 6858000"/>
              <a:gd name="connsiteX299" fmla="*/ 1854363 w 4724401"/>
              <a:gd name="connsiteY299" fmla="*/ 6858000 h 6858000"/>
              <a:gd name="connsiteX300" fmla="*/ 1880391 w 4724401"/>
              <a:gd name="connsiteY300" fmla="*/ 6603796 h 6858000"/>
              <a:gd name="connsiteX301" fmla="*/ 1818273 w 4724401"/>
              <a:gd name="connsiteY301" fmla="*/ 6715729 h 6858000"/>
              <a:gd name="connsiteX302" fmla="*/ 1794691 w 4724401"/>
              <a:gd name="connsiteY302" fmla="*/ 6843239 h 6858000"/>
              <a:gd name="connsiteX303" fmla="*/ 1794914 w 4724401"/>
              <a:gd name="connsiteY303" fmla="*/ 6858000 h 6858000"/>
              <a:gd name="connsiteX304" fmla="*/ 1746128 w 4724401"/>
              <a:gd name="connsiteY304" fmla="*/ 6858000 h 6858000"/>
              <a:gd name="connsiteX305" fmla="*/ 1753934 w 4724401"/>
              <a:gd name="connsiteY305" fmla="*/ 6724796 h 6858000"/>
              <a:gd name="connsiteX306" fmla="*/ 1792053 w 4724401"/>
              <a:gd name="connsiteY306" fmla="*/ 6572396 h 6858000"/>
              <a:gd name="connsiteX307" fmla="*/ 1862248 w 4724401"/>
              <a:gd name="connsiteY307" fmla="*/ 6266397 h 6858000"/>
              <a:gd name="connsiteX308" fmla="*/ 1862250 w 4724401"/>
              <a:gd name="connsiteY308" fmla="*/ 6033531 h 6858000"/>
              <a:gd name="connsiteX309" fmla="*/ 1211999 w 4724401"/>
              <a:gd name="connsiteY309" fmla="*/ 6683610 h 6858000"/>
              <a:gd name="connsiteX310" fmla="*/ 1213266 w 4724401"/>
              <a:gd name="connsiteY310" fmla="*/ 6691947 h 6858000"/>
              <a:gd name="connsiteX311" fmla="*/ 1203370 w 4724401"/>
              <a:gd name="connsiteY311" fmla="*/ 6850676 h 6858000"/>
              <a:gd name="connsiteX312" fmla="*/ 1203671 w 4724401"/>
              <a:gd name="connsiteY312" fmla="*/ 6858000 h 6858000"/>
              <a:gd name="connsiteX313" fmla="*/ 1143180 w 4724401"/>
              <a:gd name="connsiteY313" fmla="*/ 6858000 h 6858000"/>
              <a:gd name="connsiteX314" fmla="*/ 1142176 w 4724401"/>
              <a:gd name="connsiteY314" fmla="*/ 6766045 h 6858000"/>
              <a:gd name="connsiteX315" fmla="*/ 1067484 w 4724401"/>
              <a:gd name="connsiteY315" fmla="*/ 6858000 h 6858000"/>
              <a:gd name="connsiteX316" fmla="*/ 953928 w 4724401"/>
              <a:gd name="connsiteY316" fmla="*/ 6858000 h 6858000"/>
              <a:gd name="connsiteX317" fmla="*/ 959715 w 4724401"/>
              <a:gd name="connsiteY317" fmla="*/ 6850185 h 6858000"/>
              <a:gd name="connsiteX318" fmla="*/ 1483788 w 4724401"/>
              <a:gd name="connsiteY318" fmla="*/ 6259174 h 6858000"/>
              <a:gd name="connsiteX319" fmla="*/ 1100671 w 4724401"/>
              <a:gd name="connsiteY319" fmla="*/ 6252137 h 6858000"/>
              <a:gd name="connsiteX320" fmla="*/ 1090144 w 4724401"/>
              <a:gd name="connsiteY320" fmla="*/ 6256748 h 6858000"/>
              <a:gd name="connsiteX321" fmla="*/ 1095872 w 4724401"/>
              <a:gd name="connsiteY321" fmla="*/ 6271892 h 6858000"/>
              <a:gd name="connsiteX322" fmla="*/ 262785 w 4724401"/>
              <a:gd name="connsiteY322" fmla="*/ 6845450 h 6858000"/>
              <a:gd name="connsiteX323" fmla="*/ 209968 w 4724401"/>
              <a:gd name="connsiteY323" fmla="*/ 6770713 h 6858000"/>
              <a:gd name="connsiteX324" fmla="*/ 873460 w 4724401"/>
              <a:gd name="connsiteY324" fmla="*/ 6253768 h 6858000"/>
              <a:gd name="connsiteX325" fmla="*/ 192686 w 4724401"/>
              <a:gd name="connsiteY325" fmla="*/ 5849257 h 6858000"/>
              <a:gd name="connsiteX326" fmla="*/ 4696 w 4724401"/>
              <a:gd name="connsiteY326" fmla="*/ 5697668 h 6858000"/>
              <a:gd name="connsiteX327" fmla="*/ 0 w 4724401"/>
              <a:gd name="connsiteY327" fmla="*/ 5689984 h 6858000"/>
              <a:gd name="connsiteX328" fmla="*/ 0 w 4724401"/>
              <a:gd name="connsiteY328" fmla="*/ 5513472 h 6858000"/>
              <a:gd name="connsiteX329" fmla="*/ 174101 w 4724401"/>
              <a:gd name="connsiteY329" fmla="*/ 5620277 h 6858000"/>
              <a:gd name="connsiteX330" fmla="*/ 891800 w 4724401"/>
              <a:gd name="connsiteY330" fmla="*/ 6036935 h 6858000"/>
              <a:gd name="connsiteX331" fmla="*/ 1072219 w 4724401"/>
              <a:gd name="connsiteY331" fmla="*/ 6169443 h 6858000"/>
              <a:gd name="connsiteX332" fmla="*/ 1074117 w 4724401"/>
              <a:gd name="connsiteY332" fmla="*/ 6170301 h 6858000"/>
              <a:gd name="connsiteX333" fmla="*/ 1083114 w 4724401"/>
              <a:gd name="connsiteY333" fmla="*/ 6174131 h 6858000"/>
              <a:gd name="connsiteX334" fmla="*/ 1543010 w 4724401"/>
              <a:gd name="connsiteY334" fmla="*/ 6191140 h 6858000"/>
              <a:gd name="connsiteX335" fmla="*/ 1551080 w 4724401"/>
              <a:gd name="connsiteY335" fmla="*/ 6195006 h 6858000"/>
              <a:gd name="connsiteX336" fmla="*/ 2345443 w 4724401"/>
              <a:gd name="connsiteY336" fmla="*/ 5549882 h 6858000"/>
              <a:gd name="connsiteX337" fmla="*/ 1721499 w 4724401"/>
              <a:gd name="connsiteY337" fmla="*/ 5599969 h 6858000"/>
              <a:gd name="connsiteX338" fmla="*/ 767716 w 4724401"/>
              <a:gd name="connsiteY338" fmla="*/ 5472768 h 6858000"/>
              <a:gd name="connsiteX339" fmla="*/ 722147 w 4724401"/>
              <a:gd name="connsiteY339" fmla="*/ 5393091 h 6858000"/>
              <a:gd name="connsiteX340" fmla="*/ 1485552 w 4724401"/>
              <a:gd name="connsiteY340" fmla="*/ 5313202 h 6858000"/>
              <a:gd name="connsiteX341" fmla="*/ 2143004 w 4724401"/>
              <a:gd name="connsiteY341" fmla="*/ 5402420 h 6858000"/>
              <a:gd name="connsiteX342" fmla="*/ 1933391 w 4724401"/>
              <a:gd name="connsiteY342" fmla="*/ 5156971 h 6858000"/>
              <a:gd name="connsiteX343" fmla="*/ 1827118 w 4724401"/>
              <a:gd name="connsiteY343" fmla="*/ 4968410 h 6858000"/>
              <a:gd name="connsiteX344" fmla="*/ 1837349 w 4724401"/>
              <a:gd name="connsiteY344" fmla="*/ 4956357 h 6858000"/>
              <a:gd name="connsiteX345" fmla="*/ 2162835 w 4724401"/>
              <a:gd name="connsiteY345" fmla="*/ 5187853 h 6858000"/>
              <a:gd name="connsiteX346" fmla="*/ 2257167 w 4724401"/>
              <a:gd name="connsiteY346" fmla="*/ 5462123 h 6858000"/>
              <a:gd name="connsiteX347" fmla="*/ 2261598 w 4724401"/>
              <a:gd name="connsiteY347" fmla="*/ 5467998 h 6858000"/>
              <a:gd name="connsiteX348" fmla="*/ 2437177 w 4724401"/>
              <a:gd name="connsiteY348" fmla="*/ 5479608 h 6858000"/>
              <a:gd name="connsiteX349" fmla="*/ 2445247 w 4724401"/>
              <a:gd name="connsiteY349" fmla="*/ 5483476 h 6858000"/>
              <a:gd name="connsiteX350" fmla="*/ 2743626 w 4724401"/>
              <a:gd name="connsiteY350" fmla="*/ 5304819 h 6858000"/>
              <a:gd name="connsiteX351" fmla="*/ 3048102 w 4724401"/>
              <a:gd name="connsiteY351" fmla="*/ 5150595 h 6858000"/>
              <a:gd name="connsiteX352" fmla="*/ 1799414 w 4724401"/>
              <a:gd name="connsiteY352" fmla="*/ 4694732 h 6858000"/>
              <a:gd name="connsiteX353" fmla="*/ 1771735 w 4724401"/>
              <a:gd name="connsiteY353" fmla="*/ 4619929 h 6858000"/>
              <a:gd name="connsiteX354" fmla="*/ 3104273 w 4724401"/>
              <a:gd name="connsiteY354" fmla="*/ 5076159 h 6858000"/>
              <a:gd name="connsiteX355" fmla="*/ 3113245 w 4724401"/>
              <a:gd name="connsiteY355" fmla="*/ 5090705 h 6858000"/>
              <a:gd name="connsiteX356" fmla="*/ 3126294 w 4724401"/>
              <a:gd name="connsiteY356" fmla="*/ 5114400 h 6858000"/>
              <a:gd name="connsiteX357" fmla="*/ 3937433 w 4724401"/>
              <a:gd name="connsiteY357" fmla="*/ 4830473 h 6858000"/>
              <a:gd name="connsiteX358" fmla="*/ 3590475 w 4724401"/>
              <a:gd name="connsiteY358" fmla="*/ 4597974 h 6858000"/>
              <a:gd name="connsiteX359" fmla="*/ 3100264 w 4724401"/>
              <a:gd name="connsiteY359" fmla="*/ 4579845 h 6858000"/>
              <a:gd name="connsiteX360" fmla="*/ 2183576 w 4724401"/>
              <a:gd name="connsiteY360" fmla="*/ 4227150 h 6858000"/>
              <a:gd name="connsiteX361" fmla="*/ 2151029 w 4724401"/>
              <a:gd name="connsiteY361" fmla="*/ 4146947 h 6858000"/>
              <a:gd name="connsiteX362" fmla="*/ 3563434 w 4724401"/>
              <a:gd name="connsiteY362" fmla="*/ 4469115 h 6858000"/>
              <a:gd name="connsiteX363" fmla="*/ 3177952 w 4724401"/>
              <a:gd name="connsiteY363" fmla="*/ 3657386 h 6858000"/>
              <a:gd name="connsiteX364" fmla="*/ 3174829 w 4724401"/>
              <a:gd name="connsiteY364" fmla="*/ 3620110 h 6858000"/>
              <a:gd name="connsiteX365" fmla="*/ 3429186 w 4724401"/>
              <a:gd name="connsiteY365" fmla="*/ 3458784 h 6858000"/>
              <a:gd name="connsiteX366" fmla="*/ 3446761 w 4724401"/>
              <a:gd name="connsiteY366" fmla="*/ 3461278 h 6858000"/>
              <a:gd name="connsiteX367" fmla="*/ 4419733 w 4724401"/>
              <a:gd name="connsiteY367" fmla="*/ 3963555 h 6858000"/>
              <a:gd name="connsiteX368" fmla="*/ 4659448 w 4724401"/>
              <a:gd name="connsiteY368" fmla="*/ 4172746 h 6858000"/>
              <a:gd name="connsiteX369" fmla="*/ 4724401 w 4724401"/>
              <a:gd name="connsiteY369" fmla="*/ 4275524 h 6858000"/>
              <a:gd name="connsiteX370" fmla="*/ 4724401 w 4724401"/>
              <a:gd name="connsiteY370" fmla="*/ 4519331 h 6858000"/>
              <a:gd name="connsiteX371" fmla="*/ 4695727 w 4724401"/>
              <a:gd name="connsiteY371" fmla="*/ 4489837 h 6858000"/>
              <a:gd name="connsiteX372" fmla="*/ 4036318 w 4724401"/>
              <a:gd name="connsiteY372" fmla="*/ 4147013 h 6858000"/>
              <a:gd name="connsiteX373" fmla="*/ 3432098 w 4724401"/>
              <a:gd name="connsiteY373" fmla="*/ 3537312 h 6858000"/>
              <a:gd name="connsiteX374" fmla="*/ 3429186 w 4724401"/>
              <a:gd name="connsiteY374" fmla="*/ 3458784 h 6858000"/>
              <a:gd name="connsiteX375" fmla="*/ 4287835 w 4724401"/>
              <a:gd name="connsiteY375" fmla="*/ 3252276 h 6858000"/>
              <a:gd name="connsiteX376" fmla="*/ 4305321 w 4724401"/>
              <a:gd name="connsiteY376" fmla="*/ 3256953 h 6858000"/>
              <a:gd name="connsiteX377" fmla="*/ 4633631 w 4724401"/>
              <a:gd name="connsiteY377" fmla="*/ 3503706 h 6858000"/>
              <a:gd name="connsiteX378" fmla="*/ 4724401 w 4724401"/>
              <a:gd name="connsiteY378" fmla="*/ 3579225 h 6858000"/>
              <a:gd name="connsiteX379" fmla="*/ 4724401 w 4724401"/>
              <a:gd name="connsiteY379" fmla="*/ 3637622 h 6858000"/>
              <a:gd name="connsiteX380" fmla="*/ 4594837 w 4724401"/>
              <a:gd name="connsiteY380" fmla="*/ 3532274 h 6858000"/>
              <a:gd name="connsiteX381" fmla="*/ 4441737 w 4724401"/>
              <a:gd name="connsiteY381" fmla="*/ 3399734 h 6858000"/>
              <a:gd name="connsiteX382" fmla="*/ 4431236 w 4724401"/>
              <a:gd name="connsiteY382" fmla="*/ 3400954 h 6858000"/>
              <a:gd name="connsiteX383" fmla="*/ 4557150 w 4724401"/>
              <a:gd name="connsiteY383" fmla="*/ 3510023 h 6858000"/>
              <a:gd name="connsiteX384" fmla="*/ 4709959 w 4724401"/>
              <a:gd name="connsiteY384" fmla="*/ 3658245 h 6858000"/>
              <a:gd name="connsiteX385" fmla="*/ 4724401 w 4724401"/>
              <a:gd name="connsiteY385" fmla="*/ 3673072 h 6858000"/>
              <a:gd name="connsiteX386" fmla="*/ 4724401 w 4724401"/>
              <a:gd name="connsiteY386" fmla="*/ 3718516 h 6858000"/>
              <a:gd name="connsiteX387" fmla="*/ 4642986 w 4724401"/>
              <a:gd name="connsiteY387" fmla="*/ 3635718 h 6858000"/>
              <a:gd name="connsiteX388" fmla="*/ 4440129 w 4724401"/>
              <a:gd name="connsiteY388" fmla="*/ 3448571 h 6858000"/>
              <a:gd name="connsiteX389" fmla="*/ 4700658 w 4724401"/>
              <a:gd name="connsiteY389" fmla="*/ 3767518 h 6858000"/>
              <a:gd name="connsiteX390" fmla="*/ 4724401 w 4724401"/>
              <a:gd name="connsiteY390" fmla="*/ 3790032 h 6858000"/>
              <a:gd name="connsiteX391" fmla="*/ 4724401 w 4724401"/>
              <a:gd name="connsiteY391" fmla="*/ 3871856 h 6858000"/>
              <a:gd name="connsiteX392" fmla="*/ 4649232 w 4724401"/>
              <a:gd name="connsiteY392" fmla="*/ 3785028 h 6858000"/>
              <a:gd name="connsiteX393" fmla="*/ 4294126 w 4724401"/>
              <a:gd name="connsiteY393" fmla="*/ 3303048 h 6858000"/>
              <a:gd name="connsiteX394" fmla="*/ 4287835 w 4724401"/>
              <a:gd name="connsiteY394" fmla="*/ 3252276 h 6858000"/>
              <a:gd name="connsiteX395" fmla="*/ 1318687 w 4724401"/>
              <a:gd name="connsiteY395" fmla="*/ 3113840 h 6858000"/>
              <a:gd name="connsiteX396" fmla="*/ 1066793 w 4724401"/>
              <a:gd name="connsiteY396" fmla="*/ 3212171 h 6858000"/>
              <a:gd name="connsiteX397" fmla="*/ 993319 w 4724401"/>
              <a:gd name="connsiteY397" fmla="*/ 3247648 h 6858000"/>
              <a:gd name="connsiteX398" fmla="*/ 853081 w 4724401"/>
              <a:gd name="connsiteY398" fmla="*/ 3312410 h 6858000"/>
              <a:gd name="connsiteX399" fmla="*/ 805957 w 4724401"/>
              <a:gd name="connsiteY399" fmla="*/ 3330443 h 6858000"/>
              <a:gd name="connsiteX400" fmla="*/ 1318687 w 4724401"/>
              <a:gd name="connsiteY400" fmla="*/ 3113840 h 6858000"/>
              <a:gd name="connsiteX401" fmla="*/ 1238695 w 4724401"/>
              <a:gd name="connsiteY401" fmla="*/ 3076820 h 6858000"/>
              <a:gd name="connsiteX402" fmla="*/ 716371 w 4724401"/>
              <a:gd name="connsiteY402" fmla="*/ 3293249 h 6858000"/>
              <a:gd name="connsiteX403" fmla="*/ 579522 w 4724401"/>
              <a:gd name="connsiteY403" fmla="*/ 3371759 h 6858000"/>
              <a:gd name="connsiteX404" fmla="*/ 600288 w 4724401"/>
              <a:gd name="connsiteY404" fmla="*/ 3365555 h 6858000"/>
              <a:gd name="connsiteX405" fmla="*/ 840692 w 4724401"/>
              <a:gd name="connsiteY405" fmla="*/ 3284921 h 6858000"/>
              <a:gd name="connsiteX406" fmla="*/ 979248 w 4724401"/>
              <a:gd name="connsiteY406" fmla="*/ 3221003 h 6858000"/>
              <a:gd name="connsiteX407" fmla="*/ 1053282 w 4724401"/>
              <a:gd name="connsiteY407" fmla="*/ 3185247 h 6858000"/>
              <a:gd name="connsiteX408" fmla="*/ 1320603 w 4724401"/>
              <a:gd name="connsiteY408" fmla="*/ 3081281 h 6858000"/>
              <a:gd name="connsiteX409" fmla="*/ 1238695 w 4724401"/>
              <a:gd name="connsiteY409" fmla="*/ 3076820 h 6858000"/>
              <a:gd name="connsiteX410" fmla="*/ 2399523 w 4724401"/>
              <a:gd name="connsiteY410" fmla="*/ 1428234 h 6858000"/>
              <a:gd name="connsiteX411" fmla="*/ 2224982 w 4724401"/>
              <a:gd name="connsiteY411" fmla="*/ 1826201 h 6858000"/>
              <a:gd name="connsiteX412" fmla="*/ 2096099 w 4724401"/>
              <a:gd name="connsiteY412" fmla="*/ 2345900 h 6858000"/>
              <a:gd name="connsiteX413" fmla="*/ 2283317 w 4724401"/>
              <a:gd name="connsiteY413" fmla="*/ 1796925 h 6858000"/>
              <a:gd name="connsiteX414" fmla="*/ 2448558 w 4724401"/>
              <a:gd name="connsiteY414" fmla="*/ 1373435 h 6858000"/>
              <a:gd name="connsiteX415" fmla="*/ 2312521 w 4724401"/>
              <a:gd name="connsiteY415" fmla="*/ 1806140 h 6858000"/>
              <a:gd name="connsiteX416" fmla="*/ 2127533 w 4724401"/>
              <a:gd name="connsiteY416" fmla="*/ 2348380 h 6858000"/>
              <a:gd name="connsiteX417" fmla="*/ 2358080 w 4724401"/>
              <a:gd name="connsiteY417" fmla="*/ 1866134 h 6858000"/>
              <a:gd name="connsiteX418" fmla="*/ 2407436 w 4724401"/>
              <a:gd name="connsiteY418" fmla="*/ 1651070 h 6858000"/>
              <a:gd name="connsiteX419" fmla="*/ 2448558 w 4724401"/>
              <a:gd name="connsiteY419" fmla="*/ 1373435 h 6858000"/>
              <a:gd name="connsiteX420" fmla="*/ 278707 w 4724401"/>
              <a:gd name="connsiteY420" fmla="*/ 1352270 h 6858000"/>
              <a:gd name="connsiteX421" fmla="*/ 321570 w 4724401"/>
              <a:gd name="connsiteY421" fmla="*/ 1861610 h 6858000"/>
              <a:gd name="connsiteX422" fmla="*/ 294281 w 4724401"/>
              <a:gd name="connsiteY422" fmla="*/ 1440658 h 6858000"/>
              <a:gd name="connsiteX423" fmla="*/ 1423821 w 4724401"/>
              <a:gd name="connsiteY423" fmla="*/ 1351958 h 6858000"/>
              <a:gd name="connsiteX424" fmla="*/ 1638521 w 4724401"/>
              <a:gd name="connsiteY424" fmla="*/ 1908470 h 6858000"/>
              <a:gd name="connsiteX425" fmla="*/ 1754199 w 4724401"/>
              <a:gd name="connsiteY425" fmla="*/ 2149284 h 6858000"/>
              <a:gd name="connsiteX426" fmla="*/ 1908359 w 4724401"/>
              <a:gd name="connsiteY426" fmla="*/ 2364988 h 6858000"/>
              <a:gd name="connsiteX427" fmla="*/ 1647661 w 4724401"/>
              <a:gd name="connsiteY427" fmla="*/ 1825945 h 6858000"/>
              <a:gd name="connsiteX428" fmla="*/ 1423821 w 4724401"/>
              <a:gd name="connsiteY428" fmla="*/ 1351958 h 6858000"/>
              <a:gd name="connsiteX429" fmla="*/ 1431890 w 4724401"/>
              <a:gd name="connsiteY429" fmla="*/ 1306475 h 6858000"/>
              <a:gd name="connsiteX430" fmla="*/ 1507597 w 4724401"/>
              <a:gd name="connsiteY430" fmla="*/ 1446132 h 6858000"/>
              <a:gd name="connsiteX431" fmla="*/ 1674586 w 4724401"/>
              <a:gd name="connsiteY431" fmla="*/ 1813832 h 6858000"/>
              <a:gd name="connsiteX432" fmla="*/ 1815950 w 4724401"/>
              <a:gd name="connsiteY432" fmla="*/ 2128564 h 6858000"/>
              <a:gd name="connsiteX433" fmla="*/ 1984242 w 4724401"/>
              <a:gd name="connsiteY433" fmla="*/ 2430829 h 6858000"/>
              <a:gd name="connsiteX434" fmla="*/ 2014023 w 4724401"/>
              <a:gd name="connsiteY434" fmla="*/ 2450995 h 6858000"/>
              <a:gd name="connsiteX435" fmla="*/ 1747337 w 4724401"/>
              <a:gd name="connsiteY435" fmla="*/ 1855264 h 6858000"/>
              <a:gd name="connsiteX436" fmla="*/ 1533749 w 4724401"/>
              <a:gd name="connsiteY436" fmla="*/ 1478656 h 6858000"/>
              <a:gd name="connsiteX437" fmla="*/ 1431890 w 4724401"/>
              <a:gd name="connsiteY437" fmla="*/ 1306475 h 6858000"/>
              <a:gd name="connsiteX438" fmla="*/ 655236 w 4724401"/>
              <a:gd name="connsiteY438" fmla="*/ 1268632 h 6858000"/>
              <a:gd name="connsiteX439" fmla="*/ 839521 w 4724401"/>
              <a:gd name="connsiteY439" fmla="*/ 1685315 h 6858000"/>
              <a:gd name="connsiteX440" fmla="*/ 1109416 w 4724401"/>
              <a:gd name="connsiteY440" fmla="*/ 2061663 h 6858000"/>
              <a:gd name="connsiteX441" fmla="*/ 1298300 w 4724401"/>
              <a:gd name="connsiteY441" fmla="*/ 2247742 h 6858000"/>
              <a:gd name="connsiteX442" fmla="*/ 1125871 w 4724401"/>
              <a:gd name="connsiteY442" fmla="*/ 1989513 h 6858000"/>
              <a:gd name="connsiteX443" fmla="*/ 981574 w 4724401"/>
              <a:gd name="connsiteY443" fmla="*/ 1783157 h 6858000"/>
              <a:gd name="connsiteX444" fmla="*/ 922198 w 4724401"/>
              <a:gd name="connsiteY444" fmla="*/ 1677437 h 6858000"/>
              <a:gd name="connsiteX445" fmla="*/ 869293 w 4724401"/>
              <a:gd name="connsiteY445" fmla="*/ 1583214 h 6858000"/>
              <a:gd name="connsiteX446" fmla="*/ 751431 w 4724401"/>
              <a:gd name="connsiteY446" fmla="*/ 1405731 h 6858000"/>
              <a:gd name="connsiteX447" fmla="*/ 291466 w 4724401"/>
              <a:gd name="connsiteY447" fmla="*/ 1250369 h 6858000"/>
              <a:gd name="connsiteX448" fmla="*/ 323180 w 4724401"/>
              <a:gd name="connsiteY448" fmla="*/ 1435283 h 6858000"/>
              <a:gd name="connsiteX449" fmla="*/ 349381 w 4724401"/>
              <a:gd name="connsiteY449" fmla="*/ 1875041 h 6858000"/>
              <a:gd name="connsiteX450" fmla="*/ 374363 w 4724401"/>
              <a:gd name="connsiteY450" fmla="*/ 1506494 h 6858000"/>
              <a:gd name="connsiteX451" fmla="*/ 302168 w 4724401"/>
              <a:gd name="connsiteY451" fmla="*/ 1274495 h 6858000"/>
              <a:gd name="connsiteX452" fmla="*/ 291466 w 4724401"/>
              <a:gd name="connsiteY452" fmla="*/ 1250369 h 6858000"/>
              <a:gd name="connsiteX453" fmla="*/ 678222 w 4724401"/>
              <a:gd name="connsiteY453" fmla="*/ 1248670 h 6858000"/>
              <a:gd name="connsiteX454" fmla="*/ 775536 w 4724401"/>
              <a:gd name="connsiteY454" fmla="*/ 1388015 h 6858000"/>
              <a:gd name="connsiteX455" fmla="*/ 894529 w 4724401"/>
              <a:gd name="connsiteY455" fmla="*/ 1567739 h 6858000"/>
              <a:gd name="connsiteX456" fmla="*/ 948000 w 4724401"/>
              <a:gd name="connsiteY456" fmla="*/ 1663088 h 6858000"/>
              <a:gd name="connsiteX457" fmla="*/ 1006812 w 4724401"/>
              <a:gd name="connsiteY457" fmla="*/ 1767683 h 6858000"/>
              <a:gd name="connsiteX458" fmla="*/ 1149133 w 4724401"/>
              <a:gd name="connsiteY458" fmla="*/ 1971513 h 6858000"/>
              <a:gd name="connsiteX459" fmla="*/ 1333952 w 4724401"/>
              <a:gd name="connsiteY459" fmla="*/ 2251620 h 6858000"/>
              <a:gd name="connsiteX460" fmla="*/ 1337329 w 4724401"/>
              <a:gd name="connsiteY460" fmla="*/ 2258350 h 6858000"/>
              <a:gd name="connsiteX461" fmla="*/ 1014726 w 4724401"/>
              <a:gd name="connsiteY461" fmla="*/ 1615556 h 6858000"/>
              <a:gd name="connsiteX462" fmla="*/ 678222 w 4724401"/>
              <a:gd name="connsiteY462" fmla="*/ 1248670 h 6858000"/>
              <a:gd name="connsiteX463" fmla="*/ 4002475 w 4724401"/>
              <a:gd name="connsiteY463" fmla="*/ 1037802 h 6858000"/>
              <a:gd name="connsiteX464" fmla="*/ 4000324 w 4724401"/>
              <a:gd name="connsiteY464" fmla="*/ 1039362 h 6858000"/>
              <a:gd name="connsiteX465" fmla="*/ 4002862 w 4724401"/>
              <a:gd name="connsiteY465" fmla="*/ 1042866 h 6858000"/>
              <a:gd name="connsiteX466" fmla="*/ 4002475 w 4724401"/>
              <a:gd name="connsiteY466" fmla="*/ 1037802 h 6858000"/>
              <a:gd name="connsiteX467" fmla="*/ 506322 w 4724401"/>
              <a:gd name="connsiteY467" fmla="*/ 1020997 h 6858000"/>
              <a:gd name="connsiteX468" fmla="*/ 533068 w 4724401"/>
              <a:gd name="connsiteY468" fmla="*/ 1029409 h 6858000"/>
              <a:gd name="connsiteX469" fmla="*/ 1232525 w 4724401"/>
              <a:gd name="connsiteY469" fmla="*/ 1804675 h 6858000"/>
              <a:gd name="connsiteX470" fmla="*/ 1388858 w 4724401"/>
              <a:gd name="connsiteY470" fmla="*/ 2368011 h 6858000"/>
              <a:gd name="connsiteX471" fmla="*/ 1384098 w 4724401"/>
              <a:gd name="connsiteY471" fmla="*/ 2378125 h 6858000"/>
              <a:gd name="connsiteX472" fmla="*/ 1425393 w 4724401"/>
              <a:gd name="connsiteY472" fmla="*/ 2589124 h 6858000"/>
              <a:gd name="connsiteX473" fmla="*/ 1424001 w 4724401"/>
              <a:gd name="connsiteY473" fmla="*/ 2597541 h 6858000"/>
              <a:gd name="connsiteX474" fmla="*/ 2152729 w 4724401"/>
              <a:gd name="connsiteY474" fmla="*/ 2864487 h 6858000"/>
              <a:gd name="connsiteX475" fmla="*/ 2020609 w 4724401"/>
              <a:gd name="connsiteY475" fmla="*/ 2539671 h 6858000"/>
              <a:gd name="connsiteX476" fmla="*/ 2018920 w 4724401"/>
              <a:gd name="connsiteY476" fmla="*/ 2536309 h 6858000"/>
              <a:gd name="connsiteX477" fmla="*/ 1342441 w 4724401"/>
              <a:gd name="connsiteY477" fmla="*/ 1173017 h 6858000"/>
              <a:gd name="connsiteX478" fmla="*/ 1367925 w 4724401"/>
              <a:gd name="connsiteY478" fmla="*/ 1135648 h 6858000"/>
              <a:gd name="connsiteX479" fmla="*/ 1771401 w 4724401"/>
              <a:gd name="connsiteY479" fmla="*/ 1806673 h 6858000"/>
              <a:gd name="connsiteX480" fmla="*/ 1972385 w 4724401"/>
              <a:gd name="connsiteY480" fmla="*/ 2198735 h 6858000"/>
              <a:gd name="connsiteX481" fmla="*/ 2040892 w 4724401"/>
              <a:gd name="connsiteY481" fmla="*/ 2405205 h 6858000"/>
              <a:gd name="connsiteX482" fmla="*/ 2131689 w 4724401"/>
              <a:gd name="connsiteY482" fmla="*/ 1936926 h 6858000"/>
              <a:gd name="connsiteX483" fmla="*/ 2454820 w 4724401"/>
              <a:gd name="connsiteY483" fmla="*/ 1248808 h 6858000"/>
              <a:gd name="connsiteX484" fmla="*/ 2492512 w 4724401"/>
              <a:gd name="connsiteY484" fmla="*/ 1302920 h 6858000"/>
              <a:gd name="connsiteX485" fmla="*/ 2081216 w 4724401"/>
              <a:gd name="connsiteY485" fmla="*/ 2527513 h 6858000"/>
              <a:gd name="connsiteX486" fmla="*/ 2081211 w 4724401"/>
              <a:gd name="connsiteY486" fmla="*/ 2528916 h 6858000"/>
              <a:gd name="connsiteX487" fmla="*/ 2199067 w 4724401"/>
              <a:gd name="connsiteY487" fmla="*/ 2884061 h 6858000"/>
              <a:gd name="connsiteX488" fmla="*/ 3192586 w 4724401"/>
              <a:gd name="connsiteY488" fmla="*/ 3411496 h 6858000"/>
              <a:gd name="connsiteX489" fmla="*/ 3182620 w 4724401"/>
              <a:gd name="connsiteY489" fmla="*/ 3483279 h 6858000"/>
              <a:gd name="connsiteX490" fmla="*/ 2435119 w 4724401"/>
              <a:gd name="connsiteY490" fmla="*/ 3080173 h 6858000"/>
              <a:gd name="connsiteX491" fmla="*/ 2410152 w 4724401"/>
              <a:gd name="connsiteY491" fmla="*/ 3063751 h 6858000"/>
              <a:gd name="connsiteX492" fmla="*/ 2408099 w 4724401"/>
              <a:gd name="connsiteY492" fmla="*/ 3064403 h 6858000"/>
              <a:gd name="connsiteX493" fmla="*/ 2407218 w 4724401"/>
              <a:gd name="connsiteY493" fmla="*/ 3070324 h 6858000"/>
              <a:gd name="connsiteX494" fmla="*/ 2380138 w 4724401"/>
              <a:gd name="connsiteY494" fmla="*/ 3099341 h 6858000"/>
              <a:gd name="connsiteX495" fmla="*/ 1765923 w 4724401"/>
              <a:gd name="connsiteY495" fmla="*/ 3581043 h 6858000"/>
              <a:gd name="connsiteX496" fmla="*/ 1702258 w 4724401"/>
              <a:gd name="connsiteY496" fmla="*/ 3612286 h 6858000"/>
              <a:gd name="connsiteX497" fmla="*/ 1538370 w 4724401"/>
              <a:gd name="connsiteY497" fmla="*/ 3811804 h 6858000"/>
              <a:gd name="connsiteX498" fmla="*/ 542867 w 4724401"/>
              <a:gd name="connsiteY498" fmla="*/ 4944092 h 6858000"/>
              <a:gd name="connsiteX499" fmla="*/ 515800 w 4724401"/>
              <a:gd name="connsiteY499" fmla="*/ 4862180 h 6858000"/>
              <a:gd name="connsiteX500" fmla="*/ 909145 w 4724401"/>
              <a:gd name="connsiteY500" fmla="*/ 4199225 h 6858000"/>
              <a:gd name="connsiteX501" fmla="*/ 1214067 w 4724401"/>
              <a:gd name="connsiteY501" fmla="*/ 3908561 h 6858000"/>
              <a:gd name="connsiteX502" fmla="*/ 640967 w 4724401"/>
              <a:gd name="connsiteY502" fmla="*/ 4105601 h 6858000"/>
              <a:gd name="connsiteX503" fmla="*/ 112563 w 4724401"/>
              <a:gd name="connsiteY503" fmla="*/ 4396952 h 6858000"/>
              <a:gd name="connsiteX504" fmla="*/ 0 w 4724401"/>
              <a:gd name="connsiteY504" fmla="*/ 4466006 h 6858000"/>
              <a:gd name="connsiteX505" fmla="*/ 0 w 4724401"/>
              <a:gd name="connsiteY505" fmla="*/ 4233763 h 6858000"/>
              <a:gd name="connsiteX506" fmla="*/ 36881 w 4724401"/>
              <a:gd name="connsiteY506" fmla="*/ 4200118 h 6858000"/>
              <a:gd name="connsiteX507" fmla="*/ 910534 w 4724401"/>
              <a:gd name="connsiteY507" fmla="*/ 3629753 h 6858000"/>
              <a:gd name="connsiteX508" fmla="*/ 1578717 w 4724401"/>
              <a:gd name="connsiteY508" fmla="*/ 3575982 h 6858000"/>
              <a:gd name="connsiteX509" fmla="*/ 2338780 w 4724401"/>
              <a:gd name="connsiteY509" fmla="*/ 3033725 h 6858000"/>
              <a:gd name="connsiteX510" fmla="*/ 1807991 w 4724401"/>
              <a:gd name="connsiteY510" fmla="*/ 2807184 h 6858000"/>
              <a:gd name="connsiteX511" fmla="*/ 1416358 w 4724401"/>
              <a:gd name="connsiteY511" fmla="*/ 3112571 h 6858000"/>
              <a:gd name="connsiteX512" fmla="*/ 939066 w 4724401"/>
              <a:gd name="connsiteY512" fmla="*/ 3378798 h 6858000"/>
              <a:gd name="connsiteX513" fmla="*/ 115099 w 4724401"/>
              <a:gd name="connsiteY513" fmla="*/ 3607650 h 6858000"/>
              <a:gd name="connsiteX514" fmla="*/ 97284 w 4724401"/>
              <a:gd name="connsiteY514" fmla="*/ 3520393 h 6858000"/>
              <a:gd name="connsiteX515" fmla="*/ 922050 w 4724401"/>
              <a:gd name="connsiteY515" fmla="*/ 3074867 h 6858000"/>
              <a:gd name="connsiteX516" fmla="*/ 1405265 w 4724401"/>
              <a:gd name="connsiteY516" fmla="*/ 3016319 h 6858000"/>
              <a:gd name="connsiteX517" fmla="*/ 1407512 w 4724401"/>
              <a:gd name="connsiteY517" fmla="*/ 3018001 h 6858000"/>
              <a:gd name="connsiteX518" fmla="*/ 1726266 w 4724401"/>
              <a:gd name="connsiteY518" fmla="*/ 2777274 h 6858000"/>
              <a:gd name="connsiteX519" fmla="*/ 625390 w 4724401"/>
              <a:gd name="connsiteY519" fmla="*/ 2514541 h 6858000"/>
              <a:gd name="connsiteX520" fmla="*/ 619799 w 4724401"/>
              <a:gd name="connsiteY520" fmla="*/ 2527180 h 6858000"/>
              <a:gd name="connsiteX521" fmla="*/ 310030 w 4724401"/>
              <a:gd name="connsiteY521" fmla="*/ 2771818 h 6858000"/>
              <a:gd name="connsiteX522" fmla="*/ 173877 w 4724401"/>
              <a:gd name="connsiteY522" fmla="*/ 2937056 h 6858000"/>
              <a:gd name="connsiteX523" fmla="*/ 77889 w 4724401"/>
              <a:gd name="connsiteY523" fmla="*/ 3138440 h 6858000"/>
              <a:gd name="connsiteX524" fmla="*/ 0 w 4724401"/>
              <a:gd name="connsiteY524" fmla="*/ 3271395 h 6858000"/>
              <a:gd name="connsiteX525" fmla="*/ 0 w 4724401"/>
              <a:gd name="connsiteY525" fmla="*/ 3153002 h 6858000"/>
              <a:gd name="connsiteX526" fmla="*/ 2386 w 4724401"/>
              <a:gd name="connsiteY526" fmla="*/ 3149203 h 6858000"/>
              <a:gd name="connsiteX527" fmla="*/ 89753 w 4724401"/>
              <a:gd name="connsiteY527" fmla="*/ 2987702 h 6858000"/>
              <a:gd name="connsiteX528" fmla="*/ 76869 w 4724401"/>
              <a:gd name="connsiteY528" fmla="*/ 3005404 h 6858000"/>
              <a:gd name="connsiteX529" fmla="*/ 32049 w 4724401"/>
              <a:gd name="connsiteY529" fmla="*/ 3065814 h 6858000"/>
              <a:gd name="connsiteX530" fmla="*/ 0 w 4724401"/>
              <a:gd name="connsiteY530" fmla="*/ 3108744 h 6858000"/>
              <a:gd name="connsiteX531" fmla="*/ 0 w 4724401"/>
              <a:gd name="connsiteY531" fmla="*/ 3058059 h 6858000"/>
              <a:gd name="connsiteX532" fmla="*/ 7610 w 4724401"/>
              <a:gd name="connsiteY532" fmla="*/ 3047889 h 6858000"/>
              <a:gd name="connsiteX533" fmla="*/ 52419 w 4724401"/>
              <a:gd name="connsiteY533" fmla="*/ 2987479 h 6858000"/>
              <a:gd name="connsiteX534" fmla="*/ 59142 w 4724401"/>
              <a:gd name="connsiteY534" fmla="*/ 2978488 h 6858000"/>
              <a:gd name="connsiteX535" fmla="*/ 0 w 4724401"/>
              <a:gd name="connsiteY535" fmla="*/ 3015334 h 6858000"/>
              <a:gd name="connsiteX536" fmla="*/ 0 w 4724401"/>
              <a:gd name="connsiteY536" fmla="*/ 2914286 h 6858000"/>
              <a:gd name="connsiteX537" fmla="*/ 36383 w 4724401"/>
              <a:gd name="connsiteY537" fmla="*/ 2901128 h 6858000"/>
              <a:gd name="connsiteX538" fmla="*/ 156329 w 4724401"/>
              <a:gd name="connsiteY538" fmla="*/ 2840533 h 6858000"/>
              <a:gd name="connsiteX539" fmla="*/ 358355 w 4724401"/>
              <a:gd name="connsiteY539" fmla="*/ 2620471 h 6858000"/>
              <a:gd name="connsiteX540" fmla="*/ 510577 w 4724401"/>
              <a:gd name="connsiteY540" fmla="*/ 2501244 h 6858000"/>
              <a:gd name="connsiteX541" fmla="*/ 211967 w 4724401"/>
              <a:gd name="connsiteY541" fmla="*/ 2479171 h 6858000"/>
              <a:gd name="connsiteX542" fmla="*/ 0 w 4724401"/>
              <a:gd name="connsiteY542" fmla="*/ 2476398 h 6858000"/>
              <a:gd name="connsiteX543" fmla="*/ 0 w 4724401"/>
              <a:gd name="connsiteY543" fmla="*/ 2389189 h 6858000"/>
              <a:gd name="connsiteX544" fmla="*/ 103062 w 4724401"/>
              <a:gd name="connsiteY544" fmla="*/ 2389518 h 6858000"/>
              <a:gd name="connsiteX545" fmla="*/ 510734 w 4724401"/>
              <a:gd name="connsiteY545" fmla="*/ 2416201 h 6858000"/>
              <a:gd name="connsiteX546" fmla="*/ 279257 w 4724401"/>
              <a:gd name="connsiteY546" fmla="*/ 2092102 h 6858000"/>
              <a:gd name="connsiteX547" fmla="*/ 65265 w 4724401"/>
              <a:gd name="connsiteY547" fmla="*/ 2006049 h 6858000"/>
              <a:gd name="connsiteX548" fmla="*/ 0 w 4724401"/>
              <a:gd name="connsiteY548" fmla="*/ 1982532 h 6858000"/>
              <a:gd name="connsiteX549" fmla="*/ 0 w 4724401"/>
              <a:gd name="connsiteY549" fmla="*/ 1912789 h 6858000"/>
              <a:gd name="connsiteX550" fmla="*/ 97460 w 4724401"/>
              <a:gd name="connsiteY550" fmla="*/ 1953725 h 6858000"/>
              <a:gd name="connsiteX551" fmla="*/ 221272 w 4724401"/>
              <a:gd name="connsiteY551" fmla="*/ 1980766 h 6858000"/>
              <a:gd name="connsiteX552" fmla="*/ 116765 w 4724401"/>
              <a:gd name="connsiteY552" fmla="*/ 1911033 h 6858000"/>
              <a:gd name="connsiteX553" fmla="*/ 16405 w 4724401"/>
              <a:gd name="connsiteY553" fmla="*/ 1803412 h 6858000"/>
              <a:gd name="connsiteX554" fmla="*/ 0 w 4724401"/>
              <a:gd name="connsiteY554" fmla="*/ 1784777 h 6858000"/>
              <a:gd name="connsiteX555" fmla="*/ 0 w 4724401"/>
              <a:gd name="connsiteY555" fmla="*/ 1740082 h 6858000"/>
              <a:gd name="connsiteX556" fmla="*/ 39394 w 4724401"/>
              <a:gd name="connsiteY556" fmla="*/ 1784856 h 6858000"/>
              <a:gd name="connsiteX557" fmla="*/ 135813 w 4724401"/>
              <a:gd name="connsiteY557" fmla="*/ 1888838 h 6858000"/>
              <a:gd name="connsiteX558" fmla="*/ 242575 w 4724401"/>
              <a:gd name="connsiteY558" fmla="*/ 1958841 h 6858000"/>
              <a:gd name="connsiteX559" fmla="*/ 82197 w 4724401"/>
              <a:gd name="connsiteY559" fmla="*/ 1754826 h 6858000"/>
              <a:gd name="connsiteX560" fmla="*/ 0 w 4724401"/>
              <a:gd name="connsiteY560" fmla="*/ 1679650 h 6858000"/>
              <a:gd name="connsiteX561" fmla="*/ 0 w 4724401"/>
              <a:gd name="connsiteY561" fmla="*/ 1602463 h 6858000"/>
              <a:gd name="connsiteX562" fmla="*/ 84689 w 4724401"/>
              <a:gd name="connsiteY562" fmla="*/ 1677442 h 6858000"/>
              <a:gd name="connsiteX563" fmla="*/ 298437 w 4724401"/>
              <a:gd name="connsiteY563" fmla="*/ 1968019 h 6858000"/>
              <a:gd name="connsiteX564" fmla="*/ 227269 w 4724401"/>
              <a:gd name="connsiteY564" fmla="*/ 1114064 h 6858000"/>
              <a:gd name="connsiteX565" fmla="*/ 248003 w 4724401"/>
              <a:gd name="connsiteY565" fmla="*/ 1089613 h 6858000"/>
              <a:gd name="connsiteX566" fmla="*/ 427020 w 4724401"/>
              <a:gd name="connsiteY566" fmla="*/ 1619803 h 6858000"/>
              <a:gd name="connsiteX567" fmla="*/ 340345 w 4724401"/>
              <a:gd name="connsiteY567" fmla="*/ 2027739 h 6858000"/>
              <a:gd name="connsiteX568" fmla="*/ 360865 w 4724401"/>
              <a:gd name="connsiteY568" fmla="*/ 2044827 h 6858000"/>
              <a:gd name="connsiteX569" fmla="*/ 560414 w 4724401"/>
              <a:gd name="connsiteY569" fmla="*/ 2421457 h 6858000"/>
              <a:gd name="connsiteX570" fmla="*/ 1359703 w 4724401"/>
              <a:gd name="connsiteY570" fmla="*/ 2578554 h 6858000"/>
              <a:gd name="connsiteX571" fmla="*/ 1359422 w 4724401"/>
              <a:gd name="connsiteY571" fmla="*/ 2577994 h 6858000"/>
              <a:gd name="connsiteX572" fmla="*/ 828701 w 4724401"/>
              <a:gd name="connsiteY572" fmla="*/ 1839520 h 6858000"/>
              <a:gd name="connsiteX573" fmla="*/ 494427 w 4724401"/>
              <a:gd name="connsiteY573" fmla="*/ 1092333 h 6858000"/>
              <a:gd name="connsiteX574" fmla="*/ 506322 w 4724401"/>
              <a:gd name="connsiteY574" fmla="*/ 1020997 h 6858000"/>
              <a:gd name="connsiteX575" fmla="*/ 4570198 w 4724401"/>
              <a:gd name="connsiteY575" fmla="*/ 978081 h 6858000"/>
              <a:gd name="connsiteX576" fmla="*/ 4523691 w 4724401"/>
              <a:gd name="connsiteY576" fmla="*/ 1127776 h 6858000"/>
              <a:gd name="connsiteX577" fmla="*/ 4509875 w 4724401"/>
              <a:gd name="connsiteY577" fmla="*/ 1167552 h 6858000"/>
              <a:gd name="connsiteX578" fmla="*/ 4478168 w 4724401"/>
              <a:gd name="connsiteY578" fmla="*/ 1260735 h 6858000"/>
              <a:gd name="connsiteX579" fmla="*/ 4409309 w 4724401"/>
              <a:gd name="connsiteY579" fmla="*/ 1666996 h 6858000"/>
              <a:gd name="connsiteX580" fmla="*/ 4370031 w 4724401"/>
              <a:gd name="connsiteY580" fmla="*/ 1955666 h 6858000"/>
              <a:gd name="connsiteX581" fmla="*/ 4570198 w 4724401"/>
              <a:gd name="connsiteY581" fmla="*/ 978081 h 6858000"/>
              <a:gd name="connsiteX582" fmla="*/ 4557898 w 4724401"/>
              <a:gd name="connsiteY582" fmla="*/ 900011 h 6858000"/>
              <a:gd name="connsiteX583" fmla="*/ 4344840 w 4724401"/>
              <a:gd name="connsiteY583" fmla="*/ 1922038 h 6858000"/>
              <a:gd name="connsiteX584" fmla="*/ 4378710 w 4724401"/>
              <a:gd name="connsiteY584" fmla="*/ 1665516 h 6858000"/>
              <a:gd name="connsiteX585" fmla="*/ 4448798 w 4724401"/>
              <a:gd name="connsiteY585" fmla="*/ 1253024 h 6858000"/>
              <a:gd name="connsiteX586" fmla="*/ 4480315 w 4724401"/>
              <a:gd name="connsiteY586" fmla="*/ 1158454 h 6858000"/>
              <a:gd name="connsiteX587" fmla="*/ 4494133 w 4724401"/>
              <a:gd name="connsiteY587" fmla="*/ 1118676 h 6858000"/>
              <a:gd name="connsiteX588" fmla="*/ 4557898 w 4724401"/>
              <a:gd name="connsiteY588" fmla="*/ 900011 h 6858000"/>
              <a:gd name="connsiteX589" fmla="*/ 3607114 w 4724401"/>
              <a:gd name="connsiteY589" fmla="*/ 467441 h 6858000"/>
              <a:gd name="connsiteX590" fmla="*/ 3296242 w 4724401"/>
              <a:gd name="connsiteY590" fmla="*/ 807991 h 6858000"/>
              <a:gd name="connsiteX591" fmla="*/ 3174674 w 4724401"/>
              <a:gd name="connsiteY591" fmla="*/ 919759 h 6858000"/>
              <a:gd name="connsiteX592" fmla="*/ 3042978 w 4724401"/>
              <a:gd name="connsiteY592" fmla="*/ 1054894 h 6858000"/>
              <a:gd name="connsiteX593" fmla="*/ 2968914 w 4724401"/>
              <a:gd name="connsiteY593" fmla="*/ 1133756 h 6858000"/>
              <a:gd name="connsiteX594" fmla="*/ 3103823 w 4724401"/>
              <a:gd name="connsiteY594" fmla="*/ 1026814 h 6858000"/>
              <a:gd name="connsiteX595" fmla="*/ 3607114 w 4724401"/>
              <a:gd name="connsiteY595" fmla="*/ 467441 h 6858000"/>
              <a:gd name="connsiteX596" fmla="*/ 3744487 w 4724401"/>
              <a:gd name="connsiteY596" fmla="*/ 383136 h 6858000"/>
              <a:gd name="connsiteX597" fmla="*/ 3970213 w 4724401"/>
              <a:gd name="connsiteY597" fmla="*/ 995559 h 6858000"/>
              <a:gd name="connsiteX598" fmla="*/ 3744487 w 4724401"/>
              <a:gd name="connsiteY598" fmla="*/ 383136 h 6858000"/>
              <a:gd name="connsiteX599" fmla="*/ 3624562 w 4724401"/>
              <a:gd name="connsiteY599" fmla="*/ 367041 h 6858000"/>
              <a:gd name="connsiteX600" fmla="*/ 3489712 w 4724401"/>
              <a:gd name="connsiteY600" fmla="*/ 485386 h 6858000"/>
              <a:gd name="connsiteX601" fmla="*/ 3182994 w 4724401"/>
              <a:gd name="connsiteY601" fmla="*/ 828265 h 6858000"/>
              <a:gd name="connsiteX602" fmla="*/ 2892114 w 4724401"/>
              <a:gd name="connsiteY602" fmla="*/ 1172635 h 6858000"/>
              <a:gd name="connsiteX603" fmla="*/ 3021459 w 4724401"/>
              <a:gd name="connsiteY603" fmla="*/ 1035385 h 6858000"/>
              <a:gd name="connsiteX604" fmla="*/ 3153873 w 4724401"/>
              <a:gd name="connsiteY604" fmla="*/ 898971 h 6858000"/>
              <a:gd name="connsiteX605" fmla="*/ 3276511 w 4724401"/>
              <a:gd name="connsiteY605" fmla="*/ 786423 h 6858000"/>
              <a:gd name="connsiteX606" fmla="*/ 3584154 w 4724401"/>
              <a:gd name="connsiteY606" fmla="*/ 448218 h 6858000"/>
              <a:gd name="connsiteX607" fmla="*/ 3624562 w 4724401"/>
              <a:gd name="connsiteY607" fmla="*/ 367041 h 6858000"/>
              <a:gd name="connsiteX608" fmla="*/ 3766672 w 4724401"/>
              <a:gd name="connsiteY608" fmla="*/ 359429 h 6858000"/>
              <a:gd name="connsiteX609" fmla="*/ 3996338 w 4724401"/>
              <a:gd name="connsiteY609" fmla="*/ 968237 h 6858000"/>
              <a:gd name="connsiteX610" fmla="*/ 3766672 w 4724401"/>
              <a:gd name="connsiteY610" fmla="*/ 359429 h 6858000"/>
              <a:gd name="connsiteX611" fmla="*/ 3882765 w 4724401"/>
              <a:gd name="connsiteY611" fmla="*/ 0 h 6858000"/>
              <a:gd name="connsiteX612" fmla="*/ 3995099 w 4724401"/>
              <a:gd name="connsiteY612" fmla="*/ 0 h 6858000"/>
              <a:gd name="connsiteX613" fmla="*/ 4163818 w 4724401"/>
              <a:gd name="connsiteY613" fmla="*/ 234104 h 6858000"/>
              <a:gd name="connsiteX614" fmla="*/ 4172099 w 4724401"/>
              <a:gd name="connsiteY614" fmla="*/ 234207 h 6858000"/>
              <a:gd name="connsiteX615" fmla="*/ 4628589 w 4724401"/>
              <a:gd name="connsiteY615" fmla="*/ 289746 h 6858000"/>
              <a:gd name="connsiteX616" fmla="*/ 4724401 w 4724401"/>
              <a:gd name="connsiteY616" fmla="*/ 281632 h 6858000"/>
              <a:gd name="connsiteX617" fmla="*/ 4724401 w 4724401"/>
              <a:gd name="connsiteY617" fmla="*/ 330664 h 6858000"/>
              <a:gd name="connsiteX618" fmla="*/ 4657975 w 4724401"/>
              <a:gd name="connsiteY618" fmla="*/ 338772 h 6858000"/>
              <a:gd name="connsiteX619" fmla="*/ 4227047 w 4724401"/>
              <a:gd name="connsiteY619" fmla="*/ 313415 h 6858000"/>
              <a:gd name="connsiteX620" fmla="*/ 4346041 w 4724401"/>
              <a:gd name="connsiteY620" fmla="*/ 456086 h 6858000"/>
              <a:gd name="connsiteX621" fmla="*/ 4599604 w 4724401"/>
              <a:gd name="connsiteY621" fmla="*/ 723178 h 6858000"/>
              <a:gd name="connsiteX622" fmla="*/ 4724401 w 4724401"/>
              <a:gd name="connsiteY622" fmla="*/ 833497 h 6858000"/>
              <a:gd name="connsiteX623" fmla="*/ 4724401 w 4724401"/>
              <a:gd name="connsiteY623" fmla="*/ 950118 h 6858000"/>
              <a:gd name="connsiteX624" fmla="*/ 4655015 w 4724401"/>
              <a:gd name="connsiteY624" fmla="*/ 891426 h 6858000"/>
              <a:gd name="connsiteX625" fmla="*/ 4348002 w 4724401"/>
              <a:gd name="connsiteY625" fmla="*/ 2205895 h 6858000"/>
              <a:gd name="connsiteX626" fmla="*/ 4262250 w 4724401"/>
              <a:gd name="connsiteY626" fmla="*/ 2219972 h 6858000"/>
              <a:gd name="connsiteX627" fmla="*/ 4550611 w 4724401"/>
              <a:gd name="connsiteY627" fmla="*/ 817540 h 6858000"/>
              <a:gd name="connsiteX628" fmla="*/ 4564418 w 4724401"/>
              <a:gd name="connsiteY628" fmla="*/ 808293 h 6858000"/>
              <a:gd name="connsiteX629" fmla="*/ 4266388 w 4724401"/>
              <a:gd name="connsiteY629" fmla="*/ 500083 h 6858000"/>
              <a:gd name="connsiteX630" fmla="*/ 4032842 w 4724401"/>
              <a:gd name="connsiteY630" fmla="*/ 211809 h 6858000"/>
              <a:gd name="connsiteX631" fmla="*/ 3721337 w 4724401"/>
              <a:gd name="connsiteY631" fmla="*/ 0 h 6858000"/>
              <a:gd name="connsiteX632" fmla="*/ 3797544 w 4724401"/>
              <a:gd name="connsiteY632" fmla="*/ 0 h 6858000"/>
              <a:gd name="connsiteX633" fmla="*/ 3775734 w 4724401"/>
              <a:gd name="connsiteY633" fmla="*/ 95131 h 6858000"/>
              <a:gd name="connsiteX634" fmla="*/ 3724807 w 4724401"/>
              <a:gd name="connsiteY634" fmla="*/ 272257 h 6858000"/>
              <a:gd name="connsiteX635" fmla="*/ 3726844 w 4724401"/>
              <a:gd name="connsiteY635" fmla="*/ 282988 h 6858000"/>
              <a:gd name="connsiteX636" fmla="*/ 3742664 w 4724401"/>
              <a:gd name="connsiteY636" fmla="*/ 279918 h 6858000"/>
              <a:gd name="connsiteX637" fmla="*/ 4103910 w 4724401"/>
              <a:gd name="connsiteY637" fmla="*/ 1161917 h 6858000"/>
              <a:gd name="connsiteX638" fmla="*/ 4020269 w 4724401"/>
              <a:gd name="connsiteY638" fmla="*/ 1200406 h 6858000"/>
              <a:gd name="connsiteX639" fmla="*/ 3674882 w 4724401"/>
              <a:gd name="connsiteY639" fmla="*/ 488524 h 6858000"/>
              <a:gd name="connsiteX640" fmla="*/ 3132682 w 4724401"/>
              <a:gd name="connsiteY640" fmla="*/ 1072284 h 6858000"/>
              <a:gd name="connsiteX641" fmla="*/ 2716346 w 4724401"/>
              <a:gd name="connsiteY641" fmla="*/ 1276376 h 6858000"/>
              <a:gd name="connsiteX642" fmla="*/ 2716772 w 4724401"/>
              <a:gd name="connsiteY642" fmla="*/ 1255462 h 6858000"/>
              <a:gd name="connsiteX643" fmla="*/ 3471096 w 4724401"/>
              <a:gd name="connsiteY643" fmla="*/ 437072 h 6858000"/>
              <a:gd name="connsiteX644" fmla="*/ 3639057 w 4724401"/>
              <a:gd name="connsiteY644" fmla="*/ 286334 h 6858000"/>
              <a:gd name="connsiteX645" fmla="*/ 3640309 w 4724401"/>
              <a:gd name="connsiteY645" fmla="*/ 284664 h 6858000"/>
              <a:gd name="connsiteX646" fmla="*/ 3646022 w 4724401"/>
              <a:gd name="connsiteY646" fmla="*/ 276711 h 6858000"/>
              <a:gd name="connsiteX647" fmla="*/ 3707943 w 4724401"/>
              <a:gd name="connsiteY647" fmla="*/ 65958 h 6858000"/>
              <a:gd name="connsiteX648" fmla="*/ 2867960 w 4724401"/>
              <a:gd name="connsiteY648" fmla="*/ 0 h 6858000"/>
              <a:gd name="connsiteX649" fmla="*/ 2926351 w 4724401"/>
              <a:gd name="connsiteY649" fmla="*/ 0 h 6858000"/>
              <a:gd name="connsiteX650" fmla="*/ 2902823 w 4724401"/>
              <a:gd name="connsiteY650" fmla="*/ 262929 h 6858000"/>
              <a:gd name="connsiteX651" fmla="*/ 2940663 w 4724401"/>
              <a:gd name="connsiteY651" fmla="*/ 140884 h 6858000"/>
              <a:gd name="connsiteX652" fmla="*/ 2947039 w 4724401"/>
              <a:gd name="connsiteY652" fmla="*/ 122524 h 6858000"/>
              <a:gd name="connsiteX653" fmla="*/ 2984316 w 4724401"/>
              <a:gd name="connsiteY653" fmla="*/ 0 h 6858000"/>
              <a:gd name="connsiteX654" fmla="*/ 3016114 w 4724401"/>
              <a:gd name="connsiteY654" fmla="*/ 0 h 6858000"/>
              <a:gd name="connsiteX655" fmla="*/ 2979949 w 4724401"/>
              <a:gd name="connsiteY655" fmla="*/ 119274 h 6858000"/>
              <a:gd name="connsiteX656" fmla="*/ 3023879 w 4724401"/>
              <a:gd name="connsiteY656" fmla="*/ 0 h 6858000"/>
              <a:gd name="connsiteX657" fmla="*/ 3105400 w 4724401"/>
              <a:gd name="connsiteY657" fmla="*/ 0 h 6858000"/>
              <a:gd name="connsiteX658" fmla="*/ 3094669 w 4724401"/>
              <a:gd name="connsiteY658" fmla="*/ 30308 h 6858000"/>
              <a:gd name="connsiteX659" fmla="*/ 2901945 w 4724401"/>
              <a:gd name="connsiteY659" fmla="*/ 466538 h 6858000"/>
              <a:gd name="connsiteX660" fmla="*/ 2815209 w 4724401"/>
              <a:gd name="connsiteY660" fmla="*/ 497361 h 6858000"/>
              <a:gd name="connsiteX661" fmla="*/ 2844845 w 4724401"/>
              <a:gd name="connsiteY661" fmla="*/ 127638 h 6858000"/>
              <a:gd name="connsiteX662" fmla="*/ 1057230 w 4724401"/>
              <a:gd name="connsiteY662" fmla="*/ 0 h 6858000"/>
              <a:gd name="connsiteX663" fmla="*/ 1111003 w 4724401"/>
              <a:gd name="connsiteY663" fmla="*/ 0 h 6858000"/>
              <a:gd name="connsiteX664" fmla="*/ 1125553 w 4724401"/>
              <a:gd name="connsiteY664" fmla="*/ 52588 h 6858000"/>
              <a:gd name="connsiteX665" fmla="*/ 1304276 w 4724401"/>
              <a:gd name="connsiteY665" fmla="*/ 476275 h 6858000"/>
              <a:gd name="connsiteX666" fmla="*/ 1492066 w 4724401"/>
              <a:gd name="connsiteY666" fmla="*/ 886333 h 6858000"/>
              <a:gd name="connsiteX667" fmla="*/ 1423698 w 4724401"/>
              <a:gd name="connsiteY667" fmla="*/ 710817 h 6858000"/>
              <a:gd name="connsiteX668" fmla="*/ 1357609 w 4724401"/>
              <a:gd name="connsiteY668" fmla="*/ 532892 h 6858000"/>
              <a:gd name="connsiteX669" fmla="*/ 1309550 w 4724401"/>
              <a:gd name="connsiteY669" fmla="*/ 374031 h 6858000"/>
              <a:gd name="connsiteX670" fmla="*/ 1193673 w 4724401"/>
              <a:gd name="connsiteY670" fmla="*/ 49533 h 6858000"/>
              <a:gd name="connsiteX671" fmla="*/ 1164391 w 4724401"/>
              <a:gd name="connsiteY671" fmla="*/ 0 h 6858000"/>
              <a:gd name="connsiteX672" fmla="*/ 1200666 w 4724401"/>
              <a:gd name="connsiteY672" fmla="*/ 0 h 6858000"/>
              <a:gd name="connsiteX673" fmla="*/ 1223408 w 4724401"/>
              <a:gd name="connsiteY673" fmla="*/ 38996 h 6858000"/>
              <a:gd name="connsiteX674" fmla="*/ 1339635 w 4724401"/>
              <a:gd name="connsiteY674" fmla="*/ 365517 h 6858000"/>
              <a:gd name="connsiteX675" fmla="*/ 1387469 w 4724401"/>
              <a:gd name="connsiteY675" fmla="*/ 523079 h 6858000"/>
              <a:gd name="connsiteX676" fmla="*/ 1452685 w 4724401"/>
              <a:gd name="connsiteY676" fmla="*/ 699806 h 6858000"/>
              <a:gd name="connsiteX677" fmla="*/ 1492092 w 4724401"/>
              <a:gd name="connsiteY677" fmla="*/ 800424 h 6858000"/>
              <a:gd name="connsiteX678" fmla="*/ 1455302 w 4724401"/>
              <a:gd name="connsiteY678" fmla="*/ 632913 h 6858000"/>
              <a:gd name="connsiteX679" fmla="*/ 1222336 w 4724401"/>
              <a:gd name="connsiteY679" fmla="*/ 9480 h 6858000"/>
              <a:gd name="connsiteX680" fmla="*/ 1214634 w 4724401"/>
              <a:gd name="connsiteY680" fmla="*/ 0 h 6858000"/>
              <a:gd name="connsiteX681" fmla="*/ 1289827 w 4724401"/>
              <a:gd name="connsiteY681" fmla="*/ 0 h 6858000"/>
              <a:gd name="connsiteX682" fmla="*/ 1321076 w 4724401"/>
              <a:gd name="connsiteY682" fmla="*/ 59722 h 6858000"/>
              <a:gd name="connsiteX683" fmla="*/ 1512579 w 4724401"/>
              <a:gd name="connsiteY683" fmla="*/ 626441 h 6858000"/>
              <a:gd name="connsiteX684" fmla="*/ 1506076 w 4724401"/>
              <a:gd name="connsiteY684" fmla="*/ 1089289 h 6858000"/>
              <a:gd name="connsiteX685" fmla="*/ 1486346 w 4724401"/>
              <a:gd name="connsiteY685" fmla="*/ 1079919 h 6858000"/>
              <a:gd name="connsiteX686" fmla="*/ 1070511 w 4724401"/>
              <a:gd name="connsiteY686" fmla="*/ 48609 h 6858000"/>
              <a:gd name="connsiteX687" fmla="*/ 43151 w 4724401"/>
              <a:gd name="connsiteY687" fmla="*/ 0 h 6858000"/>
              <a:gd name="connsiteX688" fmla="*/ 95283 w 4724401"/>
              <a:gd name="connsiteY688" fmla="*/ 0 h 6858000"/>
              <a:gd name="connsiteX689" fmla="*/ 300708 w 4724401"/>
              <a:gd name="connsiteY689" fmla="*/ 154571 h 6858000"/>
              <a:gd name="connsiteX690" fmla="*/ 530414 w 4724401"/>
              <a:gd name="connsiteY690" fmla="*/ 354673 h 6858000"/>
              <a:gd name="connsiteX691" fmla="*/ 333785 w 4724401"/>
              <a:gd name="connsiteY691" fmla="*/ 161564 h 6858000"/>
              <a:gd name="connsiteX692" fmla="*/ 147005 w 4724401"/>
              <a:gd name="connsiteY692" fmla="*/ 0 h 6858000"/>
              <a:gd name="connsiteX693" fmla="*/ 272509 w 4724401"/>
              <a:gd name="connsiteY693" fmla="*/ 0 h 6858000"/>
              <a:gd name="connsiteX694" fmla="*/ 326276 w 4724401"/>
              <a:gd name="connsiteY694" fmla="*/ 45847 h 6858000"/>
              <a:gd name="connsiteX695" fmla="*/ 823759 w 4724401"/>
              <a:gd name="connsiteY695" fmla="*/ 574145 h 6858000"/>
              <a:gd name="connsiteX696" fmla="*/ 811254 w 4724401"/>
              <a:gd name="connsiteY696" fmla="*/ 665546 h 6858000"/>
              <a:gd name="connsiteX697" fmla="*/ 154042 w 4724401"/>
              <a:gd name="connsiteY697" fmla="*/ 261522 h 6858000"/>
              <a:gd name="connsiteX698" fmla="*/ 13550 w 4724401"/>
              <a:gd name="connsiteY698" fmla="*/ 158423 h 6858000"/>
              <a:gd name="connsiteX699" fmla="*/ 0 w 4724401"/>
              <a:gd name="connsiteY699" fmla="*/ 146618 h 6858000"/>
              <a:gd name="connsiteX700" fmla="*/ 0 w 4724401"/>
              <a:gd name="connsiteY700" fmla="*/ 59161 h 6858000"/>
              <a:gd name="connsiteX701" fmla="*/ 45427 w 4724401"/>
              <a:gd name="connsiteY701" fmla="*/ 101078 h 6858000"/>
              <a:gd name="connsiteX702" fmla="*/ 630103 w 4724401"/>
              <a:gd name="connsiteY702" fmla="*/ 485885 h 6858000"/>
              <a:gd name="connsiteX703" fmla="*/ 532040 w 4724401"/>
              <a:gd name="connsiteY703" fmla="*/ 399359 h 6858000"/>
              <a:gd name="connsiteX704" fmla="*/ 517618 w 4724401"/>
              <a:gd name="connsiteY704" fmla="*/ 385726 h 6858000"/>
              <a:gd name="connsiteX705" fmla="*/ 285074 w 4724401"/>
              <a:gd name="connsiteY705"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Lst>
            <a:rect l="l" t="t" r="r" b="b"/>
            <a:pathLst>
              <a:path w="4724401" h="6858000">
                <a:moveTo>
                  <a:pt x="369702" y="6712169"/>
                </a:moveTo>
                <a:lnTo>
                  <a:pt x="366575" y="6715556"/>
                </a:lnTo>
                <a:cubicBezTo>
                  <a:pt x="367954" y="6715031"/>
                  <a:pt x="369326" y="6714512"/>
                  <a:pt x="371637" y="6713954"/>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4724401" y="6289099"/>
                </a:moveTo>
                <a:lnTo>
                  <a:pt x="4724401" y="6407899"/>
                </a:lnTo>
                <a:lnTo>
                  <a:pt x="4689678" y="6440241"/>
                </a:ln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593999" y="6408904"/>
                  <a:pt x="4626518" y="6376648"/>
                  <a:pt x="4660205" y="6345369"/>
                </a:cubicBezTo>
                <a:close/>
                <a:moveTo>
                  <a:pt x="4724401" y="6198577"/>
                </a:moveTo>
                <a:lnTo>
                  <a:pt x="4724401" y="6238480"/>
                </a:lnTo>
                <a:lnTo>
                  <a:pt x="4689789" y="6268382"/>
                </a:ln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lose/>
                <a:moveTo>
                  <a:pt x="4724401" y="5924240"/>
                </a:moveTo>
                <a:lnTo>
                  <a:pt x="4724401" y="6044002"/>
                </a:lnTo>
                <a:lnTo>
                  <a:pt x="4695216" y="6071545"/>
                </a:lnTo>
                <a:cubicBezTo>
                  <a:pt x="4548599" y="6220767"/>
                  <a:pt x="4426366" y="6399245"/>
                  <a:pt x="4317146" y="6587716"/>
                </a:cubicBezTo>
                <a:lnTo>
                  <a:pt x="4171627" y="6858000"/>
                </a:lnTo>
                <a:lnTo>
                  <a:pt x="4081585" y="6858000"/>
                </a:lnTo>
                <a:lnTo>
                  <a:pt x="4238603" y="6559341"/>
                </a:lnTo>
                <a:cubicBezTo>
                  <a:pt x="4349147" y="6364728"/>
                  <a:pt x="4472301" y="6179172"/>
                  <a:pt x="4620848" y="6021419"/>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724401" y="5202141"/>
                </a:moveTo>
                <a:lnTo>
                  <a:pt x="4724401" y="5319690"/>
                </a:lnTo>
                <a:lnTo>
                  <a:pt x="4690088" y="5349711"/>
                </a:lnTo>
                <a:cubicBezTo>
                  <a:pt x="4608685" y="5427949"/>
                  <a:pt x="4537495" y="5522778"/>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lnTo>
                  <a:pt x="4724401" y="5415874"/>
                </a:lnTo>
                <a:lnTo>
                  <a:pt x="4724401" y="5461678"/>
                </a:lnTo>
                <a:lnTo>
                  <a:pt x="4718341" y="5468043"/>
                </a:lnTo>
                <a:cubicBezTo>
                  <a:pt x="4681696" y="5506771"/>
                  <a:pt x="4644162" y="5546455"/>
                  <a:pt x="4604655" y="5583434"/>
                </a:cubicBezTo>
                <a:cubicBezTo>
                  <a:pt x="4591636" y="5595592"/>
                  <a:pt x="4578581" y="5606832"/>
                  <a:pt x="4565074" y="5618550"/>
                </a:cubicBezTo>
                <a:cubicBezTo>
                  <a:pt x="4601957" y="5591693"/>
                  <a:pt x="4641858" y="5563143"/>
                  <a:pt x="4682209" y="5532923"/>
                </a:cubicBezTo>
                <a:lnTo>
                  <a:pt x="4724401" y="5499248"/>
                </a:lnTo>
                <a:lnTo>
                  <a:pt x="4724401" y="5608295"/>
                </a:lnTo>
                <a:lnTo>
                  <a:pt x="4713577" y="5616803"/>
                </a:ln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616120" y="5290612"/>
                  <a:pt x="4648400" y="5259282"/>
                  <a:pt x="4682005" y="5231398"/>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3174829" y="3620110"/>
                </a:moveTo>
                <a:cubicBezTo>
                  <a:pt x="3177710" y="3619202"/>
                  <a:pt x="3182308" y="3620648"/>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195984" y="4765295"/>
                  <a:pt x="4406452" y="4726316"/>
                  <a:pt x="4618309" y="4699202"/>
                </a:cubicBezTo>
                <a:lnTo>
                  <a:pt x="4724401" y="4687606"/>
                </a:lnTo>
                <a:lnTo>
                  <a:pt x="4724401" y="4773345"/>
                </a:lnTo>
                <a:lnTo>
                  <a:pt x="4671155" y="4778608"/>
                </a:lnTo>
                <a:cubicBezTo>
                  <a:pt x="4474613" y="4803290"/>
                  <a:pt x="4279364" y="4838457"/>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2991" y="3646754"/>
                  <a:pt x="3166185" y="3622836"/>
                  <a:pt x="3174829" y="3620110"/>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24401" y="4275524"/>
                </a:lnTo>
                <a:lnTo>
                  <a:pt x="4724401" y="4519331"/>
                </a:lnTo>
                <a:lnTo>
                  <a:pt x="4695727" y="4489837"/>
                </a:lnTo>
                <a:cubicBezTo>
                  <a:pt x="4513213" y="4341718"/>
                  <a:pt x="4213060" y="4286653"/>
                  <a:pt x="4036318" y="4147013"/>
                </a:cubicBezTo>
                <a:cubicBezTo>
                  <a:pt x="3810777" y="3969273"/>
                  <a:pt x="3654591" y="3720297"/>
                  <a:pt x="3432098" y="3537312"/>
                </a:cubicBezTo>
                <a:cubicBezTo>
                  <a:pt x="3408505" y="3517876"/>
                  <a:pt x="3395188" y="3461306"/>
                  <a:pt x="3429186" y="3458784"/>
                </a:cubicBezTo>
                <a:close/>
                <a:moveTo>
                  <a:pt x="4287835" y="3252276"/>
                </a:moveTo>
                <a:cubicBezTo>
                  <a:pt x="4291252" y="3250181"/>
                  <a:pt x="4296821" y="3251122"/>
                  <a:pt x="4305321" y="3256953"/>
                </a:cubicBezTo>
                <a:cubicBezTo>
                  <a:pt x="4417921" y="3335817"/>
                  <a:pt x="4526830" y="3418438"/>
                  <a:pt x="4633631" y="3503706"/>
                </a:cubicBezTo>
                <a:lnTo>
                  <a:pt x="4724401" y="3579225"/>
                </a:lnTo>
                <a:lnTo>
                  <a:pt x="4724401" y="3637622"/>
                </a:lnTo>
                <a:lnTo>
                  <a:pt x="4594837" y="3532274"/>
                </a:ln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09378" y="3558235"/>
                  <a:pt x="4660155" y="3608017"/>
                  <a:pt x="4709959" y="3658245"/>
                </a:cubicBezTo>
                <a:lnTo>
                  <a:pt x="4724401" y="3673072"/>
                </a:lnTo>
                <a:lnTo>
                  <a:pt x="4724401" y="3718516"/>
                </a:lnTo>
                <a:lnTo>
                  <a:pt x="4642986" y="3635718"/>
                </a:lnTo>
                <a:cubicBezTo>
                  <a:pt x="4577419" y="3571274"/>
                  <a:pt x="4510044" y="3508184"/>
                  <a:pt x="4440129" y="3448571"/>
                </a:cubicBezTo>
                <a:cubicBezTo>
                  <a:pt x="4477976" y="3543407"/>
                  <a:pt x="4595539" y="3666345"/>
                  <a:pt x="4700658" y="3767518"/>
                </a:cubicBezTo>
                <a:lnTo>
                  <a:pt x="4724401" y="3790032"/>
                </a:lnTo>
                <a:lnTo>
                  <a:pt x="4724401" y="3871856"/>
                </a:lnTo>
                <a:lnTo>
                  <a:pt x="4649232" y="3785028"/>
                </a:lnTo>
                <a:cubicBezTo>
                  <a:pt x="4512119" y="3616669"/>
                  <a:pt x="4392441" y="3442504"/>
                  <a:pt x="4294126" y="3303048"/>
                </a:cubicBezTo>
                <a:cubicBezTo>
                  <a:pt x="4286701" y="3292165"/>
                  <a:pt x="4277584" y="3258559"/>
                  <a:pt x="4287835" y="3252276"/>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3882765" y="0"/>
                </a:moveTo>
                <a:lnTo>
                  <a:pt x="3995099" y="0"/>
                </a:lnTo>
                <a:lnTo>
                  <a:pt x="4163818" y="234104"/>
                </a:lnTo>
                <a:cubicBezTo>
                  <a:pt x="4167056" y="234046"/>
                  <a:pt x="4169933" y="233486"/>
                  <a:pt x="4172099" y="234207"/>
                </a:cubicBezTo>
                <a:cubicBezTo>
                  <a:pt x="4320772" y="276387"/>
                  <a:pt x="4473568" y="294979"/>
                  <a:pt x="4628589" y="289746"/>
                </a:cubicBezTo>
                <a:lnTo>
                  <a:pt x="4724401" y="281632"/>
                </a:lnTo>
                <a:lnTo>
                  <a:pt x="4724401" y="330664"/>
                </a:lnTo>
                <a:lnTo>
                  <a:pt x="4657975" y="338772"/>
                </a:lnTo>
                <a:cubicBezTo>
                  <a:pt x="4512264" y="350060"/>
                  <a:pt x="4368090" y="341672"/>
                  <a:pt x="4227047" y="313415"/>
                </a:cubicBezTo>
                <a:cubicBezTo>
                  <a:pt x="4265992" y="361495"/>
                  <a:pt x="4305481" y="409180"/>
                  <a:pt x="4346041" y="456086"/>
                </a:cubicBezTo>
                <a:cubicBezTo>
                  <a:pt x="4427343" y="550152"/>
                  <a:pt x="4511990" y="638932"/>
                  <a:pt x="4599604" y="723178"/>
                </a:cubicBezTo>
                <a:lnTo>
                  <a:pt x="4724401" y="833497"/>
                </a:lnTo>
                <a:lnTo>
                  <a:pt x="4724401" y="950118"/>
                </a:lnTo>
                <a:lnTo>
                  <a:pt x="4655015" y="891426"/>
                </a:ln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2313" name="Rectangle 12312">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199"/>
            <a:ext cx="11734801"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2300" name="Picture 12" descr="Serial Port and Parallel Port ...">
            <a:extLst>
              <a:ext uri="{FF2B5EF4-FFF2-40B4-BE49-F238E27FC236}">
                <a16:creationId xmlns:a16="http://schemas.microsoft.com/office/drawing/2014/main" id="{61996D33-1AD3-9E6C-6507-48F16289AE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00253" y="1702653"/>
            <a:ext cx="9991494" cy="375749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Parallel and Serial ports">
            <a:extLst>
              <a:ext uri="{FF2B5EF4-FFF2-40B4-BE49-F238E27FC236}">
                <a16:creationId xmlns:a16="http://schemas.microsoft.com/office/drawing/2014/main" id="{6DDD7902-2FE4-388B-3CE7-81D0ACC9AF2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Tree>
    <p:extLst>
      <p:ext uri="{BB962C8B-B14F-4D97-AF65-F5344CB8AC3E}">
        <p14:creationId xmlns:p14="http://schemas.microsoft.com/office/powerpoint/2010/main" val="39420221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12300"/>
                                        </p:tgtEl>
                                        <p:attrNameLst>
                                          <p:attrName>stroke.color</p:attrName>
                                        </p:attrNameLst>
                                      </p:cBhvr>
                                      <p:to>
                                        <a:schemeClr val="accent2"/>
                                      </p:to>
                                    </p:animClr>
                                    <p:set>
                                      <p:cBhvr>
                                        <p:cTn id="7" dur="2000" fill="hold"/>
                                        <p:tgtEl>
                                          <p:spTgt spid="1230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49FFA5-33F3-93F9-1DF5-75A0E0E0B773}"/>
              </a:ext>
            </a:extLst>
          </p:cNvPr>
          <p:cNvSpPr>
            <a:spLocks noGrp="1"/>
          </p:cNvSpPr>
          <p:nvPr>
            <p:ph type="title"/>
          </p:nvPr>
        </p:nvSpPr>
        <p:spPr>
          <a:xfrm>
            <a:off x="838200" y="1195697"/>
            <a:ext cx="3200400" cy="4238118"/>
          </a:xfrm>
        </p:spPr>
        <p:txBody>
          <a:bodyPr>
            <a:normAutofit/>
          </a:bodyPr>
          <a:lstStyle/>
          <a:p>
            <a:r>
              <a:rPr lang="en-US">
                <a:solidFill>
                  <a:schemeClr val="bg1"/>
                </a:solidFill>
              </a:rPr>
              <a:t>Causes for low performance in Pc:</a:t>
            </a:r>
            <a:endParaRPr lang="en-PK">
              <a:solidFill>
                <a:schemeClr val="bg1"/>
              </a:solidFill>
            </a:endParaRP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BE350FF6-30F4-63F4-E6CE-E2B1BF0F555C}"/>
              </a:ext>
            </a:extLst>
          </p:cNvPr>
          <p:cNvGraphicFramePr>
            <a:graphicFrameLocks noGrp="1"/>
          </p:cNvGraphicFramePr>
          <p:nvPr>
            <p:ph idx="1"/>
            <p:extLst>
              <p:ext uri="{D42A27DB-BD31-4B8C-83A1-F6EECF244321}">
                <p14:modId xmlns:p14="http://schemas.microsoft.com/office/powerpoint/2010/main" val="2585451780"/>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23888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dir="cw">
                                      <p:cBhvr>
                                        <p:cTn id="6" dur="2000" fill="hold"/>
                                        <p:tgtEl>
                                          <p:spTgt spid="5">
                                            <p:graphicEl>
                                              <a:dgm id="{7A0DE812-B9A8-4706-9B60-42DF2A52BDE1}"/>
                                            </p:graphicEl>
                                          </p:spTgt>
                                        </p:tgtEl>
                                        <p:attrNameLst>
                                          <p:attrName>fillcolor</p:attrName>
                                        </p:attrNameLst>
                                      </p:cBhvr>
                                      <p:to>
                                        <a:schemeClr val="accent2"/>
                                      </p:to>
                                    </p:animClr>
                                    <p:set>
                                      <p:cBhvr>
                                        <p:cTn id="7" dur="2000" fill="hold"/>
                                        <p:tgtEl>
                                          <p:spTgt spid="5">
                                            <p:graphicEl>
                                              <a:dgm id="{7A0DE812-B9A8-4706-9B60-42DF2A52BDE1}"/>
                                            </p:graphicEl>
                                          </p:spTgt>
                                        </p:tgtEl>
                                        <p:attrNameLst>
                                          <p:attrName>fill.type</p:attrName>
                                        </p:attrNameLst>
                                      </p:cBhvr>
                                      <p:to>
                                        <p:strVal val="solid"/>
                                      </p:to>
                                    </p:set>
                                    <p:set>
                                      <p:cBhvr>
                                        <p:cTn id="8" dur="2000" fill="hold"/>
                                        <p:tgtEl>
                                          <p:spTgt spid="5">
                                            <p:graphicEl>
                                              <a:dgm id="{7A0DE812-B9A8-4706-9B60-42DF2A52BDE1}"/>
                                            </p:graphicEl>
                                          </p:spTgt>
                                        </p:tgtEl>
                                        <p:attrNameLst>
                                          <p:attrName>fill.on</p:attrName>
                                        </p:attrNameLst>
                                      </p:cBhvr>
                                      <p:to>
                                        <p:strVal val="true"/>
                                      </p:to>
                                    </p:set>
                                  </p:childTnLst>
                                </p:cTn>
                              </p:par>
                              <p:par>
                                <p:cTn id="9" presetID="1" presetClass="emph" presetSubtype="2" fill="hold" grpId="0" nodeType="withEffect">
                                  <p:stCondLst>
                                    <p:cond delay="0"/>
                                  </p:stCondLst>
                                  <p:childTnLst>
                                    <p:animClr clrSpc="rgb" dir="cw">
                                      <p:cBhvr>
                                        <p:cTn id="10" dur="2000" fill="hold"/>
                                        <p:tgtEl>
                                          <p:spTgt spid="5">
                                            <p:graphicEl>
                                              <a:dgm id="{56240627-D2E4-40A6-821F-9CE7526235CE}"/>
                                            </p:graphicEl>
                                          </p:spTgt>
                                        </p:tgtEl>
                                        <p:attrNameLst>
                                          <p:attrName>fillcolor</p:attrName>
                                        </p:attrNameLst>
                                      </p:cBhvr>
                                      <p:to>
                                        <a:schemeClr val="accent2"/>
                                      </p:to>
                                    </p:animClr>
                                    <p:set>
                                      <p:cBhvr>
                                        <p:cTn id="11" dur="2000" fill="hold"/>
                                        <p:tgtEl>
                                          <p:spTgt spid="5">
                                            <p:graphicEl>
                                              <a:dgm id="{56240627-D2E4-40A6-821F-9CE7526235CE}"/>
                                            </p:graphicEl>
                                          </p:spTgt>
                                        </p:tgtEl>
                                        <p:attrNameLst>
                                          <p:attrName>fill.type</p:attrName>
                                        </p:attrNameLst>
                                      </p:cBhvr>
                                      <p:to>
                                        <p:strVal val="solid"/>
                                      </p:to>
                                    </p:set>
                                    <p:set>
                                      <p:cBhvr>
                                        <p:cTn id="12" dur="2000" fill="hold"/>
                                        <p:tgtEl>
                                          <p:spTgt spid="5">
                                            <p:graphicEl>
                                              <a:dgm id="{56240627-D2E4-40A6-821F-9CE7526235CE}"/>
                                            </p:graphicEl>
                                          </p:spTgt>
                                        </p:tgtEl>
                                        <p:attrNameLst>
                                          <p:attrName>fill.on</p:attrName>
                                        </p:attrNameLst>
                                      </p:cBhvr>
                                      <p:to>
                                        <p:strVal val="true"/>
                                      </p:to>
                                    </p:set>
                                  </p:childTnLst>
                                </p:cTn>
                              </p:par>
                              <p:par>
                                <p:cTn id="13" presetID="1" presetClass="emph" presetSubtype="2" fill="hold" grpId="0" nodeType="withEffect">
                                  <p:stCondLst>
                                    <p:cond delay="0"/>
                                  </p:stCondLst>
                                  <p:childTnLst>
                                    <p:animClr clrSpc="rgb" dir="cw">
                                      <p:cBhvr>
                                        <p:cTn id="14" dur="2000" fill="hold"/>
                                        <p:tgtEl>
                                          <p:spTgt spid="5">
                                            <p:graphicEl>
                                              <a:dgm id="{9A7E6985-A4D8-4025-882F-0D05928B3C9D}"/>
                                            </p:graphicEl>
                                          </p:spTgt>
                                        </p:tgtEl>
                                        <p:attrNameLst>
                                          <p:attrName>fillcolor</p:attrName>
                                        </p:attrNameLst>
                                      </p:cBhvr>
                                      <p:to>
                                        <a:schemeClr val="accent2"/>
                                      </p:to>
                                    </p:animClr>
                                    <p:set>
                                      <p:cBhvr>
                                        <p:cTn id="15" dur="2000" fill="hold"/>
                                        <p:tgtEl>
                                          <p:spTgt spid="5">
                                            <p:graphicEl>
                                              <a:dgm id="{9A7E6985-A4D8-4025-882F-0D05928B3C9D}"/>
                                            </p:graphicEl>
                                          </p:spTgt>
                                        </p:tgtEl>
                                        <p:attrNameLst>
                                          <p:attrName>fill.type</p:attrName>
                                        </p:attrNameLst>
                                      </p:cBhvr>
                                      <p:to>
                                        <p:strVal val="solid"/>
                                      </p:to>
                                    </p:set>
                                    <p:set>
                                      <p:cBhvr>
                                        <p:cTn id="16" dur="2000" fill="hold"/>
                                        <p:tgtEl>
                                          <p:spTgt spid="5">
                                            <p:graphicEl>
                                              <a:dgm id="{9A7E6985-A4D8-4025-882F-0D05928B3C9D}"/>
                                            </p:graphicEl>
                                          </p:spTgt>
                                        </p:tgtEl>
                                        <p:attrNameLst>
                                          <p:attrName>fill.on</p:attrName>
                                        </p:attrNameLst>
                                      </p:cBhvr>
                                      <p:to>
                                        <p:strVal val="true"/>
                                      </p:to>
                                    </p:set>
                                  </p:childTnLst>
                                </p:cTn>
                              </p:par>
                              <p:par>
                                <p:cTn id="17" presetID="1" presetClass="emph" presetSubtype="2" fill="hold" grpId="0" nodeType="withEffect">
                                  <p:stCondLst>
                                    <p:cond delay="0"/>
                                  </p:stCondLst>
                                  <p:childTnLst>
                                    <p:animClr clrSpc="rgb" dir="cw">
                                      <p:cBhvr>
                                        <p:cTn id="18" dur="2000" fill="hold"/>
                                        <p:tgtEl>
                                          <p:spTgt spid="5">
                                            <p:graphicEl>
                                              <a:dgm id="{94F8B120-5A7D-4F45-B810-D013AC0061E2}"/>
                                            </p:graphicEl>
                                          </p:spTgt>
                                        </p:tgtEl>
                                        <p:attrNameLst>
                                          <p:attrName>fillcolor</p:attrName>
                                        </p:attrNameLst>
                                      </p:cBhvr>
                                      <p:to>
                                        <a:schemeClr val="accent2"/>
                                      </p:to>
                                    </p:animClr>
                                    <p:set>
                                      <p:cBhvr>
                                        <p:cTn id="19" dur="2000" fill="hold"/>
                                        <p:tgtEl>
                                          <p:spTgt spid="5">
                                            <p:graphicEl>
                                              <a:dgm id="{94F8B120-5A7D-4F45-B810-D013AC0061E2}"/>
                                            </p:graphicEl>
                                          </p:spTgt>
                                        </p:tgtEl>
                                        <p:attrNameLst>
                                          <p:attrName>fill.type</p:attrName>
                                        </p:attrNameLst>
                                      </p:cBhvr>
                                      <p:to>
                                        <p:strVal val="solid"/>
                                      </p:to>
                                    </p:set>
                                    <p:set>
                                      <p:cBhvr>
                                        <p:cTn id="20" dur="2000" fill="hold"/>
                                        <p:tgtEl>
                                          <p:spTgt spid="5">
                                            <p:graphicEl>
                                              <a:dgm id="{94F8B120-5A7D-4F45-B810-D013AC0061E2}"/>
                                            </p:graphicEl>
                                          </p:spTgt>
                                        </p:tgtEl>
                                        <p:attrNameLst>
                                          <p:attrName>fill.on</p:attrName>
                                        </p:attrNameLst>
                                      </p:cBhvr>
                                      <p:to>
                                        <p:strVal val="true"/>
                                      </p:to>
                                    </p:set>
                                  </p:childTnLst>
                                </p:cTn>
                              </p:par>
                              <p:par>
                                <p:cTn id="21" presetID="1" presetClass="emph" presetSubtype="2" fill="hold" grpId="0" nodeType="withEffect">
                                  <p:stCondLst>
                                    <p:cond delay="0"/>
                                  </p:stCondLst>
                                  <p:childTnLst>
                                    <p:animClr clrSpc="rgb" dir="cw">
                                      <p:cBhvr>
                                        <p:cTn id="22" dur="2000" fill="hold"/>
                                        <p:tgtEl>
                                          <p:spTgt spid="5">
                                            <p:graphicEl>
                                              <a:dgm id="{F38AA1C4-6D1F-4C57-88C9-8F836595184E}"/>
                                            </p:graphicEl>
                                          </p:spTgt>
                                        </p:tgtEl>
                                        <p:attrNameLst>
                                          <p:attrName>fillcolor</p:attrName>
                                        </p:attrNameLst>
                                      </p:cBhvr>
                                      <p:to>
                                        <a:schemeClr val="accent2"/>
                                      </p:to>
                                    </p:animClr>
                                    <p:set>
                                      <p:cBhvr>
                                        <p:cTn id="23" dur="2000" fill="hold"/>
                                        <p:tgtEl>
                                          <p:spTgt spid="5">
                                            <p:graphicEl>
                                              <a:dgm id="{F38AA1C4-6D1F-4C57-88C9-8F836595184E}"/>
                                            </p:graphicEl>
                                          </p:spTgt>
                                        </p:tgtEl>
                                        <p:attrNameLst>
                                          <p:attrName>fill.type</p:attrName>
                                        </p:attrNameLst>
                                      </p:cBhvr>
                                      <p:to>
                                        <p:strVal val="solid"/>
                                      </p:to>
                                    </p:set>
                                    <p:set>
                                      <p:cBhvr>
                                        <p:cTn id="24" dur="2000" fill="hold"/>
                                        <p:tgtEl>
                                          <p:spTgt spid="5">
                                            <p:graphicEl>
                                              <a:dgm id="{F38AA1C4-6D1F-4C57-88C9-8F836595184E}"/>
                                            </p:graphicEl>
                                          </p:spTgt>
                                        </p:tgtEl>
                                        <p:attrNameLst>
                                          <p:attrName>fill.on</p:attrName>
                                        </p:attrNameLst>
                                      </p:cBhvr>
                                      <p:to>
                                        <p:strVal val="true"/>
                                      </p:to>
                                    </p:set>
                                  </p:childTnLst>
                                </p:cTn>
                              </p:par>
                              <p:par>
                                <p:cTn id="25" presetID="1" presetClass="emph" presetSubtype="2" fill="hold" grpId="0" nodeType="withEffect">
                                  <p:stCondLst>
                                    <p:cond delay="0"/>
                                  </p:stCondLst>
                                  <p:childTnLst>
                                    <p:animClr clrSpc="rgb" dir="cw">
                                      <p:cBhvr>
                                        <p:cTn id="26" dur="2000" fill="hold"/>
                                        <p:tgtEl>
                                          <p:spTgt spid="5">
                                            <p:graphicEl>
                                              <a:dgm id="{ED0D71E8-B256-4EC2-9AC4-5EB6E88B5D50}"/>
                                            </p:graphicEl>
                                          </p:spTgt>
                                        </p:tgtEl>
                                        <p:attrNameLst>
                                          <p:attrName>fillcolor</p:attrName>
                                        </p:attrNameLst>
                                      </p:cBhvr>
                                      <p:to>
                                        <a:schemeClr val="accent2"/>
                                      </p:to>
                                    </p:animClr>
                                    <p:set>
                                      <p:cBhvr>
                                        <p:cTn id="27" dur="2000" fill="hold"/>
                                        <p:tgtEl>
                                          <p:spTgt spid="5">
                                            <p:graphicEl>
                                              <a:dgm id="{ED0D71E8-B256-4EC2-9AC4-5EB6E88B5D50}"/>
                                            </p:graphicEl>
                                          </p:spTgt>
                                        </p:tgtEl>
                                        <p:attrNameLst>
                                          <p:attrName>fill.type</p:attrName>
                                        </p:attrNameLst>
                                      </p:cBhvr>
                                      <p:to>
                                        <p:strVal val="solid"/>
                                      </p:to>
                                    </p:set>
                                    <p:set>
                                      <p:cBhvr>
                                        <p:cTn id="28" dur="2000" fill="hold"/>
                                        <p:tgtEl>
                                          <p:spTgt spid="5">
                                            <p:graphicEl>
                                              <a:dgm id="{ED0D71E8-B256-4EC2-9AC4-5EB6E88B5D50}"/>
                                            </p:graphicEl>
                                          </p:spTgt>
                                        </p:tgtEl>
                                        <p:attrNameLst>
                                          <p:attrName>fill.on</p:attrName>
                                        </p:attrNameLst>
                                      </p:cBhvr>
                                      <p:to>
                                        <p:strVal val="true"/>
                                      </p:to>
                                    </p:set>
                                  </p:childTnLst>
                                </p:cTn>
                              </p:par>
                              <p:par>
                                <p:cTn id="29" presetID="1" presetClass="emph" presetSubtype="2" fill="hold" grpId="0" nodeType="withEffect">
                                  <p:stCondLst>
                                    <p:cond delay="0"/>
                                  </p:stCondLst>
                                  <p:childTnLst>
                                    <p:animClr clrSpc="rgb" dir="cw">
                                      <p:cBhvr>
                                        <p:cTn id="30" dur="2000" fill="hold"/>
                                        <p:tgtEl>
                                          <p:spTgt spid="5">
                                            <p:graphicEl>
                                              <a:dgm id="{4D7B0509-4B30-4A3C-AA45-11008F9B6F98}"/>
                                            </p:graphicEl>
                                          </p:spTgt>
                                        </p:tgtEl>
                                        <p:attrNameLst>
                                          <p:attrName>fillcolor</p:attrName>
                                        </p:attrNameLst>
                                      </p:cBhvr>
                                      <p:to>
                                        <a:schemeClr val="accent2"/>
                                      </p:to>
                                    </p:animClr>
                                    <p:set>
                                      <p:cBhvr>
                                        <p:cTn id="31" dur="2000" fill="hold"/>
                                        <p:tgtEl>
                                          <p:spTgt spid="5">
                                            <p:graphicEl>
                                              <a:dgm id="{4D7B0509-4B30-4A3C-AA45-11008F9B6F98}"/>
                                            </p:graphicEl>
                                          </p:spTgt>
                                        </p:tgtEl>
                                        <p:attrNameLst>
                                          <p:attrName>fill.type</p:attrName>
                                        </p:attrNameLst>
                                      </p:cBhvr>
                                      <p:to>
                                        <p:strVal val="solid"/>
                                      </p:to>
                                    </p:set>
                                    <p:set>
                                      <p:cBhvr>
                                        <p:cTn id="32" dur="2000" fill="hold"/>
                                        <p:tgtEl>
                                          <p:spTgt spid="5">
                                            <p:graphicEl>
                                              <a:dgm id="{4D7B0509-4B30-4A3C-AA45-11008F9B6F98}"/>
                                            </p:graphicEl>
                                          </p:spTgt>
                                        </p:tgtEl>
                                        <p:attrNameLst>
                                          <p:attrName>fill.on</p:attrName>
                                        </p:attrNameLst>
                                      </p:cBhvr>
                                      <p:to>
                                        <p:strVal val="true"/>
                                      </p:to>
                                    </p:set>
                                  </p:childTnLst>
                                </p:cTn>
                              </p:par>
                              <p:par>
                                <p:cTn id="33" presetID="1" presetClass="emph" presetSubtype="2" fill="hold" grpId="0" nodeType="withEffect">
                                  <p:stCondLst>
                                    <p:cond delay="0"/>
                                  </p:stCondLst>
                                  <p:childTnLst>
                                    <p:animClr clrSpc="rgb" dir="cw">
                                      <p:cBhvr>
                                        <p:cTn id="34" dur="2000" fill="hold"/>
                                        <p:tgtEl>
                                          <p:spTgt spid="5">
                                            <p:graphicEl>
                                              <a:dgm id="{71A6BB09-BAAD-44A2-8F52-F566BB675D52}"/>
                                            </p:graphicEl>
                                          </p:spTgt>
                                        </p:tgtEl>
                                        <p:attrNameLst>
                                          <p:attrName>fillcolor</p:attrName>
                                        </p:attrNameLst>
                                      </p:cBhvr>
                                      <p:to>
                                        <a:schemeClr val="accent2"/>
                                      </p:to>
                                    </p:animClr>
                                    <p:set>
                                      <p:cBhvr>
                                        <p:cTn id="35" dur="2000" fill="hold"/>
                                        <p:tgtEl>
                                          <p:spTgt spid="5">
                                            <p:graphicEl>
                                              <a:dgm id="{71A6BB09-BAAD-44A2-8F52-F566BB675D52}"/>
                                            </p:graphicEl>
                                          </p:spTgt>
                                        </p:tgtEl>
                                        <p:attrNameLst>
                                          <p:attrName>fill.type</p:attrName>
                                        </p:attrNameLst>
                                      </p:cBhvr>
                                      <p:to>
                                        <p:strVal val="solid"/>
                                      </p:to>
                                    </p:set>
                                    <p:set>
                                      <p:cBhvr>
                                        <p:cTn id="36" dur="2000" fill="hold"/>
                                        <p:tgtEl>
                                          <p:spTgt spid="5">
                                            <p:graphicEl>
                                              <a:dgm id="{71A6BB09-BAAD-44A2-8F52-F566BB675D52}"/>
                                            </p:graphicEl>
                                          </p:spTgt>
                                        </p:tgtEl>
                                        <p:attrNameLst>
                                          <p:attrName>fill.on</p:attrName>
                                        </p:attrNameLst>
                                      </p:cBhvr>
                                      <p:to>
                                        <p:strVal val="true"/>
                                      </p:to>
                                    </p:set>
                                  </p:childTnLst>
                                </p:cTn>
                              </p:par>
                              <p:par>
                                <p:cTn id="37" presetID="1" presetClass="emph" presetSubtype="2" fill="hold" grpId="0" nodeType="withEffect">
                                  <p:stCondLst>
                                    <p:cond delay="0"/>
                                  </p:stCondLst>
                                  <p:childTnLst>
                                    <p:animClr clrSpc="rgb" dir="cw">
                                      <p:cBhvr>
                                        <p:cTn id="38" dur="2000" fill="hold"/>
                                        <p:tgtEl>
                                          <p:spTgt spid="5">
                                            <p:graphicEl>
                                              <a:dgm id="{4FB65480-2345-4717-92A2-903C99A1AAAB}"/>
                                            </p:graphicEl>
                                          </p:spTgt>
                                        </p:tgtEl>
                                        <p:attrNameLst>
                                          <p:attrName>fillcolor</p:attrName>
                                        </p:attrNameLst>
                                      </p:cBhvr>
                                      <p:to>
                                        <a:schemeClr val="accent2"/>
                                      </p:to>
                                    </p:animClr>
                                    <p:set>
                                      <p:cBhvr>
                                        <p:cTn id="39" dur="2000" fill="hold"/>
                                        <p:tgtEl>
                                          <p:spTgt spid="5">
                                            <p:graphicEl>
                                              <a:dgm id="{4FB65480-2345-4717-92A2-903C99A1AAAB}"/>
                                            </p:graphicEl>
                                          </p:spTgt>
                                        </p:tgtEl>
                                        <p:attrNameLst>
                                          <p:attrName>fill.type</p:attrName>
                                        </p:attrNameLst>
                                      </p:cBhvr>
                                      <p:to>
                                        <p:strVal val="solid"/>
                                      </p:to>
                                    </p:set>
                                    <p:set>
                                      <p:cBhvr>
                                        <p:cTn id="40" dur="2000" fill="hold"/>
                                        <p:tgtEl>
                                          <p:spTgt spid="5">
                                            <p:graphicEl>
                                              <a:dgm id="{4FB65480-2345-4717-92A2-903C99A1AAAB}"/>
                                            </p:graphicEl>
                                          </p:spTgt>
                                        </p:tgtEl>
                                        <p:attrNameLst>
                                          <p:attrName>fill.on</p:attrName>
                                        </p:attrNameLst>
                                      </p:cBhvr>
                                      <p:to>
                                        <p:strVal val="true"/>
                                      </p:to>
                                    </p:set>
                                  </p:childTnLst>
                                </p:cTn>
                              </p:par>
                              <p:par>
                                <p:cTn id="41" presetID="1" presetClass="emph" presetSubtype="2" fill="hold" grpId="0" nodeType="withEffect">
                                  <p:stCondLst>
                                    <p:cond delay="0"/>
                                  </p:stCondLst>
                                  <p:childTnLst>
                                    <p:animClr clrSpc="rgb" dir="cw">
                                      <p:cBhvr>
                                        <p:cTn id="42" dur="2000" fill="hold"/>
                                        <p:tgtEl>
                                          <p:spTgt spid="5">
                                            <p:graphicEl>
                                              <a:dgm id="{AE589C80-3FCF-4CEB-B08B-4C96004DEDC7}"/>
                                            </p:graphicEl>
                                          </p:spTgt>
                                        </p:tgtEl>
                                        <p:attrNameLst>
                                          <p:attrName>fillcolor</p:attrName>
                                        </p:attrNameLst>
                                      </p:cBhvr>
                                      <p:to>
                                        <a:schemeClr val="accent2"/>
                                      </p:to>
                                    </p:animClr>
                                    <p:set>
                                      <p:cBhvr>
                                        <p:cTn id="43" dur="2000" fill="hold"/>
                                        <p:tgtEl>
                                          <p:spTgt spid="5">
                                            <p:graphicEl>
                                              <a:dgm id="{AE589C80-3FCF-4CEB-B08B-4C96004DEDC7}"/>
                                            </p:graphicEl>
                                          </p:spTgt>
                                        </p:tgtEl>
                                        <p:attrNameLst>
                                          <p:attrName>fill.type</p:attrName>
                                        </p:attrNameLst>
                                      </p:cBhvr>
                                      <p:to>
                                        <p:strVal val="solid"/>
                                      </p:to>
                                    </p:set>
                                    <p:set>
                                      <p:cBhvr>
                                        <p:cTn id="44" dur="2000" fill="hold"/>
                                        <p:tgtEl>
                                          <p:spTgt spid="5">
                                            <p:graphicEl>
                                              <a:dgm id="{AE589C80-3FCF-4CEB-B08B-4C96004DEDC7}"/>
                                            </p:graphicEl>
                                          </p:spTgt>
                                        </p:tgtEl>
                                        <p:attrNameLst>
                                          <p:attrName>fill.on</p:attrName>
                                        </p:attrNameLst>
                                      </p:cBhvr>
                                      <p:to>
                                        <p:strVal val="true"/>
                                      </p:to>
                                    </p:set>
                                  </p:childTnLst>
                                </p:cTn>
                              </p:par>
                              <p:par>
                                <p:cTn id="45" presetID="1" presetClass="emph" presetSubtype="2" fill="hold" grpId="0" nodeType="withEffect">
                                  <p:stCondLst>
                                    <p:cond delay="0"/>
                                  </p:stCondLst>
                                  <p:childTnLst>
                                    <p:animClr clrSpc="rgb" dir="cw">
                                      <p:cBhvr>
                                        <p:cTn id="46" dur="2000" fill="hold"/>
                                        <p:tgtEl>
                                          <p:spTgt spid="5">
                                            <p:graphicEl>
                                              <a:dgm id="{CF1B6D9D-A1EF-416B-A532-A21A29492D2A}"/>
                                            </p:graphicEl>
                                          </p:spTgt>
                                        </p:tgtEl>
                                        <p:attrNameLst>
                                          <p:attrName>fillcolor</p:attrName>
                                        </p:attrNameLst>
                                      </p:cBhvr>
                                      <p:to>
                                        <a:schemeClr val="accent2"/>
                                      </p:to>
                                    </p:animClr>
                                    <p:set>
                                      <p:cBhvr>
                                        <p:cTn id="47" dur="2000" fill="hold"/>
                                        <p:tgtEl>
                                          <p:spTgt spid="5">
                                            <p:graphicEl>
                                              <a:dgm id="{CF1B6D9D-A1EF-416B-A532-A21A29492D2A}"/>
                                            </p:graphicEl>
                                          </p:spTgt>
                                        </p:tgtEl>
                                        <p:attrNameLst>
                                          <p:attrName>fill.type</p:attrName>
                                        </p:attrNameLst>
                                      </p:cBhvr>
                                      <p:to>
                                        <p:strVal val="solid"/>
                                      </p:to>
                                    </p:set>
                                    <p:set>
                                      <p:cBhvr>
                                        <p:cTn id="48" dur="2000" fill="hold"/>
                                        <p:tgtEl>
                                          <p:spTgt spid="5">
                                            <p:graphicEl>
                                              <a:dgm id="{CF1B6D9D-A1EF-416B-A532-A21A29492D2A}"/>
                                            </p:graphicEl>
                                          </p:spTgt>
                                        </p:tgtEl>
                                        <p:attrNameLst>
                                          <p:attrName>fill.on</p:attrName>
                                        </p:attrNameLst>
                                      </p:cBhvr>
                                      <p:to>
                                        <p:strVal val="true"/>
                                      </p:to>
                                    </p:set>
                                  </p:childTnLst>
                                </p:cTn>
                              </p:par>
                              <p:par>
                                <p:cTn id="49" presetID="1" presetClass="emph" presetSubtype="2" fill="hold" grpId="0" nodeType="withEffect">
                                  <p:stCondLst>
                                    <p:cond delay="0"/>
                                  </p:stCondLst>
                                  <p:childTnLst>
                                    <p:animClr clrSpc="rgb" dir="cw">
                                      <p:cBhvr>
                                        <p:cTn id="50" dur="2000" fill="hold"/>
                                        <p:tgtEl>
                                          <p:spTgt spid="5">
                                            <p:graphicEl>
                                              <a:dgm id="{3D6EFC3F-2FAC-46D0-8ABD-69584D1CEA6C}"/>
                                            </p:graphicEl>
                                          </p:spTgt>
                                        </p:tgtEl>
                                        <p:attrNameLst>
                                          <p:attrName>fillcolor</p:attrName>
                                        </p:attrNameLst>
                                      </p:cBhvr>
                                      <p:to>
                                        <a:schemeClr val="accent2"/>
                                      </p:to>
                                    </p:animClr>
                                    <p:set>
                                      <p:cBhvr>
                                        <p:cTn id="51" dur="2000" fill="hold"/>
                                        <p:tgtEl>
                                          <p:spTgt spid="5">
                                            <p:graphicEl>
                                              <a:dgm id="{3D6EFC3F-2FAC-46D0-8ABD-69584D1CEA6C}"/>
                                            </p:graphicEl>
                                          </p:spTgt>
                                        </p:tgtEl>
                                        <p:attrNameLst>
                                          <p:attrName>fill.type</p:attrName>
                                        </p:attrNameLst>
                                      </p:cBhvr>
                                      <p:to>
                                        <p:strVal val="solid"/>
                                      </p:to>
                                    </p:set>
                                    <p:set>
                                      <p:cBhvr>
                                        <p:cTn id="52" dur="2000" fill="hold"/>
                                        <p:tgtEl>
                                          <p:spTgt spid="5">
                                            <p:graphicEl>
                                              <a:dgm id="{3D6EFC3F-2FAC-46D0-8ABD-69584D1CEA6C}"/>
                                            </p:graphicEl>
                                          </p:spTgt>
                                        </p:tgtEl>
                                        <p:attrNameLst>
                                          <p:attrName>fill.on</p:attrName>
                                        </p:attrNameLst>
                                      </p:cBhvr>
                                      <p:to>
                                        <p:strVal val="true"/>
                                      </p:to>
                                    </p:set>
                                  </p:childTnLst>
                                </p:cTn>
                              </p:par>
                              <p:par>
                                <p:cTn id="53" presetID="1" presetClass="emph" presetSubtype="2" fill="hold" grpId="0" nodeType="withEffect">
                                  <p:stCondLst>
                                    <p:cond delay="0"/>
                                  </p:stCondLst>
                                  <p:childTnLst>
                                    <p:animClr clrSpc="rgb" dir="cw">
                                      <p:cBhvr>
                                        <p:cTn id="54" dur="2000" fill="hold"/>
                                        <p:tgtEl>
                                          <p:spTgt spid="5">
                                            <p:graphicEl>
                                              <a:dgm id="{9673EF24-2E87-4105-BB0D-89E9D65E698F}"/>
                                            </p:graphicEl>
                                          </p:spTgt>
                                        </p:tgtEl>
                                        <p:attrNameLst>
                                          <p:attrName>fillcolor</p:attrName>
                                        </p:attrNameLst>
                                      </p:cBhvr>
                                      <p:to>
                                        <a:schemeClr val="accent2"/>
                                      </p:to>
                                    </p:animClr>
                                    <p:set>
                                      <p:cBhvr>
                                        <p:cTn id="55" dur="2000" fill="hold"/>
                                        <p:tgtEl>
                                          <p:spTgt spid="5">
                                            <p:graphicEl>
                                              <a:dgm id="{9673EF24-2E87-4105-BB0D-89E9D65E698F}"/>
                                            </p:graphicEl>
                                          </p:spTgt>
                                        </p:tgtEl>
                                        <p:attrNameLst>
                                          <p:attrName>fill.type</p:attrName>
                                        </p:attrNameLst>
                                      </p:cBhvr>
                                      <p:to>
                                        <p:strVal val="solid"/>
                                      </p:to>
                                    </p:set>
                                    <p:set>
                                      <p:cBhvr>
                                        <p:cTn id="56" dur="2000" fill="hold"/>
                                        <p:tgtEl>
                                          <p:spTgt spid="5">
                                            <p:graphicEl>
                                              <a:dgm id="{9673EF24-2E87-4105-BB0D-89E9D65E698F}"/>
                                            </p:graphicEl>
                                          </p:spTgt>
                                        </p:tgtEl>
                                        <p:attrNameLst>
                                          <p:attrName>fill.on</p:attrName>
                                        </p:attrNameLst>
                                      </p:cBhvr>
                                      <p:to>
                                        <p:strVal val="true"/>
                                      </p:to>
                                    </p:set>
                                  </p:childTnLst>
                                </p:cTn>
                              </p:par>
                              <p:par>
                                <p:cTn id="57" presetID="1" presetClass="emph" presetSubtype="2" fill="hold" grpId="0" nodeType="withEffect">
                                  <p:stCondLst>
                                    <p:cond delay="0"/>
                                  </p:stCondLst>
                                  <p:childTnLst>
                                    <p:animClr clrSpc="rgb" dir="cw">
                                      <p:cBhvr>
                                        <p:cTn id="58" dur="2000" fill="hold"/>
                                        <p:tgtEl>
                                          <p:spTgt spid="5">
                                            <p:graphicEl>
                                              <a:dgm id="{0B844982-4ABC-4628-A23F-A50B66D82DCF}"/>
                                            </p:graphicEl>
                                          </p:spTgt>
                                        </p:tgtEl>
                                        <p:attrNameLst>
                                          <p:attrName>fillcolor</p:attrName>
                                        </p:attrNameLst>
                                      </p:cBhvr>
                                      <p:to>
                                        <a:schemeClr val="accent2"/>
                                      </p:to>
                                    </p:animClr>
                                    <p:set>
                                      <p:cBhvr>
                                        <p:cTn id="59" dur="2000" fill="hold"/>
                                        <p:tgtEl>
                                          <p:spTgt spid="5">
                                            <p:graphicEl>
                                              <a:dgm id="{0B844982-4ABC-4628-A23F-A50B66D82DCF}"/>
                                            </p:graphicEl>
                                          </p:spTgt>
                                        </p:tgtEl>
                                        <p:attrNameLst>
                                          <p:attrName>fill.type</p:attrName>
                                        </p:attrNameLst>
                                      </p:cBhvr>
                                      <p:to>
                                        <p:strVal val="solid"/>
                                      </p:to>
                                    </p:set>
                                    <p:set>
                                      <p:cBhvr>
                                        <p:cTn id="60" dur="2000" fill="hold"/>
                                        <p:tgtEl>
                                          <p:spTgt spid="5">
                                            <p:graphicEl>
                                              <a:dgm id="{0B844982-4ABC-4628-A23F-A50B66D82DCF}"/>
                                            </p:graphicEl>
                                          </p:spTgt>
                                        </p:tgtEl>
                                        <p:attrNameLst>
                                          <p:attrName>fill.on</p:attrName>
                                        </p:attrNameLst>
                                      </p:cBhvr>
                                      <p:to>
                                        <p:strVal val="true"/>
                                      </p:to>
                                    </p:set>
                                  </p:childTnLst>
                                </p:cTn>
                              </p:par>
                              <p:par>
                                <p:cTn id="61" presetID="1" presetClass="emph" presetSubtype="2" fill="hold" grpId="0" nodeType="withEffect">
                                  <p:stCondLst>
                                    <p:cond delay="0"/>
                                  </p:stCondLst>
                                  <p:childTnLst>
                                    <p:animClr clrSpc="rgb" dir="cw">
                                      <p:cBhvr>
                                        <p:cTn id="62" dur="2000" fill="hold"/>
                                        <p:tgtEl>
                                          <p:spTgt spid="5">
                                            <p:graphicEl>
                                              <a:dgm id="{9BF263F7-B9DF-4C6A-B2DC-9070F5A02DFF}"/>
                                            </p:graphicEl>
                                          </p:spTgt>
                                        </p:tgtEl>
                                        <p:attrNameLst>
                                          <p:attrName>fillcolor</p:attrName>
                                        </p:attrNameLst>
                                      </p:cBhvr>
                                      <p:to>
                                        <a:schemeClr val="accent2"/>
                                      </p:to>
                                    </p:animClr>
                                    <p:set>
                                      <p:cBhvr>
                                        <p:cTn id="63" dur="2000" fill="hold"/>
                                        <p:tgtEl>
                                          <p:spTgt spid="5">
                                            <p:graphicEl>
                                              <a:dgm id="{9BF263F7-B9DF-4C6A-B2DC-9070F5A02DFF}"/>
                                            </p:graphicEl>
                                          </p:spTgt>
                                        </p:tgtEl>
                                        <p:attrNameLst>
                                          <p:attrName>fill.type</p:attrName>
                                        </p:attrNameLst>
                                      </p:cBhvr>
                                      <p:to>
                                        <p:strVal val="solid"/>
                                      </p:to>
                                    </p:set>
                                    <p:set>
                                      <p:cBhvr>
                                        <p:cTn id="64" dur="2000" fill="hold"/>
                                        <p:tgtEl>
                                          <p:spTgt spid="5">
                                            <p:graphicEl>
                                              <a:dgm id="{9BF263F7-B9DF-4C6A-B2DC-9070F5A02DFF}"/>
                                            </p:graphicEl>
                                          </p:spTgt>
                                        </p:tgtEl>
                                        <p:attrNameLst>
                                          <p:attrName>fill.on</p:attrName>
                                        </p:attrNameLst>
                                      </p:cBhvr>
                                      <p:to>
                                        <p:strVal val="true"/>
                                      </p:to>
                                    </p:set>
                                  </p:childTnLst>
                                </p:cTn>
                              </p:par>
                              <p:par>
                                <p:cTn id="65" presetID="1" presetClass="emph" presetSubtype="2" fill="hold" grpId="0" nodeType="withEffect">
                                  <p:stCondLst>
                                    <p:cond delay="0"/>
                                  </p:stCondLst>
                                  <p:childTnLst>
                                    <p:animClr clrSpc="rgb" dir="cw">
                                      <p:cBhvr>
                                        <p:cTn id="66" dur="2000" fill="hold"/>
                                        <p:tgtEl>
                                          <p:spTgt spid="5">
                                            <p:graphicEl>
                                              <a:dgm id="{BBD6DDCA-E7E4-4FCE-A7A6-B9B3FB795DF4}"/>
                                            </p:graphicEl>
                                          </p:spTgt>
                                        </p:tgtEl>
                                        <p:attrNameLst>
                                          <p:attrName>fillcolor</p:attrName>
                                        </p:attrNameLst>
                                      </p:cBhvr>
                                      <p:to>
                                        <a:schemeClr val="accent2"/>
                                      </p:to>
                                    </p:animClr>
                                    <p:set>
                                      <p:cBhvr>
                                        <p:cTn id="67" dur="2000" fill="hold"/>
                                        <p:tgtEl>
                                          <p:spTgt spid="5">
                                            <p:graphicEl>
                                              <a:dgm id="{BBD6DDCA-E7E4-4FCE-A7A6-B9B3FB795DF4}"/>
                                            </p:graphicEl>
                                          </p:spTgt>
                                        </p:tgtEl>
                                        <p:attrNameLst>
                                          <p:attrName>fill.type</p:attrName>
                                        </p:attrNameLst>
                                      </p:cBhvr>
                                      <p:to>
                                        <p:strVal val="solid"/>
                                      </p:to>
                                    </p:set>
                                    <p:set>
                                      <p:cBhvr>
                                        <p:cTn id="68" dur="2000" fill="hold"/>
                                        <p:tgtEl>
                                          <p:spTgt spid="5">
                                            <p:graphicEl>
                                              <a:dgm id="{BBD6DDCA-E7E4-4FCE-A7A6-B9B3FB795DF4}"/>
                                            </p:graphicEl>
                                          </p:spTgt>
                                        </p:tgtEl>
                                        <p:attrNameLst>
                                          <p:attrName>fill.on</p:attrName>
                                        </p:attrNameLst>
                                      </p:cBhvr>
                                      <p:to>
                                        <p:strVal val="true"/>
                                      </p:to>
                                    </p:set>
                                  </p:childTnLst>
                                </p:cTn>
                              </p:par>
                              <p:par>
                                <p:cTn id="69" presetID="1" presetClass="emph" presetSubtype="2" fill="hold" grpId="0" nodeType="withEffect">
                                  <p:stCondLst>
                                    <p:cond delay="0"/>
                                  </p:stCondLst>
                                  <p:childTnLst>
                                    <p:animClr clrSpc="rgb" dir="cw">
                                      <p:cBhvr>
                                        <p:cTn id="70" dur="2000" fill="hold"/>
                                        <p:tgtEl>
                                          <p:spTgt spid="5">
                                            <p:graphicEl>
                                              <a:dgm id="{E239337A-7E16-4E49-AD6A-5E6B3D8B533B}"/>
                                            </p:graphicEl>
                                          </p:spTgt>
                                        </p:tgtEl>
                                        <p:attrNameLst>
                                          <p:attrName>fillcolor</p:attrName>
                                        </p:attrNameLst>
                                      </p:cBhvr>
                                      <p:to>
                                        <a:schemeClr val="accent2"/>
                                      </p:to>
                                    </p:animClr>
                                    <p:set>
                                      <p:cBhvr>
                                        <p:cTn id="71" dur="2000" fill="hold"/>
                                        <p:tgtEl>
                                          <p:spTgt spid="5">
                                            <p:graphicEl>
                                              <a:dgm id="{E239337A-7E16-4E49-AD6A-5E6B3D8B533B}"/>
                                            </p:graphicEl>
                                          </p:spTgt>
                                        </p:tgtEl>
                                        <p:attrNameLst>
                                          <p:attrName>fill.type</p:attrName>
                                        </p:attrNameLst>
                                      </p:cBhvr>
                                      <p:to>
                                        <p:strVal val="solid"/>
                                      </p:to>
                                    </p:set>
                                    <p:set>
                                      <p:cBhvr>
                                        <p:cTn id="72" dur="2000" fill="hold"/>
                                        <p:tgtEl>
                                          <p:spTgt spid="5">
                                            <p:graphicEl>
                                              <a:dgm id="{E239337A-7E16-4E49-AD6A-5E6B3D8B533B}"/>
                                            </p:graphicEl>
                                          </p:spTgt>
                                        </p:tgtEl>
                                        <p:attrNameLst>
                                          <p:attrName>fill.on</p:attrName>
                                        </p:attrNameLst>
                                      </p:cBhvr>
                                      <p:to>
                                        <p:strVal val="true"/>
                                      </p:to>
                                    </p:set>
                                  </p:childTnLst>
                                </p:cTn>
                              </p:par>
                              <p:par>
                                <p:cTn id="73" presetID="1" presetClass="emph" presetSubtype="2" fill="hold" grpId="0" nodeType="withEffect">
                                  <p:stCondLst>
                                    <p:cond delay="0"/>
                                  </p:stCondLst>
                                  <p:childTnLst>
                                    <p:animClr clrSpc="rgb" dir="cw">
                                      <p:cBhvr>
                                        <p:cTn id="74" dur="2000" fill="hold"/>
                                        <p:tgtEl>
                                          <p:spTgt spid="5">
                                            <p:graphicEl>
                                              <a:dgm id="{48B627ED-512E-42AC-9061-E53A19CBCAC2}"/>
                                            </p:graphicEl>
                                          </p:spTgt>
                                        </p:tgtEl>
                                        <p:attrNameLst>
                                          <p:attrName>fillcolor</p:attrName>
                                        </p:attrNameLst>
                                      </p:cBhvr>
                                      <p:to>
                                        <a:schemeClr val="accent2"/>
                                      </p:to>
                                    </p:animClr>
                                    <p:set>
                                      <p:cBhvr>
                                        <p:cTn id="75" dur="2000" fill="hold"/>
                                        <p:tgtEl>
                                          <p:spTgt spid="5">
                                            <p:graphicEl>
                                              <a:dgm id="{48B627ED-512E-42AC-9061-E53A19CBCAC2}"/>
                                            </p:graphicEl>
                                          </p:spTgt>
                                        </p:tgtEl>
                                        <p:attrNameLst>
                                          <p:attrName>fill.type</p:attrName>
                                        </p:attrNameLst>
                                      </p:cBhvr>
                                      <p:to>
                                        <p:strVal val="solid"/>
                                      </p:to>
                                    </p:set>
                                    <p:set>
                                      <p:cBhvr>
                                        <p:cTn id="76" dur="2000" fill="hold"/>
                                        <p:tgtEl>
                                          <p:spTgt spid="5">
                                            <p:graphicEl>
                                              <a:dgm id="{48B627ED-512E-42AC-9061-E53A19CBCAC2}"/>
                                            </p:graphic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A542F94-08DD-E65F-3E34-F72A08A126E9}"/>
              </a:ext>
            </a:extLst>
          </p:cNvPr>
          <p:cNvSpPr>
            <a:spLocks noGrp="1"/>
          </p:cNvSpPr>
          <p:nvPr>
            <p:ph idx="1"/>
          </p:nvPr>
        </p:nvSpPr>
        <p:spPr>
          <a:xfrm>
            <a:off x="838200" y="1825625"/>
            <a:ext cx="10515600" cy="4351338"/>
          </a:xfrm>
        </p:spPr>
        <p:txBody>
          <a:bodyPr>
            <a:normAutofit/>
          </a:bodyPr>
          <a:lstStyle/>
          <a:p>
            <a:pPr marL="0" indent="0">
              <a:buNone/>
            </a:pPr>
            <a:r>
              <a:rPr lang="en-US" b="1" i="0">
                <a:effectLst/>
                <a:latin typeface="Nunito" pitchFamily="2" charset="0"/>
              </a:rPr>
              <a:t>1. Manage Startup Programs(</a:t>
            </a:r>
            <a:r>
              <a:rPr lang="en-US" b="0" i="0">
                <a:effectLst/>
                <a:latin typeface="Nunito" pitchFamily="2" charset="0"/>
              </a:rPr>
              <a:t>Ctrl-Shift-Esc.</a:t>
            </a:r>
            <a:r>
              <a:rPr lang="en-US" b="1" i="0">
                <a:effectLst/>
                <a:latin typeface="Nunito" pitchFamily="2" charset="0"/>
              </a:rPr>
              <a:t>) </a:t>
            </a:r>
            <a:r>
              <a:rPr lang="en-US" i="0">
                <a:effectLst/>
                <a:latin typeface="Nunito" pitchFamily="2" charset="0"/>
              </a:rPr>
              <a:t>Disabled the programs</a:t>
            </a:r>
          </a:p>
          <a:p>
            <a:pPr marL="0" indent="0">
              <a:buNone/>
            </a:pPr>
            <a:r>
              <a:rPr lang="en-US" b="1" i="0">
                <a:effectLst/>
                <a:latin typeface="Nunito" pitchFamily="2" charset="0"/>
              </a:rPr>
              <a:t>2. Cleanup Disk Space: </a:t>
            </a:r>
            <a:r>
              <a:rPr lang="en-US" b="0" i="0">
                <a:effectLst/>
                <a:latin typeface="Nunito" pitchFamily="2" charset="0"/>
              </a:rPr>
              <a:t>Deleting unnecessary and temporary files</a:t>
            </a:r>
          </a:p>
          <a:p>
            <a:pPr marL="0" indent="0">
              <a:buNone/>
            </a:pPr>
            <a:r>
              <a:rPr lang="en-US" b="1" i="0">
                <a:effectLst/>
                <a:latin typeface="Nunito" pitchFamily="2" charset="0"/>
              </a:rPr>
              <a:t>3. Change Power Settings(</a:t>
            </a:r>
            <a:r>
              <a:rPr lang="en-US" b="0" i="0">
                <a:effectLst/>
                <a:latin typeface="Nunito" pitchFamily="2" charset="0"/>
              </a:rPr>
              <a:t>Go to Settings&gt;System&gt;Power and Button)</a:t>
            </a:r>
          </a:p>
          <a:p>
            <a:pPr marL="0" indent="0">
              <a:buNone/>
            </a:pPr>
            <a:r>
              <a:rPr lang="en-US" b="1" i="0">
                <a:effectLst/>
                <a:latin typeface="Nunito" pitchFamily="2" charset="0"/>
              </a:rPr>
              <a:t>4. Browser Extensions</a:t>
            </a:r>
          </a:p>
          <a:p>
            <a:pPr marL="0" indent="0">
              <a:buNone/>
            </a:pPr>
            <a:endParaRPr lang="en-US" b="1" i="0">
              <a:effectLst/>
              <a:latin typeface="Nunito" pitchFamily="2" charset="0"/>
            </a:endParaRPr>
          </a:p>
          <a:p>
            <a:pPr marL="0" indent="0">
              <a:buNone/>
            </a:pPr>
            <a:endParaRPr lang="en-US" b="1" i="0">
              <a:effectLst/>
              <a:latin typeface="Nunito" pitchFamily="2" charset="0"/>
            </a:endParaRPr>
          </a:p>
          <a:p>
            <a:endParaRPr lang="en-PK" dirty="0"/>
          </a:p>
        </p:txBody>
      </p:sp>
    </p:spTree>
    <p:extLst>
      <p:ext uri="{BB962C8B-B14F-4D97-AF65-F5344CB8AC3E}">
        <p14:creationId xmlns:p14="http://schemas.microsoft.com/office/powerpoint/2010/main" val="24471895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603F977-386A-0FB8-BF30-805542DDD354}"/>
              </a:ext>
            </a:extLst>
          </p:cNvPr>
          <p:cNvSpPr>
            <a:spLocks noGrp="1"/>
          </p:cNvSpPr>
          <p:nvPr>
            <p:ph idx="1"/>
          </p:nvPr>
        </p:nvSpPr>
        <p:spPr>
          <a:xfrm>
            <a:off x="838200" y="1825625"/>
            <a:ext cx="10515600" cy="4351338"/>
          </a:xfrm>
        </p:spPr>
        <p:txBody>
          <a:bodyPr>
            <a:normAutofit/>
          </a:bodyPr>
          <a:lstStyle/>
          <a:p>
            <a:r>
              <a:rPr lang="en-US" b="1" i="0">
                <a:effectLst/>
                <a:latin typeface="Nunito" pitchFamily="2" charset="0"/>
              </a:rPr>
              <a:t>8. Increase RAM</a:t>
            </a:r>
          </a:p>
          <a:p>
            <a:r>
              <a:rPr lang="en-US" b="1" i="0">
                <a:effectLst/>
                <a:latin typeface="Nunito" pitchFamily="2" charset="0"/>
              </a:rPr>
              <a:t>Check Viruses and Malware</a:t>
            </a:r>
          </a:p>
          <a:p>
            <a:r>
              <a:rPr lang="en-US" b="0" i="0">
                <a:effectLst/>
                <a:latin typeface="Nunito" pitchFamily="2" charset="0"/>
              </a:rPr>
              <a:t>Go to Privacy and Security&gt;Windows Security. Then click on the </a:t>
            </a:r>
            <a:r>
              <a:rPr lang="en-US" b="0" i="0" u="sng" dirty="0">
                <a:effectLst/>
                <a:latin typeface="Nunito" pitchFamily="2" charset="0"/>
                <a:hlinkClick r:id="rId2"/>
              </a:rPr>
              <a:t>Virus</a:t>
            </a:r>
            <a:r>
              <a:rPr lang="en-US" b="0" i="0">
                <a:effectLst/>
                <a:latin typeface="Nunito" pitchFamily="2" charset="0"/>
              </a:rPr>
              <a:t> and Protection. Here, you will see scan options, click on it to see types of scan to run. Click on Full scan and then run it on your system to check for viruses.</a:t>
            </a:r>
            <a:endParaRPr lang="en-US" b="1" i="0">
              <a:effectLst/>
              <a:latin typeface="Nunito" pitchFamily="2" charset="0"/>
            </a:endParaRPr>
          </a:p>
          <a:p>
            <a:endParaRPr lang="en-PK" dirty="0"/>
          </a:p>
        </p:txBody>
      </p:sp>
    </p:spTree>
    <p:extLst>
      <p:ext uri="{BB962C8B-B14F-4D97-AF65-F5344CB8AC3E}">
        <p14:creationId xmlns:p14="http://schemas.microsoft.com/office/powerpoint/2010/main" val="237597151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8086AEC-04C2-4BC4-BFB8-0135965C7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C3BE3F-B8A9-4DC9-A867-EC91736FAA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0" name="Group 19">
            <a:extLst>
              <a:ext uri="{FF2B5EF4-FFF2-40B4-BE49-F238E27FC236}">
                <a16:creationId xmlns:a16="http://schemas.microsoft.com/office/drawing/2014/main" id="{0CA2F3D1-53F2-478B-949B-6D4EA2E4E4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55386"/>
            <a:ext cx="5378624" cy="6402614"/>
            <a:chOff x="-19221" y="197691"/>
            <a:chExt cx="5378624" cy="6402614"/>
          </a:xfrm>
        </p:grpSpPr>
        <p:sp>
          <p:nvSpPr>
            <p:cNvPr id="21" name="Freeform: Shape 20">
              <a:extLst>
                <a:ext uri="{FF2B5EF4-FFF2-40B4-BE49-F238E27FC236}">
                  <a16:creationId xmlns:a16="http://schemas.microsoft.com/office/drawing/2014/main" id="{6E53A4EE-6F9B-4EC8-9840-708F509D9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CD8289AA-777C-4230-BABC-203458BF6C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39D76777-71BF-4FFF-B568-E58E46EB1C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72CDCD53-6393-431A-9E75-109BC8362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DA62198F-7D76-4A2A-9669-40E5E8A3C8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97691"/>
              <a:ext cx="5378623" cy="6402614"/>
            </a:xfrm>
            <a:custGeom>
              <a:avLst/>
              <a:gdLst>
                <a:gd name="connsiteX0" fmla="*/ 2220349 w 5378623"/>
                <a:gd name="connsiteY0" fmla="*/ 67 h 6402614"/>
                <a:gd name="connsiteX1" fmla="*/ 3018161 w 5378623"/>
                <a:gd name="connsiteY1" fmla="*/ 108191 h 6402614"/>
                <a:gd name="connsiteX2" fmla="*/ 5265831 w 5378623"/>
                <a:gd name="connsiteY2" fmla="*/ 4066338 h 6402614"/>
                <a:gd name="connsiteX3" fmla="*/ 2912752 w 5378623"/>
                <a:gd name="connsiteY3" fmla="*/ 6386691 h 6402614"/>
                <a:gd name="connsiteX4" fmla="*/ 2840648 w 5378623"/>
                <a:gd name="connsiteY4" fmla="*/ 6402614 h 6402614"/>
                <a:gd name="connsiteX5" fmla="*/ 1474249 w 5378623"/>
                <a:gd name="connsiteY5" fmla="*/ 6402614 h 6402614"/>
                <a:gd name="connsiteX6" fmla="*/ 1340218 w 5378623"/>
                <a:gd name="connsiteY6" fmla="*/ 6370360 h 6402614"/>
                <a:gd name="connsiteX7" fmla="*/ 204687 w 5378623"/>
                <a:gd name="connsiteY7" fmla="*/ 5802379 h 6402614"/>
                <a:gd name="connsiteX8" fmla="*/ 0 w 5378623"/>
                <a:gd name="connsiteY8" fmla="*/ 5624181 h 6402614"/>
                <a:gd name="connsiteX9" fmla="*/ 0 w 5378623"/>
                <a:gd name="connsiteY9" fmla="*/ 5197118 h 6402614"/>
                <a:gd name="connsiteX10" fmla="*/ 120950 w 5378623"/>
                <a:gd name="connsiteY10" fmla="*/ 5327736 h 6402614"/>
                <a:gd name="connsiteX11" fmla="*/ 553277 w 5378623"/>
                <a:gd name="connsiteY11" fmla="*/ 5674143 h 6402614"/>
                <a:gd name="connsiteX12" fmla="*/ 1048951 w 5378623"/>
                <a:gd name="connsiteY12" fmla="*/ 5913372 h 6402614"/>
                <a:gd name="connsiteX13" fmla="*/ 1114406 w 5378623"/>
                <a:gd name="connsiteY13" fmla="*/ 5935664 h 6402614"/>
                <a:gd name="connsiteX14" fmla="*/ 1180375 w 5378623"/>
                <a:gd name="connsiteY14" fmla="*/ 5956470 h 6402614"/>
                <a:gd name="connsiteX15" fmla="*/ 1247107 w 5378623"/>
                <a:gd name="connsiteY15" fmla="*/ 5975278 h 6402614"/>
                <a:gd name="connsiteX16" fmla="*/ 1313053 w 5378623"/>
                <a:gd name="connsiteY16" fmla="*/ 5991905 h 6402614"/>
                <a:gd name="connsiteX17" fmla="*/ 1578771 w 5378623"/>
                <a:gd name="connsiteY17" fmla="*/ 6035400 h 6402614"/>
                <a:gd name="connsiteX18" fmla="*/ 2116969 w 5378623"/>
                <a:gd name="connsiteY18" fmla="*/ 6005033 h 6402614"/>
                <a:gd name="connsiteX19" fmla="*/ 2648341 w 5378623"/>
                <a:gd name="connsiteY19" fmla="*/ 5837212 h 6402614"/>
                <a:gd name="connsiteX20" fmla="*/ 3166862 w 5378623"/>
                <a:gd name="connsiteY20" fmla="*/ 5582136 h 6402614"/>
                <a:gd name="connsiteX21" fmla="*/ 3295551 w 5378623"/>
                <a:gd name="connsiteY21" fmla="*/ 5510900 h 6402614"/>
                <a:gd name="connsiteX22" fmla="*/ 3426292 w 5378623"/>
                <a:gd name="connsiteY22" fmla="*/ 5437546 h 6402614"/>
                <a:gd name="connsiteX23" fmla="*/ 3693498 w 5378623"/>
                <a:gd name="connsiteY23" fmla="*/ 5296779 h 6402614"/>
                <a:gd name="connsiteX24" fmla="*/ 3957511 w 5378623"/>
                <a:gd name="connsiteY24" fmla="*/ 5162806 h 6402614"/>
                <a:gd name="connsiteX25" fmla="*/ 4212170 w 5378623"/>
                <a:gd name="connsiteY25" fmla="*/ 5024936 h 6402614"/>
                <a:gd name="connsiteX26" fmla="*/ 4449651 w 5378623"/>
                <a:gd name="connsiteY26" fmla="*/ 4870986 h 6402614"/>
                <a:gd name="connsiteX27" fmla="*/ 4659728 w 5378623"/>
                <a:gd name="connsiteY27" fmla="*/ 4689640 h 6402614"/>
                <a:gd name="connsiteX28" fmla="*/ 4830457 w 5378623"/>
                <a:gd name="connsiteY28" fmla="*/ 4472596 h 6402614"/>
                <a:gd name="connsiteX29" fmla="*/ 4955705 w 5378623"/>
                <a:gd name="connsiteY29" fmla="*/ 4222268 h 6402614"/>
                <a:gd name="connsiteX30" fmla="*/ 4968352 w 5378623"/>
                <a:gd name="connsiteY30" fmla="*/ 4189141 h 6402614"/>
                <a:gd name="connsiteX31" fmla="*/ 4979564 w 5378623"/>
                <a:gd name="connsiteY31" fmla="*/ 4155400 h 6402614"/>
                <a:gd name="connsiteX32" fmla="*/ 4990913 w 5378623"/>
                <a:gd name="connsiteY32" fmla="*/ 4121577 h 6402614"/>
                <a:gd name="connsiteX33" fmla="*/ 5000865 w 5378623"/>
                <a:gd name="connsiteY33" fmla="*/ 4086570 h 6402614"/>
                <a:gd name="connsiteX34" fmla="*/ 5020612 w 5378623"/>
                <a:gd name="connsiteY34" fmla="*/ 4016281 h 6402614"/>
                <a:gd name="connsiteX35" fmla="*/ 5030486 w 5378623"/>
                <a:gd name="connsiteY35" fmla="*/ 3981137 h 6402614"/>
                <a:gd name="connsiteX36" fmla="*/ 5035423 w 5378623"/>
                <a:gd name="connsiteY36" fmla="*/ 3963565 h 6402614"/>
                <a:gd name="connsiteX37" fmla="*/ 5039507 w 5378623"/>
                <a:gd name="connsiteY37" fmla="*/ 3945765 h 6402614"/>
                <a:gd name="connsiteX38" fmla="*/ 5071597 w 5378623"/>
                <a:gd name="connsiteY38" fmla="*/ 3802972 h 6402614"/>
                <a:gd name="connsiteX39" fmla="*/ 5096108 w 5378623"/>
                <a:gd name="connsiteY39" fmla="*/ 3658610 h 6402614"/>
                <a:gd name="connsiteX40" fmla="*/ 5113299 w 5378623"/>
                <a:gd name="connsiteY40" fmla="*/ 3512985 h 6402614"/>
                <a:gd name="connsiteX41" fmla="*/ 5115328 w 5378623"/>
                <a:gd name="connsiteY41" fmla="*/ 3494749 h 6402614"/>
                <a:gd name="connsiteX42" fmla="*/ 5116446 w 5378623"/>
                <a:gd name="connsiteY42" fmla="*/ 3476502 h 6402614"/>
                <a:gd name="connsiteX43" fmla="*/ 5118711 w 5378623"/>
                <a:gd name="connsiteY43" fmla="*/ 3439898 h 6402614"/>
                <a:gd name="connsiteX44" fmla="*/ 5123270 w 5378623"/>
                <a:gd name="connsiteY44" fmla="*/ 3366583 h 6402614"/>
                <a:gd name="connsiteX45" fmla="*/ 5121172 w 5378623"/>
                <a:gd name="connsiteY45" fmla="*/ 3072860 h 6402614"/>
                <a:gd name="connsiteX46" fmla="*/ 5119473 w 5378623"/>
                <a:gd name="connsiteY46" fmla="*/ 3036121 h 6402614"/>
                <a:gd name="connsiteX47" fmla="*/ 5116244 w 5378623"/>
                <a:gd name="connsiteY47" fmla="*/ 2999552 h 6402614"/>
                <a:gd name="connsiteX48" fmla="*/ 5109221 w 5378623"/>
                <a:gd name="connsiteY48" fmla="*/ 2926379 h 6402614"/>
                <a:gd name="connsiteX49" fmla="*/ 5089643 w 5378623"/>
                <a:gd name="connsiteY49" fmla="*/ 2780639 h 6402614"/>
                <a:gd name="connsiteX50" fmla="*/ 5084078 w 5378623"/>
                <a:gd name="connsiteY50" fmla="*/ 2744255 h 6402614"/>
                <a:gd name="connsiteX51" fmla="*/ 5077785 w 5378623"/>
                <a:gd name="connsiteY51" fmla="*/ 2708026 h 6402614"/>
                <a:gd name="connsiteX52" fmla="*/ 5063128 w 5378623"/>
                <a:gd name="connsiteY52" fmla="*/ 2636053 h 6402614"/>
                <a:gd name="connsiteX53" fmla="*/ 5047530 w 5378623"/>
                <a:gd name="connsiteY53" fmla="*/ 2564176 h 6402614"/>
                <a:gd name="connsiteX54" fmla="*/ 5028967 w 5378623"/>
                <a:gd name="connsiteY54" fmla="*/ 2493127 h 6402614"/>
                <a:gd name="connsiteX55" fmla="*/ 4822623 w 5378623"/>
                <a:gd name="connsiteY55" fmla="*/ 1944830 h 6402614"/>
                <a:gd name="connsiteX56" fmla="*/ 4108183 w 5378623"/>
                <a:gd name="connsiteY56" fmla="*/ 1038170 h 6402614"/>
                <a:gd name="connsiteX57" fmla="*/ 3638213 w 5378623"/>
                <a:gd name="connsiteY57" fmla="*/ 712395 h 6402614"/>
                <a:gd name="connsiteX58" fmla="*/ 3575480 w 5378623"/>
                <a:gd name="connsiteY58" fmla="*/ 678662 h 6402614"/>
                <a:gd name="connsiteX59" fmla="*/ 3512574 w 5378623"/>
                <a:gd name="connsiteY59" fmla="*/ 645577 h 6402614"/>
                <a:gd name="connsiteX60" fmla="*/ 3448603 w 5378623"/>
                <a:gd name="connsiteY60" fmla="*/ 614757 h 6402614"/>
                <a:gd name="connsiteX61" fmla="*/ 3416617 w 5378623"/>
                <a:gd name="connsiteY61" fmla="*/ 599347 h 6402614"/>
                <a:gd name="connsiteX62" fmla="*/ 3384352 w 5378623"/>
                <a:gd name="connsiteY62" fmla="*/ 584559 h 6402614"/>
                <a:gd name="connsiteX63" fmla="*/ 3254088 w 5378623"/>
                <a:gd name="connsiteY63" fmla="*/ 529021 h 6402614"/>
                <a:gd name="connsiteX64" fmla="*/ 3121640 w 5378623"/>
                <a:gd name="connsiteY64" fmla="*/ 479505 h 6402614"/>
                <a:gd name="connsiteX65" fmla="*/ 2987193 w 5378623"/>
                <a:gd name="connsiteY65" fmla="*/ 436176 h 6402614"/>
                <a:gd name="connsiteX66" fmla="*/ 2851296 w 5378623"/>
                <a:gd name="connsiteY66" fmla="*/ 398256 h 6402614"/>
                <a:gd name="connsiteX67" fmla="*/ 2573611 w 5378623"/>
                <a:gd name="connsiteY67" fmla="*/ 336717 h 6402614"/>
                <a:gd name="connsiteX68" fmla="*/ 2014208 w 5378623"/>
                <a:gd name="connsiteY68" fmla="*/ 276896 h 6402614"/>
                <a:gd name="connsiteX69" fmla="*/ 1457097 w 5378623"/>
                <a:gd name="connsiteY69" fmla="*/ 322828 h 6402614"/>
                <a:gd name="connsiteX70" fmla="*/ 914684 w 5378623"/>
                <a:gd name="connsiteY70" fmla="*/ 486648 h 6402614"/>
                <a:gd name="connsiteX71" fmla="*/ 848661 w 5378623"/>
                <a:gd name="connsiteY71" fmla="*/ 515093 h 6402614"/>
                <a:gd name="connsiteX72" fmla="*/ 782834 w 5378623"/>
                <a:gd name="connsiteY72" fmla="*/ 544519 h 6402614"/>
                <a:gd name="connsiteX73" fmla="*/ 717715 w 5378623"/>
                <a:gd name="connsiteY73" fmla="*/ 575988 h 6402614"/>
                <a:gd name="connsiteX74" fmla="*/ 653112 w 5378623"/>
                <a:gd name="connsiteY74" fmla="*/ 608523 h 6402614"/>
                <a:gd name="connsiteX75" fmla="*/ 406671 w 5378623"/>
                <a:gd name="connsiteY75" fmla="*/ 756246 h 6402614"/>
                <a:gd name="connsiteX76" fmla="*/ 191033 w 5378623"/>
                <a:gd name="connsiteY76" fmla="*/ 942131 h 6402614"/>
                <a:gd name="connsiteX77" fmla="*/ 143339 w 5378623"/>
                <a:gd name="connsiteY77" fmla="*/ 996006 h 6402614"/>
                <a:gd name="connsiteX78" fmla="*/ 98848 w 5378623"/>
                <a:gd name="connsiteY78" fmla="*/ 1053288 h 6402614"/>
                <a:gd name="connsiteX79" fmla="*/ 56083 w 5378623"/>
                <a:gd name="connsiteY79" fmla="*/ 1112657 h 6402614"/>
                <a:gd name="connsiteX80" fmla="*/ 14889 w 5378623"/>
                <a:gd name="connsiteY80" fmla="*/ 1173837 h 6402614"/>
                <a:gd name="connsiteX81" fmla="*/ 0 w 5378623"/>
                <a:gd name="connsiteY81" fmla="*/ 1198088 h 6402614"/>
                <a:gd name="connsiteX82" fmla="*/ 0 w 5378623"/>
                <a:gd name="connsiteY82" fmla="*/ 888809 h 6402614"/>
                <a:gd name="connsiteX83" fmla="*/ 88781 w 5378623"/>
                <a:gd name="connsiteY83" fmla="*/ 802825 h 6402614"/>
                <a:gd name="connsiteX84" fmla="*/ 2220349 w 5378623"/>
                <a:gd name="connsiteY84" fmla="*/ 67 h 640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378623" h="6402614">
                  <a:moveTo>
                    <a:pt x="2220349" y="67"/>
                  </a:moveTo>
                  <a:cubicBezTo>
                    <a:pt x="2484151" y="1784"/>
                    <a:pt x="2751801" y="36820"/>
                    <a:pt x="3018161" y="108191"/>
                  </a:cubicBezTo>
                  <a:cubicBezTo>
                    <a:pt x="4722867" y="564965"/>
                    <a:pt x="5729192" y="2337049"/>
                    <a:pt x="5265831" y="4066338"/>
                  </a:cubicBezTo>
                  <a:cubicBezTo>
                    <a:pt x="4947269" y="5255224"/>
                    <a:pt x="4017004" y="6114300"/>
                    <a:pt x="2912752" y="6386691"/>
                  </a:cubicBezTo>
                  <a:lnTo>
                    <a:pt x="2840648" y="6402614"/>
                  </a:lnTo>
                  <a:lnTo>
                    <a:pt x="1474249" y="6402614"/>
                  </a:lnTo>
                  <a:lnTo>
                    <a:pt x="1340218" y="6370360"/>
                  </a:lnTo>
                  <a:cubicBezTo>
                    <a:pt x="914042" y="6256167"/>
                    <a:pt x="531514" y="6059766"/>
                    <a:pt x="204687" y="5802379"/>
                  </a:cubicBezTo>
                  <a:lnTo>
                    <a:pt x="0" y="5624181"/>
                  </a:lnTo>
                  <a:lnTo>
                    <a:pt x="0" y="5197118"/>
                  </a:lnTo>
                  <a:lnTo>
                    <a:pt x="120950" y="5327736"/>
                  </a:lnTo>
                  <a:cubicBezTo>
                    <a:pt x="253827" y="5458395"/>
                    <a:pt x="397634" y="5575985"/>
                    <a:pt x="553277" y="5674143"/>
                  </a:cubicBezTo>
                  <a:cubicBezTo>
                    <a:pt x="708978" y="5772084"/>
                    <a:pt x="875421" y="5851690"/>
                    <a:pt x="1048951" y="5913372"/>
                  </a:cubicBezTo>
                  <a:cubicBezTo>
                    <a:pt x="1070860" y="5920750"/>
                    <a:pt x="1092382" y="5928719"/>
                    <a:pt x="1114406" y="5935664"/>
                  </a:cubicBezTo>
                  <a:lnTo>
                    <a:pt x="1180375" y="5956470"/>
                  </a:lnTo>
                  <a:lnTo>
                    <a:pt x="1247107" y="5975278"/>
                  </a:lnTo>
                  <a:cubicBezTo>
                    <a:pt x="1269462" y="5981848"/>
                    <a:pt x="1291029" y="5986236"/>
                    <a:pt x="1313053" y="5991905"/>
                  </a:cubicBezTo>
                  <a:cubicBezTo>
                    <a:pt x="1400808" y="6012869"/>
                    <a:pt x="1489584" y="6027036"/>
                    <a:pt x="1578771" y="6035400"/>
                  </a:cubicBezTo>
                  <a:cubicBezTo>
                    <a:pt x="1757312" y="6051941"/>
                    <a:pt x="1937844" y="6040152"/>
                    <a:pt x="2116969" y="6005033"/>
                  </a:cubicBezTo>
                  <a:cubicBezTo>
                    <a:pt x="2296104" y="5969454"/>
                    <a:pt x="2473717" y="5910978"/>
                    <a:pt x="2648341" y="5837212"/>
                  </a:cubicBezTo>
                  <a:cubicBezTo>
                    <a:pt x="2823148" y="5763610"/>
                    <a:pt x="2995347" y="5675863"/>
                    <a:pt x="3166862" y="5582136"/>
                  </a:cubicBezTo>
                  <a:cubicBezTo>
                    <a:pt x="3209843" y="5558645"/>
                    <a:pt x="3252667" y="5534880"/>
                    <a:pt x="3295551" y="5510900"/>
                  </a:cubicBezTo>
                  <a:lnTo>
                    <a:pt x="3426292" y="5437546"/>
                  </a:lnTo>
                  <a:cubicBezTo>
                    <a:pt x="3515217" y="5388460"/>
                    <a:pt x="3604599" y="5341930"/>
                    <a:pt x="3693498" y="5296779"/>
                  </a:cubicBezTo>
                  <a:lnTo>
                    <a:pt x="3957511" y="5162806"/>
                  </a:lnTo>
                  <a:cubicBezTo>
                    <a:pt x="4044259" y="5118005"/>
                    <a:pt x="4129592" y="5072941"/>
                    <a:pt x="4212170" y="5024936"/>
                  </a:cubicBezTo>
                  <a:cubicBezTo>
                    <a:pt x="4294563" y="4976766"/>
                    <a:pt x="4374532" y="4926554"/>
                    <a:pt x="4449651" y="4870986"/>
                  </a:cubicBezTo>
                  <a:cubicBezTo>
                    <a:pt x="4524973" y="4815937"/>
                    <a:pt x="4596075" y="4756163"/>
                    <a:pt x="4659728" y="4689640"/>
                  </a:cubicBezTo>
                  <a:cubicBezTo>
                    <a:pt x="4723566" y="4623283"/>
                    <a:pt x="4780828" y="4550758"/>
                    <a:pt x="4830457" y="4472596"/>
                  </a:cubicBezTo>
                  <a:cubicBezTo>
                    <a:pt x="4880087" y="4394434"/>
                    <a:pt x="4921716" y="4310302"/>
                    <a:pt x="4955705" y="4222268"/>
                  </a:cubicBezTo>
                  <a:lnTo>
                    <a:pt x="4968352" y="4189141"/>
                  </a:lnTo>
                  <a:lnTo>
                    <a:pt x="4979564" y="4155400"/>
                  </a:lnTo>
                  <a:lnTo>
                    <a:pt x="4990913" y="4121577"/>
                  </a:lnTo>
                  <a:cubicBezTo>
                    <a:pt x="4994441" y="4110119"/>
                    <a:pt x="4997522" y="4098194"/>
                    <a:pt x="5000865" y="4086570"/>
                  </a:cubicBezTo>
                  <a:lnTo>
                    <a:pt x="5020612" y="4016281"/>
                  </a:lnTo>
                  <a:lnTo>
                    <a:pt x="5030486" y="3981137"/>
                  </a:lnTo>
                  <a:lnTo>
                    <a:pt x="5035423" y="3963565"/>
                  </a:lnTo>
                  <a:lnTo>
                    <a:pt x="5039507" y="3945765"/>
                  </a:lnTo>
                  <a:cubicBezTo>
                    <a:pt x="5050088" y="3898175"/>
                    <a:pt x="5061308" y="3850756"/>
                    <a:pt x="5071597" y="3802972"/>
                  </a:cubicBezTo>
                  <a:lnTo>
                    <a:pt x="5096108" y="3658610"/>
                  </a:lnTo>
                  <a:cubicBezTo>
                    <a:pt x="5102684" y="3610180"/>
                    <a:pt x="5107604" y="3561536"/>
                    <a:pt x="5113299" y="3512985"/>
                  </a:cubicBezTo>
                  <a:lnTo>
                    <a:pt x="5115328" y="3494749"/>
                  </a:lnTo>
                  <a:lnTo>
                    <a:pt x="5116446" y="3476502"/>
                  </a:lnTo>
                  <a:lnTo>
                    <a:pt x="5118711" y="3439898"/>
                  </a:lnTo>
                  <a:lnTo>
                    <a:pt x="5123270" y="3366583"/>
                  </a:lnTo>
                  <a:cubicBezTo>
                    <a:pt x="5126606" y="3268829"/>
                    <a:pt x="5127431" y="3170634"/>
                    <a:pt x="5121172" y="3072860"/>
                  </a:cubicBezTo>
                  <a:lnTo>
                    <a:pt x="5119473" y="3036121"/>
                  </a:lnTo>
                  <a:cubicBezTo>
                    <a:pt x="5118968" y="3023930"/>
                    <a:pt x="5117310" y="3011778"/>
                    <a:pt x="5116244" y="2999552"/>
                  </a:cubicBezTo>
                  <a:lnTo>
                    <a:pt x="5109221" y="2926379"/>
                  </a:lnTo>
                  <a:cubicBezTo>
                    <a:pt x="5105544" y="2877404"/>
                    <a:pt x="5096760" y="2829145"/>
                    <a:pt x="5089643" y="2780639"/>
                  </a:cubicBezTo>
                  <a:lnTo>
                    <a:pt x="5084078" y="2744255"/>
                  </a:lnTo>
                  <a:cubicBezTo>
                    <a:pt x="5082420" y="2732104"/>
                    <a:pt x="5080412" y="2719974"/>
                    <a:pt x="5077785" y="2708026"/>
                  </a:cubicBezTo>
                  <a:lnTo>
                    <a:pt x="5063128" y="2636053"/>
                  </a:lnTo>
                  <a:cubicBezTo>
                    <a:pt x="5057902" y="2612048"/>
                    <a:pt x="5053511" y="2587920"/>
                    <a:pt x="5047530" y="2564176"/>
                  </a:cubicBezTo>
                  <a:lnTo>
                    <a:pt x="5028967" y="2493127"/>
                  </a:lnTo>
                  <a:cubicBezTo>
                    <a:pt x="4979424" y="2303537"/>
                    <a:pt x="4909775" y="2119458"/>
                    <a:pt x="4822623" y="1944830"/>
                  </a:cubicBezTo>
                  <a:cubicBezTo>
                    <a:pt x="4648947" y="1594931"/>
                    <a:pt x="4401749" y="1285261"/>
                    <a:pt x="4108183" y="1038170"/>
                  </a:cubicBezTo>
                  <a:cubicBezTo>
                    <a:pt x="3961444" y="914460"/>
                    <a:pt x="3803854" y="805232"/>
                    <a:pt x="3638213" y="712395"/>
                  </a:cubicBezTo>
                  <a:lnTo>
                    <a:pt x="3575480" y="678662"/>
                  </a:lnTo>
                  <a:cubicBezTo>
                    <a:pt x="3554450" y="667578"/>
                    <a:pt x="3534194" y="655311"/>
                    <a:pt x="3512574" y="645577"/>
                  </a:cubicBezTo>
                  <a:lnTo>
                    <a:pt x="3448603" y="614757"/>
                  </a:lnTo>
                  <a:lnTo>
                    <a:pt x="3416617" y="599347"/>
                  </a:lnTo>
                  <a:cubicBezTo>
                    <a:pt x="3406000" y="594185"/>
                    <a:pt x="3395413" y="588913"/>
                    <a:pt x="3384352" y="584559"/>
                  </a:cubicBezTo>
                  <a:cubicBezTo>
                    <a:pt x="3340850" y="566062"/>
                    <a:pt x="3297707" y="547083"/>
                    <a:pt x="3254088" y="529021"/>
                  </a:cubicBezTo>
                  <a:cubicBezTo>
                    <a:pt x="3209736" y="512847"/>
                    <a:pt x="3165607" y="496270"/>
                    <a:pt x="3121640" y="479505"/>
                  </a:cubicBezTo>
                  <a:lnTo>
                    <a:pt x="2987193" y="436176"/>
                  </a:lnTo>
                  <a:cubicBezTo>
                    <a:pt x="2942116" y="422708"/>
                    <a:pt x="2896575" y="410968"/>
                    <a:pt x="2851296" y="398256"/>
                  </a:cubicBezTo>
                  <a:cubicBezTo>
                    <a:pt x="2759507" y="375285"/>
                    <a:pt x="2666373" y="353923"/>
                    <a:pt x="2573611" y="336717"/>
                  </a:cubicBezTo>
                  <a:cubicBezTo>
                    <a:pt x="2387776" y="301762"/>
                    <a:pt x="2200839" y="280304"/>
                    <a:pt x="2014208" y="276896"/>
                  </a:cubicBezTo>
                  <a:cubicBezTo>
                    <a:pt x="1827605" y="273381"/>
                    <a:pt x="1641223" y="288238"/>
                    <a:pt x="1457097" y="322828"/>
                  </a:cubicBezTo>
                  <a:cubicBezTo>
                    <a:pt x="1272912" y="357634"/>
                    <a:pt x="1091595" y="413727"/>
                    <a:pt x="914684" y="486648"/>
                  </a:cubicBezTo>
                  <a:lnTo>
                    <a:pt x="848661" y="515093"/>
                  </a:lnTo>
                  <a:cubicBezTo>
                    <a:pt x="826573" y="524592"/>
                    <a:pt x="804281" y="533573"/>
                    <a:pt x="782834" y="544519"/>
                  </a:cubicBezTo>
                  <a:lnTo>
                    <a:pt x="717715" y="575988"/>
                  </a:lnTo>
                  <a:cubicBezTo>
                    <a:pt x="696005" y="586632"/>
                    <a:pt x="673986" y="596729"/>
                    <a:pt x="653112" y="608523"/>
                  </a:cubicBezTo>
                  <a:cubicBezTo>
                    <a:pt x="568070" y="653782"/>
                    <a:pt x="483901" y="700897"/>
                    <a:pt x="406671" y="756246"/>
                  </a:cubicBezTo>
                  <a:cubicBezTo>
                    <a:pt x="327441" y="809669"/>
                    <a:pt x="256836" y="872706"/>
                    <a:pt x="191033" y="942131"/>
                  </a:cubicBezTo>
                  <a:cubicBezTo>
                    <a:pt x="175048" y="959988"/>
                    <a:pt x="159064" y="977846"/>
                    <a:pt x="143339" y="996006"/>
                  </a:cubicBezTo>
                  <a:lnTo>
                    <a:pt x="98848" y="1053288"/>
                  </a:lnTo>
                  <a:cubicBezTo>
                    <a:pt x="83542" y="1072023"/>
                    <a:pt x="70312" y="1092822"/>
                    <a:pt x="56083" y="1112657"/>
                  </a:cubicBezTo>
                  <a:cubicBezTo>
                    <a:pt x="42010" y="1132765"/>
                    <a:pt x="27965" y="1152765"/>
                    <a:pt x="14889" y="1173837"/>
                  </a:cubicBezTo>
                  <a:lnTo>
                    <a:pt x="0" y="1198088"/>
                  </a:lnTo>
                  <a:lnTo>
                    <a:pt x="0" y="888809"/>
                  </a:lnTo>
                  <a:lnTo>
                    <a:pt x="88781" y="802825"/>
                  </a:lnTo>
                  <a:cubicBezTo>
                    <a:pt x="672175" y="289643"/>
                    <a:pt x="1428944" y="-5083"/>
                    <a:pt x="2220349" y="6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8FAD1B6D-FA82-75AF-D99F-7D166A58486C}"/>
              </a:ext>
            </a:extLst>
          </p:cNvPr>
          <p:cNvSpPr>
            <a:spLocks noGrp="1"/>
          </p:cNvSpPr>
          <p:nvPr>
            <p:ph type="title"/>
          </p:nvPr>
        </p:nvSpPr>
        <p:spPr>
          <a:xfrm>
            <a:off x="804672" y="2023236"/>
            <a:ext cx="3659777" cy="2820908"/>
          </a:xfrm>
        </p:spPr>
        <p:txBody>
          <a:bodyPr>
            <a:normAutofit/>
          </a:bodyPr>
          <a:lstStyle/>
          <a:p>
            <a:r>
              <a:rPr lang="en-US" sz="4000" dirty="0">
                <a:solidFill>
                  <a:schemeClr val="tx2"/>
                </a:solidFill>
              </a:rPr>
              <a:t>How to increase the performance of processors</a:t>
            </a:r>
            <a:endParaRPr lang="en-PK" sz="4000" dirty="0">
              <a:solidFill>
                <a:schemeClr val="tx2"/>
              </a:solidFill>
            </a:endParaRPr>
          </a:p>
        </p:txBody>
      </p:sp>
      <p:graphicFrame>
        <p:nvGraphicFramePr>
          <p:cNvPr id="6" name="Rectangle 1">
            <a:extLst>
              <a:ext uri="{FF2B5EF4-FFF2-40B4-BE49-F238E27FC236}">
                <a16:creationId xmlns:a16="http://schemas.microsoft.com/office/drawing/2014/main" id="{56918776-CEA6-7D76-EEE7-30B42BD20291}"/>
              </a:ext>
            </a:extLst>
          </p:cNvPr>
          <p:cNvGraphicFramePr>
            <a:graphicFrameLocks noGrp="1"/>
          </p:cNvGraphicFramePr>
          <p:nvPr>
            <p:ph idx="1"/>
            <p:extLst>
              <p:ext uri="{D42A27DB-BD31-4B8C-83A1-F6EECF244321}">
                <p14:modId xmlns:p14="http://schemas.microsoft.com/office/powerpoint/2010/main" val="2374748052"/>
              </p:ext>
            </p:extLst>
          </p:nvPr>
        </p:nvGraphicFramePr>
        <p:xfrm>
          <a:off x="6355080" y="955653"/>
          <a:ext cx="5029200" cy="4947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371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6">
                                            <p:graphicEl>
                                              <a:dgm id="{9DB26DB1-BF32-4C72-8779-94150925DEB8}"/>
                                            </p:graphicEl>
                                          </p:spTgt>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6">
                                            <p:graphicEl>
                                              <a:dgm id="{533E805A-B848-40B8-9892-12826458144B}"/>
                                            </p:graphicEl>
                                          </p:spTgt>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6">
                                            <p:graphicEl>
                                              <a:dgm id="{2396AC57-B09E-449D-AB58-EAD64E9BC6B7}"/>
                                            </p:graphicEl>
                                          </p:spTgt>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6">
                                            <p:graphicEl>
                                              <a:dgm id="{A55F581C-85A4-420E-8CCF-E8361D175899}"/>
                                            </p:graphicEl>
                                          </p:spTgt>
                                        </p:tgtEl>
                                        <p:attrNameLst>
                                          <p:attrName>r</p:attrName>
                                        </p:attrNameLst>
                                      </p:cBhvr>
                                    </p:animRot>
                                  </p:childTnLst>
                                </p:cTn>
                              </p:par>
                              <p:par>
                                <p:cTn id="13" presetID="8" presetClass="emph" presetSubtype="0" fill="hold" grpId="0" nodeType="withEffect">
                                  <p:stCondLst>
                                    <p:cond delay="0"/>
                                  </p:stCondLst>
                                  <p:childTnLst>
                                    <p:animRot by="21600000">
                                      <p:cBhvr>
                                        <p:cTn id="14" dur="2000" fill="hold"/>
                                        <p:tgtEl>
                                          <p:spTgt spid="6">
                                            <p:graphicEl>
                                              <a:dgm id="{CC08127A-0CAA-44BE-9AC5-BAFFE92B3093}"/>
                                            </p:graphicEl>
                                          </p:spTgt>
                                        </p:tgtEl>
                                        <p:attrNameLst>
                                          <p:attrName>r</p:attrName>
                                        </p:attrNameLst>
                                      </p:cBhvr>
                                    </p:animRot>
                                  </p:childTnLst>
                                </p:cTn>
                              </p:par>
                              <p:par>
                                <p:cTn id="15" presetID="8" presetClass="emph" presetSubtype="0" fill="hold" grpId="0" nodeType="withEffect">
                                  <p:stCondLst>
                                    <p:cond delay="0"/>
                                  </p:stCondLst>
                                  <p:childTnLst>
                                    <p:animRot by="21600000">
                                      <p:cBhvr>
                                        <p:cTn id="16" dur="2000" fill="hold"/>
                                        <p:tgtEl>
                                          <p:spTgt spid="6">
                                            <p:graphicEl>
                                              <a:dgm id="{7026E071-A787-484A-8945-056C1CD97843}"/>
                                            </p:graphicEl>
                                          </p:spTgt>
                                        </p:tgtEl>
                                        <p:attrNameLst>
                                          <p:attrName>r</p:attrName>
                                        </p:attrNameLst>
                                      </p:cBhvr>
                                    </p:animRot>
                                  </p:childTnLst>
                                </p:cTn>
                              </p:par>
                              <p:par>
                                <p:cTn id="17" presetID="8" presetClass="emph" presetSubtype="0" fill="hold" grpId="0" nodeType="withEffect">
                                  <p:stCondLst>
                                    <p:cond delay="0"/>
                                  </p:stCondLst>
                                  <p:childTnLst>
                                    <p:animRot by="21600000">
                                      <p:cBhvr>
                                        <p:cTn id="18" dur="2000" fill="hold"/>
                                        <p:tgtEl>
                                          <p:spTgt spid="6">
                                            <p:graphicEl>
                                              <a:dgm id="{A2439F57-9B63-4105-9B34-7BDC3C331897}"/>
                                            </p:graphicEl>
                                          </p:spTgt>
                                        </p:tgtEl>
                                        <p:attrNameLst>
                                          <p:attrName>r</p:attrName>
                                        </p:attrNameLst>
                                      </p:cBhvr>
                                    </p:animRot>
                                  </p:childTnLst>
                                </p:cTn>
                              </p:par>
                              <p:par>
                                <p:cTn id="19" presetID="8" presetClass="emph" presetSubtype="0" fill="hold" grpId="0" nodeType="withEffect">
                                  <p:stCondLst>
                                    <p:cond delay="0"/>
                                  </p:stCondLst>
                                  <p:childTnLst>
                                    <p:animRot by="21600000">
                                      <p:cBhvr>
                                        <p:cTn id="20" dur="2000" fill="hold"/>
                                        <p:tgtEl>
                                          <p:spTgt spid="6">
                                            <p:graphicEl>
                                              <a:dgm id="{EF53326A-9ABF-4E1A-B732-5633FDF3A5CF}"/>
                                            </p:graphicEl>
                                          </p:spTgt>
                                        </p:tgtEl>
                                        <p:attrNameLst>
                                          <p:attrName>r</p:attrName>
                                        </p:attrNameLst>
                                      </p:cBhvr>
                                    </p:animRot>
                                  </p:childTnLst>
                                </p:cTn>
                              </p:par>
                              <p:par>
                                <p:cTn id="21" presetID="8" presetClass="emph" presetSubtype="0" fill="hold" grpId="0" nodeType="withEffect">
                                  <p:stCondLst>
                                    <p:cond delay="0"/>
                                  </p:stCondLst>
                                  <p:childTnLst>
                                    <p:animRot by="21600000">
                                      <p:cBhvr>
                                        <p:cTn id="22" dur="2000" fill="hold"/>
                                        <p:tgtEl>
                                          <p:spTgt spid="6">
                                            <p:graphicEl>
                                              <a:dgm id="{B5A83562-018D-4A4F-B3DD-8B52EEF89BA4}"/>
                                            </p:graphicEl>
                                          </p:spTgt>
                                        </p:tgtEl>
                                        <p:attrNameLst>
                                          <p:attrName>r</p:attrName>
                                        </p:attrNameLst>
                                      </p:cBhvr>
                                    </p:animRot>
                                  </p:childTnLst>
                                </p:cTn>
                              </p:par>
                              <p:par>
                                <p:cTn id="23" presetID="8" presetClass="emph" presetSubtype="0" fill="hold" grpId="0" nodeType="withEffect">
                                  <p:stCondLst>
                                    <p:cond delay="0"/>
                                  </p:stCondLst>
                                  <p:childTnLst>
                                    <p:animRot by="21600000">
                                      <p:cBhvr>
                                        <p:cTn id="24" dur="2000" fill="hold"/>
                                        <p:tgtEl>
                                          <p:spTgt spid="6">
                                            <p:graphicEl>
                                              <a:dgm id="{0AC49D28-EA2E-4A09-A4FD-8008258F291D}"/>
                                            </p:graphicEl>
                                          </p:spTgt>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45" presetClass="exit" presetSubtype="0" fill="hold" grpId="0" nodeType="clickEffect">
                                  <p:stCondLst>
                                    <p:cond delay="0"/>
                                  </p:stCondLst>
                                  <p:childTnLst>
                                    <p:animEffect transition="out" filter="fade">
                                      <p:cBhvr>
                                        <p:cTn id="28" dur="2000"/>
                                        <p:tgtEl>
                                          <p:spTgt spid="2"/>
                                        </p:tgtEl>
                                      </p:cBhvr>
                                    </p:animEffect>
                                    <p:anim calcmode="lin" valueType="num">
                                      <p:cBhvr>
                                        <p:cTn id="29" dur="2000"/>
                                        <p:tgtEl>
                                          <p:spTgt spid="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30" dur="2000"/>
                                        <p:tgtEl>
                                          <p:spTgt spid="2"/>
                                        </p:tgtEl>
                                        <p:attrNameLst>
                                          <p:attrName>ppt_h</p:attrName>
                                        </p:attrNameLst>
                                      </p:cBhvr>
                                      <p:tavLst>
                                        <p:tav tm="0">
                                          <p:val>
                                            <p:strVal val="ppt_h"/>
                                          </p:val>
                                        </p:tav>
                                        <p:tav tm="100000">
                                          <p:val>
                                            <p:strVal val="ppt_h"/>
                                          </p:val>
                                        </p:tav>
                                      </p:tavLst>
                                    </p:anim>
                                    <p:set>
                                      <p:cBhvr>
                                        <p:cTn id="31"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6" grpId="0">
        <p:bldSub>
          <a:bldDgm/>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D69A7-35E0-2B9F-6B18-41B53786BE61}"/>
              </a:ext>
            </a:extLst>
          </p:cNvPr>
          <p:cNvSpPr>
            <a:spLocks noGrp="1"/>
          </p:cNvSpPr>
          <p:nvPr>
            <p:ph type="title"/>
          </p:nvPr>
        </p:nvSpPr>
        <p:spPr/>
        <p:txBody>
          <a:bodyPr/>
          <a:lstStyle/>
          <a:p>
            <a:r>
              <a:rPr lang="en-US" dirty="0"/>
              <a:t>Continue</a:t>
            </a:r>
            <a:endParaRPr lang="en-PK" dirty="0"/>
          </a:p>
        </p:txBody>
      </p:sp>
      <p:sp>
        <p:nvSpPr>
          <p:cNvPr id="3" name="Content Placeholder 2">
            <a:extLst>
              <a:ext uri="{FF2B5EF4-FFF2-40B4-BE49-F238E27FC236}">
                <a16:creationId xmlns:a16="http://schemas.microsoft.com/office/drawing/2014/main" id="{C28FF315-6763-C555-40F6-54F0D6CBDA38}"/>
              </a:ext>
            </a:extLst>
          </p:cNvPr>
          <p:cNvSpPr>
            <a:spLocks noGrp="1"/>
          </p:cNvSpPr>
          <p:nvPr>
            <p:ph idx="1"/>
          </p:nvPr>
        </p:nvSpPr>
        <p:spPr/>
        <p:txBody>
          <a:bodyPr/>
          <a:lstStyle/>
          <a:p>
            <a:r>
              <a:rPr lang="en-US" dirty="0"/>
              <a:t>Keep your software and drivers updated</a:t>
            </a:r>
          </a:p>
          <a:p>
            <a:r>
              <a:rPr lang="en-US" dirty="0"/>
              <a:t>Close programs running in the background that you don’t need.</a:t>
            </a:r>
          </a:p>
          <a:p>
            <a:r>
              <a:rPr lang="en-US" dirty="0"/>
              <a:t>Use lighter software that uses fewer resources.</a:t>
            </a:r>
            <a:endParaRPr lang="en-PK" dirty="0"/>
          </a:p>
        </p:txBody>
      </p:sp>
    </p:spTree>
    <p:extLst>
      <p:ext uri="{BB962C8B-B14F-4D97-AF65-F5344CB8AC3E}">
        <p14:creationId xmlns:p14="http://schemas.microsoft.com/office/powerpoint/2010/main" val="33787071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8889-9A0B-D84E-FAED-06DEA1A61A76}"/>
              </a:ext>
            </a:extLst>
          </p:cNvPr>
          <p:cNvSpPr>
            <a:spLocks noGrp="1"/>
          </p:cNvSpPr>
          <p:nvPr>
            <p:ph type="title"/>
          </p:nvPr>
        </p:nvSpPr>
        <p:spPr/>
        <p:txBody>
          <a:bodyPr/>
          <a:lstStyle/>
          <a:p>
            <a:r>
              <a:rPr lang="en-US" dirty="0"/>
              <a:t>How to avoid the heat up </a:t>
            </a:r>
            <a:r>
              <a:rPr lang="en-US" dirty="0" err="1">
                <a:solidFill>
                  <a:srgbClr val="FF0000"/>
                </a:solidFill>
              </a:rPr>
              <a:t>procesor</a:t>
            </a:r>
            <a:r>
              <a:rPr lang="en-US" dirty="0"/>
              <a:t>/pc?</a:t>
            </a:r>
            <a:endParaRPr lang="en-PK" dirty="0"/>
          </a:p>
        </p:txBody>
      </p:sp>
      <p:pic>
        <p:nvPicPr>
          <p:cNvPr id="6" name="Content Placeholder 5" descr="A yellow emoji with black eyes and a sad face&#10;&#10;Description automatically generated">
            <a:extLst>
              <a:ext uri="{FF2B5EF4-FFF2-40B4-BE49-F238E27FC236}">
                <a16:creationId xmlns:a16="http://schemas.microsoft.com/office/drawing/2014/main" id="{C9CCFFC6-2F28-4CE3-6B30-DDE5177890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7535" y="1265274"/>
            <a:ext cx="7485321" cy="5411973"/>
          </a:xfrm>
        </p:spPr>
      </p:pic>
      <p:sp>
        <p:nvSpPr>
          <p:cNvPr id="4" name="AutoShape 2" descr="A worried emoji with a concerned facial expression, wide eyes, furrowed brows, and a slightly open mouth. The emoji should convey anxiety and unease, with a yellow circular face and clear details of the face's features. The background should be simple, emphasizing the emoji's expression.">
            <a:extLst>
              <a:ext uri="{FF2B5EF4-FFF2-40B4-BE49-F238E27FC236}">
                <a16:creationId xmlns:a16="http://schemas.microsoft.com/office/drawing/2014/main" id="{73585642-DDE4-9C45-B59B-B43F2FBEA8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Tree>
    <p:extLst>
      <p:ext uri="{BB962C8B-B14F-4D97-AF65-F5344CB8AC3E}">
        <p14:creationId xmlns:p14="http://schemas.microsoft.com/office/powerpoint/2010/main" val="1709006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360"/>
                                          </p:val>
                                        </p:tav>
                                        <p:tav tm="100000">
                                          <p:val>
                                            <p:fltVal val="0"/>
                                          </p:val>
                                        </p:tav>
                                      </p:tavLst>
                                    </p:anim>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526E0BFB-CDF1-4990-8C11-AC849311E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Heat sink - Wikipedia">
            <a:extLst>
              <a:ext uri="{FF2B5EF4-FFF2-40B4-BE49-F238E27FC236}">
                <a16:creationId xmlns:a16="http://schemas.microsoft.com/office/drawing/2014/main" id="{2EE0C322-FC05-4BDE-63B9-16231C5880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4822" t="9091" r="8477"/>
          <a:stretch/>
        </p:blipFill>
        <p:spPr bwMode="auto">
          <a:xfrm>
            <a:off x="-2"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6069A1F8-9BEB-4786-9694-FC48B2D75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8244" y="0"/>
            <a:ext cx="9403756" cy="6858000"/>
          </a:xfrm>
          <a:prstGeom prst="rect">
            <a:avLst/>
          </a:prstGeom>
          <a:gradFill>
            <a:gsLst>
              <a:gs pos="58000">
                <a:schemeClr val="tx1"/>
              </a:gs>
              <a:gs pos="30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6B3E2A-3072-6EE2-E997-25B8DDB13A71}"/>
              </a:ext>
            </a:extLst>
          </p:cNvPr>
          <p:cNvSpPr>
            <a:spLocks noGrp="1"/>
          </p:cNvSpPr>
          <p:nvPr>
            <p:ph type="title"/>
          </p:nvPr>
        </p:nvSpPr>
        <p:spPr>
          <a:xfrm>
            <a:off x="7848600" y="1122363"/>
            <a:ext cx="4023360" cy="3204134"/>
          </a:xfrm>
        </p:spPr>
        <p:txBody>
          <a:bodyPr vert="horz" lIns="91440" tIns="45720" rIns="91440" bIns="45720" rtlCol="0" anchor="b">
            <a:normAutofit/>
          </a:bodyPr>
          <a:lstStyle/>
          <a:p>
            <a:r>
              <a:rPr lang="en-US" sz="4100" b="1">
                <a:solidFill>
                  <a:schemeClr val="bg1"/>
                </a:solidFill>
              </a:rPr>
              <a:t>Heat Sink</a:t>
            </a:r>
            <a:r>
              <a:rPr lang="en-US" sz="4100">
                <a:solidFill>
                  <a:schemeClr val="bg1"/>
                </a:solidFill>
              </a:rPr>
              <a:t>: Attach a quality heat sink to your CPU to absorb and dissipate heat.</a:t>
            </a:r>
          </a:p>
        </p:txBody>
      </p:sp>
      <p:sp>
        <p:nvSpPr>
          <p:cNvPr id="3083" name="Rectangle 308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5" name="Rectangle 308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718860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How to clean your computer: Software and hardware – Norton">
            <a:extLst>
              <a:ext uri="{FF2B5EF4-FFF2-40B4-BE49-F238E27FC236}">
                <a16:creationId xmlns:a16="http://schemas.microsoft.com/office/drawing/2014/main" id="{642E2BC4-86F0-C701-82DF-E6C375284E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4886" r="9089" b="-2"/>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5" name="Rectangle 4104">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2BB4EF4-443A-F7C3-3C9E-7137A0618D68}"/>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b="1">
                <a:solidFill>
                  <a:schemeClr val="bg1"/>
                </a:solidFill>
              </a:rPr>
              <a:t>Regular Cleaning</a:t>
            </a:r>
            <a:endParaRPr lang="en-US" sz="4800">
              <a:solidFill>
                <a:schemeClr val="bg1"/>
              </a:solidFill>
            </a:endParaRPr>
          </a:p>
        </p:txBody>
      </p:sp>
      <p:sp>
        <p:nvSpPr>
          <p:cNvPr id="4107" name="Rectangle 410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09" name="Rectangle 410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170270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1" name="Rectangle 5130">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80+ Cleaning Computer Files Stock Photos, Pictures &amp; Royalty-Free Images -  iStock">
            <a:extLst>
              <a:ext uri="{FF2B5EF4-FFF2-40B4-BE49-F238E27FC236}">
                <a16:creationId xmlns:a16="http://schemas.microsoft.com/office/drawing/2014/main" id="{863B8AC2-23C3-1F97-8AFE-B7A18E9689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3989" b="258"/>
          <a:stretch/>
        </p:blipFill>
        <p:spPr bwMode="auto">
          <a:xfrm>
            <a:off x="4038599" y="10"/>
            <a:ext cx="8160026" cy="6875809"/>
          </a:xfrm>
          <a:prstGeom prst="rect">
            <a:avLst/>
          </a:prstGeom>
          <a:noFill/>
          <a:extLst>
            <a:ext uri="{909E8E84-426E-40DD-AFC4-6F175D3DCCD1}">
              <a14:hiddenFill xmlns:a14="http://schemas.microsoft.com/office/drawing/2010/main">
                <a:solidFill>
                  <a:srgbClr val="FFFFFF"/>
                </a:solidFill>
              </a14:hiddenFill>
            </a:ext>
          </a:extLst>
        </p:spPr>
      </p:pic>
      <p:sp>
        <p:nvSpPr>
          <p:cNvPr id="5133" name="Freeform: Shape 5132">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F1E6184-AD15-CEC6-89B8-7EE6B8F9CE63}"/>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b="1">
                <a:solidFill>
                  <a:srgbClr val="FFFFFF"/>
                </a:solidFill>
              </a:rPr>
              <a:t>Room Temperature</a:t>
            </a:r>
            <a:r>
              <a:rPr lang="en-US" sz="4000">
                <a:solidFill>
                  <a:srgbClr val="FFFFFF"/>
                </a:solidFill>
              </a:rPr>
              <a:t>:</a:t>
            </a:r>
          </a:p>
        </p:txBody>
      </p:sp>
    </p:spTree>
    <p:extLst>
      <p:ext uri="{BB962C8B-B14F-4D97-AF65-F5344CB8AC3E}">
        <p14:creationId xmlns:p14="http://schemas.microsoft.com/office/powerpoint/2010/main" val="314285150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197</TotalTime>
  <Words>355</Words>
  <Application>Microsoft Office PowerPoint</Application>
  <PresentationFormat>Widescreen</PresentationFormat>
  <Paragraphs>47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Amasis MT Pro Black</vt:lpstr>
      <vt:lpstr>Aptos</vt:lpstr>
      <vt:lpstr>Aptos Display</vt:lpstr>
      <vt:lpstr>Arial</vt:lpstr>
      <vt:lpstr>Calibri</vt:lpstr>
      <vt:lpstr>Nunito</vt:lpstr>
      <vt:lpstr>Office Theme</vt:lpstr>
      <vt:lpstr>PowerPoint Presentation</vt:lpstr>
      <vt:lpstr>PowerPoint Presentation</vt:lpstr>
      <vt:lpstr>Guess the word…..</vt:lpstr>
      <vt:lpstr>PowerPoint Presentation</vt:lpstr>
      <vt:lpstr>PowerPoint Presentation</vt:lpstr>
      <vt:lpstr>Ports</vt:lpstr>
      <vt:lpstr>Advantages</vt:lpstr>
      <vt:lpstr>PowerPoint Presentation</vt:lpstr>
      <vt:lpstr>Advantage</vt:lpstr>
      <vt:lpstr>PowerPoint Presentation</vt:lpstr>
      <vt:lpstr>Causes for low performance in Pc:</vt:lpstr>
      <vt:lpstr>PowerPoint Presentation</vt:lpstr>
      <vt:lpstr>PowerPoint Presentation</vt:lpstr>
      <vt:lpstr>How to increase the performance of processors</vt:lpstr>
      <vt:lpstr>Continue</vt:lpstr>
      <vt:lpstr>How to avoid the heat up procesor/pc?</vt:lpstr>
      <vt:lpstr>Heat Sink: Attach a quality heat sink to your CPU to absorb and dissipate heat.</vt:lpstr>
      <vt:lpstr>Regular Cleaning</vt:lpstr>
      <vt:lpstr>Room Temperature: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Manthar Ali</dc:creator>
  <cp:lastModifiedBy>Manthar Ali</cp:lastModifiedBy>
  <cp:revision>5</cp:revision>
  <dcterms:created xsi:type="dcterms:W3CDTF">2024-11-14T06:16:21Z</dcterms:created>
  <dcterms:modified xsi:type="dcterms:W3CDTF">2024-11-21T05:01:21Z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2024-11-14T06:46:24Z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ce37bbcd-0e41-4757-a246-0d0107bfbe0c</vt:lpwstr>
  </property>
  <property fmtid="{D5CDD505-2E9C-101B-9397-08002B2CF9AE}" pid="7" name="MSIP_Label_defa4170-0d19-0005-0004-bc88714345d2_ActionId">
    <vt:lpwstr>6aaa2fc2-d3e3-4fdc-8bbc-34e063aecdb5</vt:lpwstr>
  </property>
  <property fmtid="{D5CDD505-2E9C-101B-9397-08002B2CF9AE}" pid="8" name="MSIP_Label_defa4170-0d19-0005-0004-bc88714345d2_ContentBits">
    <vt:lpwstr>0</vt:lpwstr>
  </property>
</Properties>
</file>