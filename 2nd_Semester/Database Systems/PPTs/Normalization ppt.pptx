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73152" cy="2560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Active Database Management Systems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approach to data integrity and redundancy elimination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Database Management Systems  |  Normalization Concepts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9436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615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Normalization?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and motivation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94560"/>
            <a:ext cx="59436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505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2677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97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 of normalization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59436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850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5021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Forms (1NF–BCNF)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31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normalization rules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60120"/>
            <a:ext cx="59436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1615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03327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DBMS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rules, and active behavior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194560"/>
            <a:ext cx="59436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4505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2677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ADBMS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697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between normalization &amp; active rules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29000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429000"/>
            <a:ext cx="59436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850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5021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Trade-offs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931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normalize, when not 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Normalization?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is the process of organizing a relational database to reduce data redundancy and improve data integrity by structuring tables and their relationships according to a series of normal forms.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03120"/>
            <a:ext cx="411480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0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Redundancy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data across tables to save storage and avoid update anomalies.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10312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103120"/>
            <a:ext cx="411480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130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Consistency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4871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once and referenced elsewhere, preventing inconsistencies.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29000"/>
            <a:ext cx="411480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Anomalies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8130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insertion, deletion, and update anomalies in the database.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42900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429000"/>
            <a:ext cx="411480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Integrity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8130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data so constraints can be enforced more effectively.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dependency X → Y means the value of X uniquely determines Y in a relation.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137160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64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6002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is fully functionally dependent on X if removing any attribute from X breaks the dependency.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{StudentID, CourseID} → Grade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84124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606040"/>
            <a:ext cx="1371600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62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6974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depends on part of a composite key.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{StudentID, CourseID} → StudentName (only needs StudentID)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703320"/>
            <a:ext cx="137160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959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FD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794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Y and Y → Z, therefore X → Z (transitively).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StudentID → DeptID → DeptName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7141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Identifying and eliminating problematic FDs is the foundation of all normalization steps.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&amp; Second Normal Forms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— First Normal 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356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898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contains only atomic (indivisible) values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299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unique (no duplicate rows)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71576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70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has a unique name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35584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101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 a column are of the same domain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977640"/>
            <a:ext cx="38404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95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example: Phone = '0300-1234, 0321-5678'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(multiple values in one cell)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41148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86868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8696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— Second Normal Form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14356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13898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in 1NF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83480" y="20756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0299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functional dependencies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83480" y="27157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670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non-key attribute fully depends on the entire primary key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83480" y="335584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33101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mainly to tables with composite keys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92040" y="3977640"/>
            <a:ext cx="3840480" cy="685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995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Decompose table so StudentName depends only on StudentID (move to separate table)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 &amp; BCNF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— Third Normal 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3560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898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in 2NF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299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functional dependencies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71576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70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attributes do not depend on other non-key attributes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35584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101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X → Y: X is a superkey, or Y is part of some candidate key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977640"/>
            <a:ext cx="3840480" cy="6858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95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violation: StudentID → Dept → DeptHead (transitive)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Separate Dept and DeptHead into their own table.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41148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868680"/>
            <a:ext cx="41148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8696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— Boyce-Codd Normal Form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143560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13898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version of 3NF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83480" y="207568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0299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FD X → Y: X must be a superkey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83480" y="271576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670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all anomalies based on FDs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83480" y="335584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33101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always preserve all dependencies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92040" y="3977640"/>
            <a:ext cx="3840480" cy="6858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995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3NF relation is not necessarily in BCNF. BCNF is stricter — every determinant must be a candidate key.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Database Management Systems (ADBMS)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ADBMS extends a passive DBMS by monitoring database states and automatically reacting to events using ECA rules: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0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triggers the rule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(INSERT, UPDATE, DELETE, time-based)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2212848"/>
            <a:ext cx="27432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210312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560320" cy="1645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execute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(Predicate evaluated after the event)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212848"/>
            <a:ext cx="27432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210312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560320" cy="1645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057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(SQL, procedure, or notification)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41148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383280"/>
            <a:ext cx="54864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410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721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fired SQL procedures in response to DML events (INSERT/UPDATE/DELETE).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41148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383280"/>
            <a:ext cx="54864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410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Rules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3721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 rules that monitor conditions and enforce complex constraints reactively.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224528"/>
            <a:ext cx="41148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224528"/>
            <a:ext cx="54864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Priorities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4562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can have priorities/orderings to handle conflicts among simultaneous triggers.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4224528"/>
            <a:ext cx="41148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4224528"/>
            <a:ext cx="54864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Actions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4562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triggered action can fire other triggers, enabling automated workflows.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ADBMS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interacts deeply with ADBMS triggers and active rules: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9903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enforce NF constraints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can fire when a violation of a normal form constraint is detected. E.g., a BEFORE INSERT trigger checks if a value is atomic before allowing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8412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055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via triggers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404872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normalized schemas, foreign key relationships are enforced by ADBMS triggers, automatically cascading updates or deletes across related tables.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8412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54864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6207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data maintenance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136392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normalization eliminates redundancy, computed/derived values must be kept in sync. ADBMS rules automatically update derived attributes when base data changes.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66160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935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conflicts in normalized schemas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867912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normalized schemas may trigger multiple cascading rules simultaneously. Priority and conflict resolution mechanisms in ADBMS are critical.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297680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2511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De-normalization trade-offs in ADBMS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99432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Performance-critical scenarios sometimes require deliberate de-normalization. ADBMS triggers then maintain data consistency that normalization would have guaranteed structurally.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ADBMS Trigger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to enforce 1NF — Reject multi-valued phone numbers: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2468880"/>
          </a:xfrm>
          <a:prstGeom prst="rect">
            <a:avLst/>
          </a:prstGeom>
          <a:solidFill>
            <a:srgbClr val="0A192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8138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TRIGGER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enforce_1nf_phone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INSERT OR UPDATE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 Student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ROW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INSTR(:NEW.phone, ',') &gt; 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
      RAISE_APPLICATION_ERROR(-20001,
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'Phone must be atomic — 1NF violation!');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END IF;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3434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315968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fires BEFORE every INSERT or UPDATE on the Student table.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59028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562856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if the phone value contains a comma (multi-valued indicator).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837176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809744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violation is found, it raises an error and rejects the operation — enforcing 1NF actively.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Trade-offs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 of Normalization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9903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data redundancy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4767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74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update, insert &amp; delete anomalies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9631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data integrity and consistency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4495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query logic for writes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47472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59359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20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ADBMS triggers become more predictable on normalized schemas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41148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14223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69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enforce referential integrity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1148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88696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Trade-offs &amp; Challenges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28016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139903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1325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tables → complex JOIN queries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1828800"/>
            <a:ext cx="411480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194767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874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overhead for read-heavy workloads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249631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ADBMS triggers may cascade across many tables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11480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04495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rule interactions in highly normalized DBs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347472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359359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3520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De-normalization sometimes needed for performance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54880" y="4023360"/>
            <a:ext cx="411480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92040" y="414223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4069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understand schema for newcomers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Forms — Quick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86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886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886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886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ADBMS Use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252728"/>
            <a:ext cx="8686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252728"/>
            <a:ext cx="146304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4538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136245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values, unique 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136245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attributes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136245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rejects non-atomic inserts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148840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148840"/>
            <a:ext cx="14630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350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22585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+ no partial FDs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22585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detects partial FD violations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044952"/>
            <a:ext cx="8686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044952"/>
            <a:ext cx="146304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246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37360" y="31546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+ no transitive FDs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154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3154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maintain derived attributes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3941064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941064"/>
            <a:ext cx="146304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1422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37360" y="40507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is superkey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0" y="40507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FD-based anomalies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40507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rule cascade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114800" cy="4114800"/>
          </a:xfrm>
          <a:prstGeom prst="ellipse">
            <a:avLst/>
          </a:prstGeom>
          <a:solidFill>
            <a:srgbClr val="1A3A6B">
              <a:alpha val="45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73152" cy="3200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292608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435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reduces redundancy and ensures data integrity through structured decomposition.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075688"/>
            <a:ext cx="292608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04825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normal form (1NF → BCNF) addresses a more complex class of dependency anomalies.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2688336"/>
            <a:ext cx="292608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6609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DBMS extends passive databases with ECA rules — triggers actively enforce constraints.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300984"/>
            <a:ext cx="292608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2735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ADBMS, normalization and triggers work together: normalized schemas simplify rule design.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913632"/>
            <a:ext cx="292608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886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performance vs. integrity thoughtfully; de-normalize only when ADBMS rules can compensate.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Active Database Management Systems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Normalization in Active Database Management Systems</dc:title>
  <dc:subject>PptxGenJS Presentation</dc:subject>
  <dc:creator>PptxGenJS</dc:creator>
  <cp:lastModifiedBy>PptxGenJS</cp:lastModifiedBy>
  <cp:revision>1</cp:revision>
  <dcterms:created xsi:type="dcterms:W3CDTF">2026-04-21T11:03:46Z</dcterms:created>
  <dcterms:modified xsi:type="dcterms:W3CDTF">2026-04-21T11:03:46Z</dcterms:modified>
</cp:coreProperties>
</file>