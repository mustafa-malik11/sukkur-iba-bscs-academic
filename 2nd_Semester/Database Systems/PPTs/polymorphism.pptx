
<file path=[Content_Types].xml><?xml version="1.0" encoding="utf-8"?>
<Types xmlns="http://schemas.openxmlformats.org/package/2006/content-types">
  <Default Extension="fntdata" ContentType="application/x-fontdata"/>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8"/>
  </p:notesMasterIdLst>
  <p:sldIdLst>
    <p:sldId id="256" r:id="rId2"/>
    <p:sldId id="259" r:id="rId3"/>
    <p:sldId id="258" r:id="rId4"/>
    <p:sldId id="260" r:id="rId5"/>
    <p:sldId id="261" r:id="rId6"/>
    <p:sldId id="282" r:id="rId7"/>
    <p:sldId id="266" r:id="rId8"/>
    <p:sldId id="262" r:id="rId9"/>
    <p:sldId id="279" r:id="rId10"/>
    <p:sldId id="265" r:id="rId11"/>
    <p:sldId id="280" r:id="rId12"/>
    <p:sldId id="284" r:id="rId13"/>
    <p:sldId id="283" r:id="rId14"/>
    <p:sldId id="264" r:id="rId15"/>
    <p:sldId id="268" r:id="rId16"/>
    <p:sldId id="269" r:id="rId17"/>
  </p:sldIdLst>
  <p:sldSz cx="9144000" cy="5143500" type="screen16x9"/>
  <p:notesSz cx="6858000" cy="9144000"/>
  <p:embeddedFontLst>
    <p:embeddedFont>
      <p:font typeface="Anaheim" panose="020B0604020202020204" charset="0"/>
      <p:regular r:id="rId19"/>
      <p:bold r:id="rId20"/>
    </p:embeddedFont>
    <p:embeddedFont>
      <p:font typeface="Bebas Neue" panose="020B0604020202020204" charset="0"/>
      <p:regular r:id="rId21"/>
    </p:embeddedFont>
    <p:embeddedFont>
      <p:font typeface="Comfortaa" panose="020B0604020202020204" charset="0"/>
      <p:regular r:id="rId22"/>
      <p:bold r:id="rId23"/>
    </p:embeddedFont>
    <p:embeddedFont>
      <p:font typeface="Fira Code" panose="020B0809050000020004" pitchFamily="49" charset="0"/>
      <p:regular r:id="rId24"/>
      <p:bold r:id="rId25"/>
    </p:embeddedFont>
    <p:embeddedFont>
      <p:font typeface="KG Primary Penmanship" panose="020B0604020202020204" charset="0"/>
      <p:regular r:id="rId26"/>
    </p:embeddedFont>
    <p:embeddedFont>
      <p:font typeface="Nunito Light" pitchFamily="2" charset="0"/>
      <p:regular r:id="rId27"/>
    </p:embeddedFont>
    <p:embeddedFont>
      <p:font typeface="Source Code Pro" panose="020B0509030403020204" pitchFamily="49" charset="0"/>
      <p:regular r:id="rId28"/>
      <p:bold r:id="rId29"/>
      <p:italic r:id="rId30"/>
      <p:boldItalic r:id="rId31"/>
    </p:embeddedFont>
    <p:embeddedFont>
      <p:font typeface="Source Code Pro Medium" panose="020B0509030403020204" pitchFamily="49"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AF97AC-AEF5-4AE4-AE5D-63784D8E5F68}">
  <a:tblStyle styleId="{DAAF97AC-AEF5-4AE4-AE5D-63784D8E5F6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D0F0D2E-EC3D-4104-827F-34D919A5A06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snapToGrid="0">
      <p:cViewPr varScale="1">
        <p:scale>
          <a:sx n="90" d="100"/>
          <a:sy n="90" d="100"/>
        </p:scale>
        <p:origin x="816" y="6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5100818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6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3493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72751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0678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9421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7278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110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6574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7865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2162573e21f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2162573e21f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1296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54dda1946d_4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54dda1946d_4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7290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941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3915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2162573e21f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2162573e21f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7544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748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735500" y="1258850"/>
            <a:ext cx="5797500" cy="2038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735500" y="3297650"/>
            <a:ext cx="5797500" cy="4407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1535738" y="2266450"/>
            <a:ext cx="6635700" cy="1202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988113" y="1350550"/>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latin typeface="Fira Code"/>
                <a:ea typeface="Fira Code"/>
                <a:cs typeface="Fira Code"/>
                <a:sym typeface="Fira Code"/>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2080150" y="3468850"/>
            <a:ext cx="6043800" cy="2832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 name="Google Shape;15;p3"/>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3"/>
          <p:cNvGrpSpPr/>
          <p:nvPr/>
        </p:nvGrpSpPr>
        <p:grpSpPr>
          <a:xfrm>
            <a:off x="8313825" y="353000"/>
            <a:ext cx="473100" cy="186500"/>
            <a:chOff x="7059675" y="514525"/>
            <a:chExt cx="473100" cy="186500"/>
          </a:xfrm>
        </p:grpSpPr>
        <p:cxnSp>
          <p:nvCxnSpPr>
            <p:cNvPr id="17" name="Google Shape;17;p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9" name="Google Shape;19;p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 name="Google Shape;48;p7"/>
          <p:cNvGrpSpPr/>
          <p:nvPr/>
        </p:nvGrpSpPr>
        <p:grpSpPr>
          <a:xfrm>
            <a:off x="8389787" y="179931"/>
            <a:ext cx="486393" cy="125690"/>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7"/>
          <p:cNvSpPr txBox="1">
            <a:spLocks noGrp="1"/>
          </p:cNvSpPr>
          <p:nvPr>
            <p:ph type="subTitle" idx="1"/>
          </p:nvPr>
        </p:nvSpPr>
        <p:spPr>
          <a:xfrm>
            <a:off x="3465225" y="1529000"/>
            <a:ext cx="4965600" cy="30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p:nvPr/>
        </p:nvSpPr>
        <p:spPr>
          <a:xfrm>
            <a:off x="3763500" y="-1800"/>
            <a:ext cx="53805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8"/>
          <p:cNvGrpSpPr/>
          <p:nvPr/>
        </p:nvGrpSpPr>
        <p:grpSpPr>
          <a:xfrm>
            <a:off x="8059900" y="446250"/>
            <a:ext cx="473100" cy="186500"/>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3763500" y="-1800"/>
            <a:ext cx="53805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059900" y="446250"/>
            <a:ext cx="473100" cy="186500"/>
            <a:chOff x="7059675" y="514525"/>
            <a:chExt cx="473100" cy="186500"/>
          </a:xfrm>
        </p:grpSpPr>
        <p:cxnSp>
          <p:nvCxnSpPr>
            <p:cNvPr id="64" name="Google Shape;64;p9"/>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5" name="Google Shape;65;p9"/>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6" name="Google Shape;66;p9"/>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7" name="Google Shape;67;p9"/>
          <p:cNvSpPr txBox="1">
            <a:spLocks noGrp="1"/>
          </p:cNvSpPr>
          <p:nvPr>
            <p:ph type="title"/>
          </p:nvPr>
        </p:nvSpPr>
        <p:spPr>
          <a:xfrm>
            <a:off x="4223100" y="1198450"/>
            <a:ext cx="4206000" cy="19644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8" name="Google Shape;68;p9"/>
          <p:cNvSpPr txBox="1">
            <a:spLocks noGrp="1"/>
          </p:cNvSpPr>
          <p:nvPr>
            <p:ph type="subTitle" idx="1"/>
          </p:nvPr>
        </p:nvSpPr>
        <p:spPr>
          <a:xfrm>
            <a:off x="4223100" y="3162850"/>
            <a:ext cx="4206000" cy="1066200"/>
          </a:xfrm>
          <a:prstGeom prst="rect">
            <a:avLst/>
          </a:prstGeom>
          <a:solidFill>
            <a:schemeClr val="accent6"/>
          </a:solidFill>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1"/>
        <p:cNvGrpSpPr/>
        <p:nvPr/>
      </p:nvGrpSpPr>
      <p:grpSpPr>
        <a:xfrm>
          <a:off x="0" y="0"/>
          <a:ext cx="0" cy="0"/>
          <a:chOff x="0" y="0"/>
          <a:chExt cx="0" cy="0"/>
        </a:xfrm>
      </p:grpSpPr>
      <p:sp>
        <p:nvSpPr>
          <p:cNvPr id="82" name="Google Shape;82;p13"/>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 name="Google Shape;83;p13"/>
          <p:cNvGrpSpPr/>
          <p:nvPr/>
        </p:nvGrpSpPr>
        <p:grpSpPr>
          <a:xfrm>
            <a:off x="8389787" y="179931"/>
            <a:ext cx="486393" cy="125690"/>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1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3"/>
          <p:cNvSpPr txBox="1">
            <a:spLocks noGrp="1"/>
          </p:cNvSpPr>
          <p:nvPr>
            <p:ph type="subTitle" idx="1"/>
          </p:nvPr>
        </p:nvSpPr>
        <p:spPr>
          <a:xfrm>
            <a:off x="2472000" y="1832950"/>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2"/>
          </p:nvPr>
        </p:nvSpPr>
        <p:spPr>
          <a:xfrm>
            <a:off x="3175501" y="2833427"/>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subTitle" idx="3"/>
          </p:nvPr>
        </p:nvSpPr>
        <p:spPr>
          <a:xfrm>
            <a:off x="3504027" y="3834248"/>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4" hasCustomPrompt="1"/>
          </p:nvPr>
        </p:nvSpPr>
        <p:spPr>
          <a:xfrm>
            <a:off x="1869900" y="1470525"/>
            <a:ext cx="602100" cy="391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5" hasCustomPrompt="1"/>
          </p:nvPr>
        </p:nvSpPr>
        <p:spPr>
          <a:xfrm>
            <a:off x="2573400" y="2482425"/>
            <a:ext cx="602100" cy="391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6" hasCustomPrompt="1"/>
          </p:nvPr>
        </p:nvSpPr>
        <p:spPr>
          <a:xfrm>
            <a:off x="2891275" y="3494325"/>
            <a:ext cx="602100" cy="328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7"/>
          </p:nvPr>
        </p:nvSpPr>
        <p:spPr>
          <a:xfrm>
            <a:off x="2472000" y="14705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5" name="Google Shape;95;p13"/>
          <p:cNvSpPr txBox="1">
            <a:spLocks noGrp="1"/>
          </p:cNvSpPr>
          <p:nvPr>
            <p:ph type="subTitle" idx="8"/>
          </p:nvPr>
        </p:nvSpPr>
        <p:spPr>
          <a:xfrm>
            <a:off x="3175500" y="24824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6" name="Google Shape;96;p13"/>
          <p:cNvSpPr txBox="1">
            <a:spLocks noGrp="1"/>
          </p:cNvSpPr>
          <p:nvPr>
            <p:ph type="subTitle" idx="9"/>
          </p:nvPr>
        </p:nvSpPr>
        <p:spPr>
          <a:xfrm>
            <a:off x="3504025" y="34943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3"/>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14"/>
        <p:cNvGrpSpPr/>
        <p:nvPr/>
      </p:nvGrpSpPr>
      <p:grpSpPr>
        <a:xfrm>
          <a:off x="0" y="0"/>
          <a:ext cx="0" cy="0"/>
          <a:chOff x="0" y="0"/>
          <a:chExt cx="0" cy="0"/>
        </a:xfrm>
      </p:grpSpPr>
      <p:sp>
        <p:nvSpPr>
          <p:cNvPr id="115" name="Google Shape;115;p16"/>
          <p:cNvSpPr/>
          <p:nvPr/>
        </p:nvSpPr>
        <p:spPr>
          <a:xfrm>
            <a:off x="4243000" y="-1800"/>
            <a:ext cx="49011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txBox="1">
            <a:spLocks noGrp="1"/>
          </p:cNvSpPr>
          <p:nvPr>
            <p:ph type="title"/>
          </p:nvPr>
        </p:nvSpPr>
        <p:spPr>
          <a:xfrm>
            <a:off x="713225" y="1402850"/>
            <a:ext cx="32490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16"/>
          <p:cNvSpPr txBox="1">
            <a:spLocks noGrp="1"/>
          </p:cNvSpPr>
          <p:nvPr>
            <p:ph type="subTitle" idx="1"/>
          </p:nvPr>
        </p:nvSpPr>
        <p:spPr>
          <a:xfrm>
            <a:off x="713225" y="2466050"/>
            <a:ext cx="3249000" cy="1400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18"/>
        <p:cNvGrpSpPr/>
        <p:nvPr/>
      </p:nvGrpSpPr>
      <p:grpSpPr>
        <a:xfrm>
          <a:off x="0" y="0"/>
          <a:ext cx="0" cy="0"/>
          <a:chOff x="0" y="0"/>
          <a:chExt cx="0" cy="0"/>
        </a:xfrm>
      </p:grpSpPr>
      <p:sp>
        <p:nvSpPr>
          <p:cNvPr id="119" name="Google Shape;119;p17"/>
          <p:cNvSpPr/>
          <p:nvPr/>
        </p:nvSpPr>
        <p:spPr>
          <a:xfrm>
            <a:off x="0" y="0"/>
            <a:ext cx="49011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txBox="1">
            <a:spLocks noGrp="1"/>
          </p:cNvSpPr>
          <p:nvPr>
            <p:ph type="title"/>
          </p:nvPr>
        </p:nvSpPr>
        <p:spPr>
          <a:xfrm>
            <a:off x="4837200" y="1501200"/>
            <a:ext cx="3593400" cy="1060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17"/>
          <p:cNvSpPr txBox="1">
            <a:spLocks noGrp="1"/>
          </p:cNvSpPr>
          <p:nvPr>
            <p:ph type="subTitle" idx="1"/>
          </p:nvPr>
        </p:nvSpPr>
        <p:spPr>
          <a:xfrm>
            <a:off x="4837371" y="2562000"/>
            <a:ext cx="3593400" cy="1080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33"/>
        <p:cNvGrpSpPr/>
        <p:nvPr/>
      </p:nvGrpSpPr>
      <p:grpSpPr>
        <a:xfrm>
          <a:off x="0" y="0"/>
          <a:ext cx="0" cy="0"/>
          <a:chOff x="0" y="0"/>
          <a:chExt cx="0" cy="0"/>
        </a:xfrm>
      </p:grpSpPr>
      <p:sp>
        <p:nvSpPr>
          <p:cNvPr id="134" name="Google Shape;134;p19"/>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19"/>
          <p:cNvGrpSpPr/>
          <p:nvPr/>
        </p:nvGrpSpPr>
        <p:grpSpPr>
          <a:xfrm>
            <a:off x="8389787" y="179931"/>
            <a:ext cx="486393" cy="125690"/>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19"/>
          <p:cNvSpPr txBox="1">
            <a:spLocks noGrp="1"/>
          </p:cNvSpPr>
          <p:nvPr>
            <p:ph type="subTitle" idx="1"/>
          </p:nvPr>
        </p:nvSpPr>
        <p:spPr>
          <a:xfrm>
            <a:off x="4821898" y="1443125"/>
            <a:ext cx="3602100" cy="243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19"/>
          <p:cNvSpPr txBox="1">
            <a:spLocks noGrp="1"/>
          </p:cNvSpPr>
          <p:nvPr>
            <p:ph type="subTitle" idx="2"/>
          </p:nvPr>
        </p:nvSpPr>
        <p:spPr>
          <a:xfrm>
            <a:off x="644000" y="1443125"/>
            <a:ext cx="3602100" cy="243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42"/>
        <p:cNvGrpSpPr/>
        <p:nvPr/>
      </p:nvGrpSpPr>
      <p:grpSpPr>
        <a:xfrm>
          <a:off x="0" y="0"/>
          <a:ext cx="0" cy="0"/>
          <a:chOff x="0" y="0"/>
          <a:chExt cx="0" cy="0"/>
        </a:xfrm>
      </p:grpSpPr>
      <p:sp>
        <p:nvSpPr>
          <p:cNvPr id="143" name="Google Shape;143;p20"/>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 name="Google Shape;144;p20"/>
          <p:cNvGrpSpPr/>
          <p:nvPr/>
        </p:nvGrpSpPr>
        <p:grpSpPr>
          <a:xfrm>
            <a:off x="8389787" y="179931"/>
            <a:ext cx="486393" cy="125690"/>
            <a:chOff x="-890300" y="1406550"/>
            <a:chExt cx="806088" cy="208200"/>
          </a:xfrm>
        </p:grpSpPr>
        <p:sp>
          <p:nvSpPr>
            <p:cNvPr id="145" name="Google Shape;145;p20"/>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0"/>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0"/>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9" name="Google Shape;149;p20"/>
          <p:cNvSpPr txBox="1">
            <a:spLocks noGrp="1"/>
          </p:cNvSpPr>
          <p:nvPr>
            <p:ph type="subTitle" idx="1"/>
          </p:nvPr>
        </p:nvSpPr>
        <p:spPr>
          <a:xfrm>
            <a:off x="997700" y="2096375"/>
            <a:ext cx="2373000" cy="1361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0"/>
          <p:cNvSpPr txBox="1">
            <a:spLocks noGrp="1"/>
          </p:cNvSpPr>
          <p:nvPr>
            <p:ph type="subTitle" idx="2"/>
          </p:nvPr>
        </p:nvSpPr>
        <p:spPr>
          <a:xfrm>
            <a:off x="3522987" y="2756375"/>
            <a:ext cx="2373000" cy="1361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20"/>
          <p:cNvSpPr txBox="1">
            <a:spLocks noGrp="1"/>
          </p:cNvSpPr>
          <p:nvPr>
            <p:ph type="subTitle" idx="3"/>
          </p:nvPr>
        </p:nvSpPr>
        <p:spPr>
          <a:xfrm>
            <a:off x="6051233" y="3242600"/>
            <a:ext cx="2373000" cy="1361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0"/>
          <p:cNvSpPr txBox="1">
            <a:spLocks noGrp="1"/>
          </p:cNvSpPr>
          <p:nvPr>
            <p:ph type="subTitle" idx="4"/>
          </p:nvPr>
        </p:nvSpPr>
        <p:spPr>
          <a:xfrm>
            <a:off x="720000" y="1436375"/>
            <a:ext cx="24168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3" name="Google Shape;153;p20"/>
          <p:cNvSpPr txBox="1">
            <a:spLocks noGrp="1"/>
          </p:cNvSpPr>
          <p:nvPr>
            <p:ph type="subTitle" idx="5"/>
          </p:nvPr>
        </p:nvSpPr>
        <p:spPr>
          <a:xfrm>
            <a:off x="3292047" y="2096375"/>
            <a:ext cx="24168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4" name="Google Shape;154;p20"/>
          <p:cNvSpPr txBox="1">
            <a:spLocks noGrp="1"/>
          </p:cNvSpPr>
          <p:nvPr>
            <p:ph type="subTitle" idx="6"/>
          </p:nvPr>
        </p:nvSpPr>
        <p:spPr>
          <a:xfrm>
            <a:off x="5867044" y="2582600"/>
            <a:ext cx="24168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55"/>
        <p:cNvGrpSpPr/>
        <p:nvPr/>
      </p:nvGrpSpPr>
      <p:grpSpPr>
        <a:xfrm>
          <a:off x="0" y="0"/>
          <a:ext cx="0" cy="0"/>
          <a:chOff x="0" y="0"/>
          <a:chExt cx="0" cy="0"/>
        </a:xfrm>
      </p:grpSpPr>
      <p:sp>
        <p:nvSpPr>
          <p:cNvPr id="156" name="Google Shape;156;p21"/>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 name="Google Shape;157;p21"/>
          <p:cNvGrpSpPr/>
          <p:nvPr/>
        </p:nvGrpSpPr>
        <p:grpSpPr>
          <a:xfrm>
            <a:off x="8389787" y="179931"/>
            <a:ext cx="486393" cy="125690"/>
            <a:chOff x="-890300" y="1406550"/>
            <a:chExt cx="806088" cy="208200"/>
          </a:xfrm>
        </p:grpSpPr>
        <p:sp>
          <p:nvSpPr>
            <p:cNvPr id="158" name="Google Shape;158;p21"/>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1"/>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1"/>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 name="Google Shape;16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2" name="Google Shape;162;p21"/>
          <p:cNvSpPr txBox="1">
            <a:spLocks noGrp="1"/>
          </p:cNvSpPr>
          <p:nvPr>
            <p:ph type="subTitle" idx="1"/>
          </p:nvPr>
        </p:nvSpPr>
        <p:spPr>
          <a:xfrm>
            <a:off x="3500600" y="1923775"/>
            <a:ext cx="1978200" cy="829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21"/>
          <p:cNvSpPr txBox="1">
            <a:spLocks noGrp="1"/>
          </p:cNvSpPr>
          <p:nvPr>
            <p:ph type="subTitle" idx="2"/>
          </p:nvPr>
        </p:nvSpPr>
        <p:spPr>
          <a:xfrm>
            <a:off x="6445791" y="1923775"/>
            <a:ext cx="1978200" cy="829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1"/>
          <p:cNvSpPr txBox="1">
            <a:spLocks noGrp="1"/>
          </p:cNvSpPr>
          <p:nvPr>
            <p:ph type="subTitle" idx="3"/>
          </p:nvPr>
        </p:nvSpPr>
        <p:spPr>
          <a:xfrm>
            <a:off x="3500600" y="3566750"/>
            <a:ext cx="1978200" cy="829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21"/>
          <p:cNvSpPr txBox="1">
            <a:spLocks noGrp="1"/>
          </p:cNvSpPr>
          <p:nvPr>
            <p:ph type="subTitle" idx="4"/>
          </p:nvPr>
        </p:nvSpPr>
        <p:spPr>
          <a:xfrm>
            <a:off x="6445791" y="3566750"/>
            <a:ext cx="1978200" cy="829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21"/>
          <p:cNvSpPr txBox="1">
            <a:spLocks noGrp="1"/>
          </p:cNvSpPr>
          <p:nvPr>
            <p:ph type="subTitle" idx="5"/>
          </p:nvPr>
        </p:nvSpPr>
        <p:spPr>
          <a:xfrm>
            <a:off x="3194436" y="1418275"/>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7" name="Google Shape;167;p21"/>
          <p:cNvSpPr txBox="1">
            <a:spLocks noGrp="1"/>
          </p:cNvSpPr>
          <p:nvPr>
            <p:ph type="subTitle" idx="6"/>
          </p:nvPr>
        </p:nvSpPr>
        <p:spPr>
          <a:xfrm>
            <a:off x="3194436" y="3061250"/>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8" name="Google Shape;168;p21"/>
          <p:cNvSpPr txBox="1">
            <a:spLocks noGrp="1"/>
          </p:cNvSpPr>
          <p:nvPr>
            <p:ph type="subTitle" idx="7"/>
          </p:nvPr>
        </p:nvSpPr>
        <p:spPr>
          <a:xfrm>
            <a:off x="6139611" y="1418275"/>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9" name="Google Shape;169;p21"/>
          <p:cNvSpPr txBox="1">
            <a:spLocks noGrp="1"/>
          </p:cNvSpPr>
          <p:nvPr>
            <p:ph type="subTitle" idx="8"/>
          </p:nvPr>
        </p:nvSpPr>
        <p:spPr>
          <a:xfrm>
            <a:off x="6139611" y="3061250"/>
            <a:ext cx="19782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16"/>
        <p:cNvGrpSpPr/>
        <p:nvPr/>
      </p:nvGrpSpPr>
      <p:grpSpPr>
        <a:xfrm>
          <a:off x="0" y="0"/>
          <a:ext cx="0" cy="0"/>
          <a:chOff x="0" y="0"/>
          <a:chExt cx="0" cy="0"/>
        </a:xfrm>
      </p:grpSpPr>
      <p:sp>
        <p:nvSpPr>
          <p:cNvPr id="217" name="Google Shape;217;p26"/>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 name="Google Shape;218;p26"/>
          <p:cNvGrpSpPr/>
          <p:nvPr/>
        </p:nvGrpSpPr>
        <p:grpSpPr>
          <a:xfrm>
            <a:off x="8389787" y="179931"/>
            <a:ext cx="486393" cy="125690"/>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2"/>
        <p:cNvGrpSpPr/>
        <p:nvPr/>
      </p:nvGrpSpPr>
      <p:grpSpPr>
        <a:xfrm>
          <a:off x="0" y="0"/>
          <a:ext cx="0" cy="0"/>
          <a:chOff x="0" y="0"/>
          <a:chExt cx="0" cy="0"/>
        </a:xfrm>
      </p:grpSpPr>
      <p:sp>
        <p:nvSpPr>
          <p:cNvPr id="223" name="Google Shape;223;p27"/>
          <p:cNvSpPr/>
          <p:nvPr/>
        </p:nvSpPr>
        <p:spPr>
          <a:xfrm>
            <a:off x="4424750" y="-1800"/>
            <a:ext cx="47193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27"/>
          <p:cNvGrpSpPr/>
          <p:nvPr/>
        </p:nvGrpSpPr>
        <p:grpSpPr>
          <a:xfrm>
            <a:off x="8193116" y="446250"/>
            <a:ext cx="414956" cy="186500"/>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8" r:id="rId6"/>
    <p:sldLayoutId id="2147483659" r:id="rId7"/>
    <p:sldLayoutId id="2147483662" r:id="rId8"/>
    <p:sldLayoutId id="2147483663" r:id="rId9"/>
    <p:sldLayoutId id="2147483665" r:id="rId10"/>
    <p:sldLayoutId id="2147483666" r:id="rId11"/>
    <p:sldLayoutId id="2147483667" r:id="rId12"/>
    <p:sldLayoutId id="2147483672" r:id="rId13"/>
    <p:sldLayoutId id="2147483673" r:id="rId14"/>
  </p:sldLayoutIdLst>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xfrm>
            <a:off x="2735500" y="1258850"/>
            <a:ext cx="5797500" cy="20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 to</a:t>
            </a:r>
            <a:endParaRPr dirty="0"/>
          </a:p>
          <a:p>
            <a:pPr marL="0" lvl="0" indent="0" algn="l" rtl="0">
              <a:spcBef>
                <a:spcPts val="0"/>
              </a:spcBef>
              <a:spcAft>
                <a:spcPts val="0"/>
              </a:spcAft>
              <a:buNone/>
            </a:pPr>
            <a:r>
              <a:rPr lang="en" dirty="0">
                <a:solidFill>
                  <a:schemeClr val="accent4"/>
                </a:solidFill>
              </a:rPr>
              <a:t> Polymorphism</a:t>
            </a:r>
            <a:endParaRPr dirty="0">
              <a:solidFill>
                <a:schemeClr val="accent4"/>
              </a:solidFill>
            </a:endParaRPr>
          </a:p>
          <a:p>
            <a:pPr marL="0" lvl="0" indent="0" algn="l" rtl="0">
              <a:spcBef>
                <a:spcPts val="0"/>
              </a:spcBef>
              <a:spcAft>
                <a:spcPts val="0"/>
              </a:spcAft>
              <a:buNone/>
            </a:pPr>
            <a:r>
              <a:rPr lang="en" dirty="0"/>
              <a:t>  </a:t>
            </a:r>
            <a:endParaRPr dirty="0"/>
          </a:p>
        </p:txBody>
      </p:sp>
      <p:sp>
        <p:nvSpPr>
          <p:cNvPr id="239" name="Google Shape;239;p31"/>
          <p:cNvSpPr txBox="1">
            <a:spLocks noGrp="1"/>
          </p:cNvSpPr>
          <p:nvPr>
            <p:ph type="subTitle" idx="1"/>
          </p:nvPr>
        </p:nvSpPr>
        <p:spPr>
          <a:xfrm>
            <a:off x="2735500" y="3297650"/>
            <a:ext cx="5797500" cy="44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a:t>
            </a:r>
            <a:r>
              <a:rPr lang="en" sz="1400" dirty="0"/>
              <a:t>&lt; </a:t>
            </a:r>
            <a:r>
              <a:rPr lang="en" dirty="0"/>
              <a:t>one function,many forms</a:t>
            </a:r>
            <a:r>
              <a:rPr lang="en" sz="1400" dirty="0"/>
              <a:t> &gt;</a:t>
            </a:r>
            <a:endParaRPr dirty="0"/>
          </a:p>
        </p:txBody>
      </p:sp>
      <p:sp>
        <p:nvSpPr>
          <p:cNvPr id="240" name="Google Shape;240;p31"/>
          <p:cNvSpPr txBox="1"/>
          <p:nvPr/>
        </p:nvSpPr>
        <p:spPr>
          <a:xfrm>
            <a:off x="2097300" y="5710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1"/>
                </a:solidFill>
                <a:latin typeface="Comfortaa"/>
                <a:ea typeface="Comfortaa"/>
                <a:cs typeface="Comfortaa"/>
                <a:sym typeface="Comfortaa"/>
              </a:rPr>
              <a:t>{</a:t>
            </a:r>
            <a:endParaRPr sz="5000">
              <a:solidFill>
                <a:schemeClr val="accent1"/>
              </a:solidFill>
              <a:latin typeface="Comfortaa"/>
              <a:ea typeface="Comfortaa"/>
              <a:cs typeface="Comfortaa"/>
              <a:sym typeface="Comfortaa"/>
            </a:endParaRPr>
          </a:p>
        </p:txBody>
      </p:sp>
      <p:sp>
        <p:nvSpPr>
          <p:cNvPr id="241" name="Google Shape;241;p31"/>
          <p:cNvSpPr txBox="1"/>
          <p:nvPr/>
        </p:nvSpPr>
        <p:spPr>
          <a:xfrm>
            <a:off x="8588000" y="400192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242" name="Google Shape;242;p31"/>
          <p:cNvSpPr txBox="1"/>
          <p:nvPr/>
        </p:nvSpPr>
        <p:spPr>
          <a:xfrm>
            <a:off x="2847375" y="4108415"/>
            <a:ext cx="1447500" cy="5463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grpSp>
        <p:nvGrpSpPr>
          <p:cNvPr id="243" name="Google Shape;243;p31"/>
          <p:cNvGrpSpPr/>
          <p:nvPr/>
        </p:nvGrpSpPr>
        <p:grpSpPr>
          <a:xfrm>
            <a:off x="8059900" y="446250"/>
            <a:ext cx="473100" cy="186500"/>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255130" y="696438"/>
            <a:ext cx="2377907" cy="3907563"/>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4223100" y="1198450"/>
            <a:ext cx="4206000" cy="1964400"/>
          </a:xfrm>
          <a:prstGeom prst="rect">
            <a:avLst/>
          </a:prstGeom>
        </p:spPr>
        <p:txBody>
          <a:bodyPr spcFirstLastPara="1" wrap="square" lIns="91425" tIns="91425" rIns="91425" bIns="91425" anchor="b" anchorCtr="0">
            <a:noAutofit/>
          </a:bodyPr>
          <a:lstStyle/>
          <a:p>
            <a:pPr marL="0" lvl="0" indent="0" rtl="0">
              <a:lnSpc>
                <a:spcPct val="300000"/>
              </a:lnSpc>
              <a:spcBef>
                <a:spcPts val="0"/>
              </a:spcBef>
              <a:spcAft>
                <a:spcPts val="0"/>
              </a:spcAft>
              <a:buNone/>
            </a:pPr>
            <a:r>
              <a:rPr lang="en-US" sz="3200" dirty="0"/>
              <a:t>P</a:t>
            </a:r>
            <a:r>
              <a:rPr lang="en" sz="3200" dirty="0"/>
              <a:t>resented by</a:t>
            </a:r>
            <a:endParaRPr dirty="0"/>
          </a:p>
        </p:txBody>
      </p:sp>
      <p:sp>
        <p:nvSpPr>
          <p:cNvPr id="354" name="Google Shape;354;p34"/>
          <p:cNvSpPr txBox="1"/>
          <p:nvPr/>
        </p:nvSpPr>
        <p:spPr>
          <a:xfrm>
            <a:off x="8329900" y="3978325"/>
            <a:ext cx="5193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600">
                <a:solidFill>
                  <a:schemeClr val="accent1"/>
                </a:solidFill>
                <a:latin typeface="Comfortaa"/>
                <a:ea typeface="Comfortaa"/>
                <a:cs typeface="Comfortaa"/>
                <a:sym typeface="Comfortaa"/>
              </a:rPr>
              <a:t>*</a:t>
            </a:r>
            <a:endParaRPr sz="9600">
              <a:solidFill>
                <a:schemeClr val="accent1"/>
              </a:solidFill>
              <a:latin typeface="Comfortaa"/>
              <a:ea typeface="Comfortaa"/>
              <a:cs typeface="Comfortaa"/>
              <a:sym typeface="Comfortaa"/>
            </a:endParaRPr>
          </a:p>
        </p:txBody>
      </p:sp>
      <p:grpSp>
        <p:nvGrpSpPr>
          <p:cNvPr id="355" name="Google Shape;355;p34"/>
          <p:cNvGrpSpPr/>
          <p:nvPr/>
        </p:nvGrpSpPr>
        <p:grpSpPr>
          <a:xfrm>
            <a:off x="335642" y="696438"/>
            <a:ext cx="2932044" cy="3907563"/>
            <a:chOff x="335642" y="696438"/>
            <a:chExt cx="2932044" cy="3907563"/>
          </a:xfrm>
        </p:grpSpPr>
        <p:sp>
          <p:nvSpPr>
            <p:cNvPr id="356" name="Google Shape;356;p34"/>
            <p:cNvSpPr/>
            <p:nvPr/>
          </p:nvSpPr>
          <p:spPr>
            <a:xfrm>
              <a:off x="335642" y="705013"/>
              <a:ext cx="354933"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4"/>
            <p:cNvSpPr/>
            <p:nvPr/>
          </p:nvSpPr>
          <p:spPr>
            <a:xfrm>
              <a:off x="821967" y="696438"/>
              <a:ext cx="354933"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4"/>
            <p:cNvSpPr/>
            <p:nvPr/>
          </p:nvSpPr>
          <p:spPr>
            <a:xfrm>
              <a:off x="335642" y="1017238"/>
              <a:ext cx="354933"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4"/>
            <p:cNvSpPr/>
            <p:nvPr/>
          </p:nvSpPr>
          <p:spPr>
            <a:xfrm>
              <a:off x="335642" y="1343950"/>
              <a:ext cx="354933"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4"/>
            <p:cNvSpPr/>
            <p:nvPr/>
          </p:nvSpPr>
          <p:spPr>
            <a:xfrm>
              <a:off x="335642" y="1670688"/>
              <a:ext cx="354933"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4"/>
            <p:cNvSpPr/>
            <p:nvPr/>
          </p:nvSpPr>
          <p:spPr>
            <a:xfrm>
              <a:off x="770496" y="1670688"/>
              <a:ext cx="45446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4"/>
            <p:cNvSpPr/>
            <p:nvPr/>
          </p:nvSpPr>
          <p:spPr>
            <a:xfrm>
              <a:off x="1304877" y="1670688"/>
              <a:ext cx="354933"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4"/>
            <p:cNvSpPr/>
            <p:nvPr/>
          </p:nvSpPr>
          <p:spPr>
            <a:xfrm>
              <a:off x="335642" y="1981263"/>
              <a:ext cx="327489"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4"/>
            <p:cNvSpPr/>
            <p:nvPr/>
          </p:nvSpPr>
          <p:spPr>
            <a:xfrm>
              <a:off x="335642" y="2324113"/>
              <a:ext cx="327489"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4"/>
            <p:cNvSpPr/>
            <p:nvPr/>
          </p:nvSpPr>
          <p:spPr>
            <a:xfrm>
              <a:off x="335642" y="2633038"/>
              <a:ext cx="327489"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4"/>
            <p:cNvSpPr/>
            <p:nvPr/>
          </p:nvSpPr>
          <p:spPr>
            <a:xfrm>
              <a:off x="335642" y="2941963"/>
              <a:ext cx="327489"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4"/>
            <p:cNvSpPr/>
            <p:nvPr/>
          </p:nvSpPr>
          <p:spPr>
            <a:xfrm>
              <a:off x="349364" y="3722938"/>
              <a:ext cx="327489"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4"/>
            <p:cNvSpPr/>
            <p:nvPr/>
          </p:nvSpPr>
          <p:spPr>
            <a:xfrm>
              <a:off x="770496" y="1981263"/>
              <a:ext cx="327489"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4"/>
            <p:cNvSpPr/>
            <p:nvPr/>
          </p:nvSpPr>
          <p:spPr>
            <a:xfrm>
              <a:off x="731557" y="2324113"/>
              <a:ext cx="327489"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4"/>
            <p:cNvSpPr/>
            <p:nvPr/>
          </p:nvSpPr>
          <p:spPr>
            <a:xfrm>
              <a:off x="770496" y="2633038"/>
              <a:ext cx="327489"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4"/>
            <p:cNvSpPr/>
            <p:nvPr/>
          </p:nvSpPr>
          <p:spPr>
            <a:xfrm>
              <a:off x="770496" y="2958925"/>
              <a:ext cx="327489"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4"/>
            <p:cNvSpPr/>
            <p:nvPr/>
          </p:nvSpPr>
          <p:spPr>
            <a:xfrm>
              <a:off x="770496" y="3284813"/>
              <a:ext cx="327489"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4"/>
            <p:cNvSpPr/>
            <p:nvPr/>
          </p:nvSpPr>
          <p:spPr>
            <a:xfrm>
              <a:off x="1174186" y="1981263"/>
              <a:ext cx="63339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4"/>
            <p:cNvSpPr/>
            <p:nvPr/>
          </p:nvSpPr>
          <p:spPr>
            <a:xfrm>
              <a:off x="1174186" y="2324113"/>
              <a:ext cx="88477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4"/>
            <p:cNvSpPr/>
            <p:nvPr/>
          </p:nvSpPr>
          <p:spPr>
            <a:xfrm>
              <a:off x="1205349" y="2633038"/>
              <a:ext cx="1030037"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4"/>
            <p:cNvSpPr/>
            <p:nvPr/>
          </p:nvSpPr>
          <p:spPr>
            <a:xfrm>
              <a:off x="1205349" y="2977538"/>
              <a:ext cx="1030037"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4"/>
            <p:cNvSpPr/>
            <p:nvPr/>
          </p:nvSpPr>
          <p:spPr>
            <a:xfrm>
              <a:off x="1205349" y="3284813"/>
              <a:ext cx="1030037"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4"/>
            <p:cNvSpPr/>
            <p:nvPr/>
          </p:nvSpPr>
          <p:spPr>
            <a:xfrm>
              <a:off x="1883777" y="1981263"/>
              <a:ext cx="57704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4"/>
            <p:cNvSpPr/>
            <p:nvPr/>
          </p:nvSpPr>
          <p:spPr>
            <a:xfrm>
              <a:off x="2174096" y="2307150"/>
              <a:ext cx="57704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4"/>
            <p:cNvSpPr/>
            <p:nvPr/>
          </p:nvSpPr>
          <p:spPr>
            <a:xfrm>
              <a:off x="2342750" y="2633063"/>
              <a:ext cx="354933"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4"/>
            <p:cNvSpPr/>
            <p:nvPr/>
          </p:nvSpPr>
          <p:spPr>
            <a:xfrm>
              <a:off x="2342750" y="3284863"/>
              <a:ext cx="354933"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4"/>
            <p:cNvSpPr/>
            <p:nvPr/>
          </p:nvSpPr>
          <p:spPr>
            <a:xfrm>
              <a:off x="349364" y="3962013"/>
              <a:ext cx="327489"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4"/>
            <p:cNvSpPr/>
            <p:nvPr/>
          </p:nvSpPr>
          <p:spPr>
            <a:xfrm>
              <a:off x="731557" y="4245513"/>
              <a:ext cx="327489"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4"/>
            <p:cNvSpPr/>
            <p:nvPr/>
          </p:nvSpPr>
          <p:spPr>
            <a:xfrm>
              <a:off x="1224956" y="4245513"/>
              <a:ext cx="524349"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4"/>
            <p:cNvSpPr/>
            <p:nvPr/>
          </p:nvSpPr>
          <p:spPr>
            <a:xfrm>
              <a:off x="1883777" y="4245513"/>
              <a:ext cx="661931"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4"/>
            <p:cNvSpPr/>
            <p:nvPr/>
          </p:nvSpPr>
          <p:spPr>
            <a:xfrm>
              <a:off x="2634075" y="4245513"/>
              <a:ext cx="241501"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4"/>
            <p:cNvSpPr/>
            <p:nvPr/>
          </p:nvSpPr>
          <p:spPr>
            <a:xfrm>
              <a:off x="731557" y="4454038"/>
              <a:ext cx="327489"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4"/>
            <p:cNvSpPr/>
            <p:nvPr/>
          </p:nvSpPr>
          <p:spPr>
            <a:xfrm>
              <a:off x="1224956" y="4454038"/>
              <a:ext cx="833909"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a:off x="2169156" y="4454038"/>
              <a:ext cx="354933"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a:off x="1250486" y="7083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4"/>
            <p:cNvSpPr/>
            <p:nvPr/>
          </p:nvSpPr>
          <p:spPr>
            <a:xfrm>
              <a:off x="821986" y="10172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4"/>
            <p:cNvSpPr/>
            <p:nvPr/>
          </p:nvSpPr>
          <p:spPr>
            <a:xfrm>
              <a:off x="1555286" y="10131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4"/>
            <p:cNvSpPr/>
            <p:nvPr/>
          </p:nvSpPr>
          <p:spPr>
            <a:xfrm>
              <a:off x="821979" y="13439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4"/>
            <p:cNvSpPr/>
            <p:nvPr/>
          </p:nvSpPr>
          <p:spPr>
            <a:xfrm>
              <a:off x="1739729" y="166862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4"/>
            <p:cNvSpPr/>
            <p:nvPr/>
          </p:nvSpPr>
          <p:spPr>
            <a:xfrm>
              <a:off x="2342754" y="29775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4"/>
            <p:cNvSpPr/>
            <p:nvPr/>
          </p:nvSpPr>
          <p:spPr>
            <a:xfrm>
              <a:off x="2537025" y="1981263"/>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4"/>
            <p:cNvSpPr/>
            <p:nvPr/>
          </p:nvSpPr>
          <p:spPr>
            <a:xfrm>
              <a:off x="2805050" y="2633038"/>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4"/>
            <p:cNvSpPr/>
            <p:nvPr/>
          </p:nvSpPr>
          <p:spPr>
            <a:xfrm>
              <a:off x="2634386" y="44561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4"/>
            <p:cNvSpPr/>
            <p:nvPr/>
          </p:nvSpPr>
          <p:spPr>
            <a:xfrm>
              <a:off x="770511" y="39365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4"/>
            <p:cNvSpPr/>
            <p:nvPr/>
          </p:nvSpPr>
          <p:spPr>
            <a:xfrm>
              <a:off x="770511" y="37064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34"/>
          <p:cNvSpPr txBox="1"/>
          <p:nvPr/>
        </p:nvSpPr>
        <p:spPr>
          <a:xfrm>
            <a:off x="7911475" y="1933200"/>
            <a:ext cx="519300" cy="87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a:t>
            </a:r>
            <a:r>
              <a:rPr lang="en">
                <a:solidFill>
                  <a:schemeClr val="accent4"/>
                </a:solidFill>
              </a:rPr>
              <a:t>of contents</a:t>
            </a:r>
            <a:endParaRPr>
              <a:solidFill>
                <a:schemeClr val="accent4"/>
              </a:solidFill>
            </a:endParaRPr>
          </a:p>
        </p:txBody>
      </p:sp>
      <p:sp>
        <p:nvSpPr>
          <p:cNvPr id="307" name="Google Shape;307;p33"/>
          <p:cNvSpPr txBox="1">
            <a:spLocks noGrp="1"/>
          </p:cNvSpPr>
          <p:nvPr>
            <p:ph type="subTitle" idx="1"/>
          </p:nvPr>
        </p:nvSpPr>
        <p:spPr>
          <a:xfrm>
            <a:off x="2472000" y="1832950"/>
            <a:ext cx="420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t>
            </a:r>
            <a:r>
              <a:rPr lang="en" dirty="0"/>
              <a:t>he  topic will  be  described here</a:t>
            </a:r>
            <a:endParaRPr dirty="0"/>
          </a:p>
        </p:txBody>
      </p:sp>
      <p:sp>
        <p:nvSpPr>
          <p:cNvPr id="308" name="Google Shape;308;p33"/>
          <p:cNvSpPr txBox="1">
            <a:spLocks noGrp="1"/>
          </p:cNvSpPr>
          <p:nvPr>
            <p:ph type="subTitle" idx="2"/>
          </p:nvPr>
        </p:nvSpPr>
        <p:spPr>
          <a:xfrm>
            <a:off x="3175501" y="2833427"/>
            <a:ext cx="420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t>
            </a:r>
            <a:r>
              <a:rPr lang="en" dirty="0"/>
              <a:t>he  types  will be  described  here</a:t>
            </a:r>
            <a:endParaRPr dirty="0"/>
          </a:p>
        </p:txBody>
      </p:sp>
      <p:sp>
        <p:nvSpPr>
          <p:cNvPr id="309" name="Google Shape;309;p33"/>
          <p:cNvSpPr txBox="1">
            <a:spLocks noGrp="1"/>
          </p:cNvSpPr>
          <p:nvPr>
            <p:ph type="subTitle" idx="3"/>
          </p:nvPr>
        </p:nvSpPr>
        <p:spPr>
          <a:xfrm>
            <a:off x="3504027" y="3834248"/>
            <a:ext cx="420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a:t>
            </a:r>
            <a:r>
              <a:rPr lang="en" dirty="0"/>
              <a:t>ere we will  describe the  benefits</a:t>
            </a:r>
            <a:endParaRPr dirty="0"/>
          </a:p>
        </p:txBody>
      </p:sp>
      <p:sp>
        <p:nvSpPr>
          <p:cNvPr id="310" name="Google Shape;310;p33"/>
          <p:cNvSpPr txBox="1">
            <a:spLocks noGrp="1"/>
          </p:cNvSpPr>
          <p:nvPr>
            <p:ph type="title" idx="4"/>
          </p:nvPr>
        </p:nvSpPr>
        <p:spPr>
          <a:xfrm>
            <a:off x="1869900" y="1470525"/>
            <a:ext cx="602100" cy="391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11" name="Google Shape;311;p33"/>
          <p:cNvSpPr txBox="1">
            <a:spLocks noGrp="1"/>
          </p:cNvSpPr>
          <p:nvPr>
            <p:ph type="title" idx="5"/>
          </p:nvPr>
        </p:nvSpPr>
        <p:spPr>
          <a:xfrm>
            <a:off x="2573400" y="2482425"/>
            <a:ext cx="602100" cy="391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12" name="Google Shape;312;p33"/>
          <p:cNvSpPr txBox="1">
            <a:spLocks noGrp="1"/>
          </p:cNvSpPr>
          <p:nvPr>
            <p:ph type="title" idx="6"/>
          </p:nvPr>
        </p:nvSpPr>
        <p:spPr>
          <a:xfrm>
            <a:off x="2891275" y="3494325"/>
            <a:ext cx="602100" cy="328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313" name="Google Shape;313;p33"/>
          <p:cNvSpPr txBox="1">
            <a:spLocks noGrp="1"/>
          </p:cNvSpPr>
          <p:nvPr>
            <p:ph type="subTitle" idx="7"/>
          </p:nvPr>
        </p:nvSpPr>
        <p:spPr>
          <a:xfrm>
            <a:off x="2472000" y="1470525"/>
            <a:ext cx="420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a:t>
            </a:r>
            <a:r>
              <a:rPr lang="en" dirty="0"/>
              <a:t>opic preview</a:t>
            </a:r>
            <a:endParaRPr dirty="0"/>
          </a:p>
        </p:txBody>
      </p:sp>
      <p:sp>
        <p:nvSpPr>
          <p:cNvPr id="314" name="Google Shape;314;p33"/>
          <p:cNvSpPr txBox="1">
            <a:spLocks noGrp="1"/>
          </p:cNvSpPr>
          <p:nvPr>
            <p:ph type="subTitle" idx="8"/>
          </p:nvPr>
        </p:nvSpPr>
        <p:spPr>
          <a:xfrm>
            <a:off x="3175500" y="2482425"/>
            <a:ext cx="420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a:t>
            </a:r>
            <a:r>
              <a:rPr lang="en" dirty="0"/>
              <a:t>ypes  </a:t>
            </a:r>
            <a:endParaRPr dirty="0"/>
          </a:p>
        </p:txBody>
      </p:sp>
      <p:sp>
        <p:nvSpPr>
          <p:cNvPr id="315" name="Google Shape;315;p33"/>
          <p:cNvSpPr txBox="1">
            <a:spLocks noGrp="1"/>
          </p:cNvSpPr>
          <p:nvPr>
            <p:ph type="subTitle" idx="9"/>
          </p:nvPr>
        </p:nvSpPr>
        <p:spPr>
          <a:xfrm>
            <a:off x="3504025" y="3494325"/>
            <a:ext cx="420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B</a:t>
            </a:r>
            <a:r>
              <a:rPr lang="en" dirty="0"/>
              <a:t>enefits  </a:t>
            </a:r>
            <a:endParaRPr dirty="0"/>
          </a:p>
        </p:txBody>
      </p:sp>
      <p:grpSp>
        <p:nvGrpSpPr>
          <p:cNvPr id="316" name="Google Shape;316;p33"/>
          <p:cNvGrpSpPr/>
          <p:nvPr/>
        </p:nvGrpSpPr>
        <p:grpSpPr>
          <a:xfrm>
            <a:off x="358925" y="1867675"/>
            <a:ext cx="2142175" cy="2736325"/>
            <a:chOff x="358925" y="1867675"/>
            <a:chExt cx="2142175" cy="2736325"/>
          </a:xfrm>
        </p:grpSpPr>
        <p:sp>
          <p:nvSpPr>
            <p:cNvPr id="317" name="Google Shape;317;p33"/>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3"/>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3"/>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3"/>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3"/>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3"/>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3"/>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3"/>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3"/>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3"/>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3"/>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3"/>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3"/>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3"/>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3"/>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3"/>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3"/>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3"/>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3"/>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5"/>
          <p:cNvSpPr txBox="1">
            <a:spLocks noGrp="1"/>
          </p:cNvSpPr>
          <p:nvPr>
            <p:ph type="title"/>
          </p:nvPr>
        </p:nvSpPr>
        <p:spPr>
          <a:xfrm>
            <a:off x="1535738" y="2266450"/>
            <a:ext cx="6635700" cy="120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a:t>
            </a:r>
            <a:r>
              <a:rPr lang="en" dirty="0"/>
              <a:t>opic  preview </a:t>
            </a:r>
            <a:endParaRPr dirty="0">
              <a:solidFill>
                <a:schemeClr val="accent4"/>
              </a:solidFill>
            </a:endParaRPr>
          </a:p>
        </p:txBody>
      </p:sp>
      <p:sp>
        <p:nvSpPr>
          <p:cNvPr id="407" name="Google Shape;407;p35"/>
          <p:cNvSpPr txBox="1">
            <a:spLocks noGrp="1"/>
          </p:cNvSpPr>
          <p:nvPr>
            <p:ph type="title" idx="2"/>
          </p:nvPr>
        </p:nvSpPr>
        <p:spPr>
          <a:xfrm>
            <a:off x="988113" y="1350550"/>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408" name="Google Shape;408;p35"/>
          <p:cNvSpPr txBox="1">
            <a:spLocks noGrp="1"/>
          </p:cNvSpPr>
          <p:nvPr>
            <p:ph type="subTitle" idx="1"/>
          </p:nvPr>
        </p:nvSpPr>
        <p:spPr>
          <a:xfrm>
            <a:off x="2080150" y="3468850"/>
            <a:ext cx="6043800" cy="28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&lt; </a:t>
            </a:r>
            <a:r>
              <a:rPr lang="en" dirty="0"/>
              <a:t>let’s discuss the  polymorphism </a:t>
            </a:r>
            <a:r>
              <a:rPr lang="en" sz="1400" dirty="0"/>
              <a:t>&gt;</a:t>
            </a:r>
            <a:endParaRPr dirty="0"/>
          </a:p>
        </p:txBody>
      </p:sp>
      <p:sp>
        <p:nvSpPr>
          <p:cNvPr id="409" name="Google Shape;409;p35"/>
          <p:cNvSpPr txBox="1"/>
          <p:nvPr/>
        </p:nvSpPr>
        <p:spPr>
          <a:xfrm>
            <a:off x="2195863" y="13735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2"/>
                </a:solidFill>
                <a:latin typeface="Comfortaa"/>
                <a:ea typeface="Comfortaa"/>
                <a:cs typeface="Comfortaa"/>
                <a:sym typeface="Comfortaa"/>
              </a:rPr>
              <a:t>{</a:t>
            </a:r>
            <a:endParaRPr sz="5000">
              <a:solidFill>
                <a:schemeClr val="accent2"/>
              </a:solidFill>
              <a:latin typeface="Comfortaa"/>
              <a:ea typeface="Comfortaa"/>
              <a:cs typeface="Comfortaa"/>
              <a:sym typeface="Comfortaa"/>
            </a:endParaRPr>
          </a:p>
        </p:txBody>
      </p:sp>
      <p:sp>
        <p:nvSpPr>
          <p:cNvPr id="410" name="Google Shape;410;p35"/>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411" name="Google Shape;411;p35"/>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
        <p:nvSpPr>
          <p:cNvPr id="412" name="Google Shape;412;p35"/>
          <p:cNvSpPr txBox="1"/>
          <p:nvPr/>
        </p:nvSpPr>
        <p:spPr>
          <a:xfrm>
            <a:off x="2640213" y="158817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5"/>
                </a:solidFill>
                <a:latin typeface="Fira Code"/>
                <a:ea typeface="Fira Code"/>
                <a:cs typeface="Fira Code"/>
                <a:sym typeface="Fira Code"/>
              </a:rPr>
              <a:t>..</a:t>
            </a:r>
            <a:endParaRPr sz="5000">
              <a:solidFill>
                <a:schemeClr val="accent5"/>
              </a:solidFill>
            </a:endParaRPr>
          </a:p>
        </p:txBody>
      </p:sp>
      <p:grpSp>
        <p:nvGrpSpPr>
          <p:cNvPr id="413" name="Google Shape;413;p35"/>
          <p:cNvGrpSpPr/>
          <p:nvPr/>
        </p:nvGrpSpPr>
        <p:grpSpPr>
          <a:xfrm>
            <a:off x="350039" y="3944000"/>
            <a:ext cx="2536147" cy="887325"/>
            <a:chOff x="880714" y="3731738"/>
            <a:chExt cx="2536147" cy="887325"/>
          </a:xfrm>
        </p:grpSpPr>
        <p:sp>
          <p:nvSpPr>
            <p:cNvPr id="414" name="Google Shape;414;p35"/>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a:t>
            </a:r>
            <a:r>
              <a:rPr lang="en" dirty="0"/>
              <a:t>hat is </a:t>
            </a:r>
            <a:r>
              <a:rPr lang="en" dirty="0">
                <a:solidFill>
                  <a:schemeClr val="lt2"/>
                </a:solidFill>
              </a:rPr>
              <a:t>Polymorphism</a:t>
            </a:r>
            <a:r>
              <a:rPr lang="en" dirty="0"/>
              <a:t> </a:t>
            </a:r>
            <a:r>
              <a:rPr lang="en" dirty="0">
                <a:solidFill>
                  <a:schemeClr val="lt2"/>
                </a:solidFill>
              </a:rPr>
              <a:t>?</a:t>
            </a:r>
            <a:endParaRPr dirty="0">
              <a:solidFill>
                <a:schemeClr val="lt2"/>
              </a:solidFill>
            </a:endParaRPr>
          </a:p>
        </p:txBody>
      </p:sp>
      <p:sp>
        <p:nvSpPr>
          <p:cNvPr id="433" name="Google Shape;433;p36"/>
          <p:cNvSpPr txBox="1">
            <a:spLocks noGrp="1"/>
          </p:cNvSpPr>
          <p:nvPr>
            <p:ph type="subTitle" idx="2"/>
          </p:nvPr>
        </p:nvSpPr>
        <p:spPr>
          <a:xfrm>
            <a:off x="1563221" y="1061114"/>
            <a:ext cx="6820054" cy="2899348"/>
          </a:xfrm>
          <a:prstGeom prst="rect">
            <a:avLst/>
          </a:prstGeom>
        </p:spPr>
        <p:txBody>
          <a:bodyPr spcFirstLastPara="1" wrap="square" lIns="91425" tIns="91425" rIns="91425" bIns="91425" anchor="t" anchorCtr="0">
            <a:noAutofit/>
          </a:bodyPr>
          <a:lstStyle/>
          <a:p>
            <a:pPr algn="just">
              <a:lnSpc>
                <a:spcPts val="4574"/>
              </a:lnSpc>
              <a:buFont typeface="Arial" panose="020B0604020202020204" pitchFamily="34" charset="0"/>
              <a:buChar char="•"/>
            </a:pPr>
            <a:r>
              <a:rPr lang="en-US" b="1" dirty="0"/>
              <a:t>Poly means many and morphism means shapes</a:t>
            </a:r>
          </a:p>
          <a:p>
            <a:pPr algn="just">
              <a:lnSpc>
                <a:spcPts val="4574"/>
              </a:lnSpc>
              <a:buFont typeface="Arial" panose="020B0604020202020204" pitchFamily="34" charset="0"/>
              <a:buChar char="•"/>
            </a:pPr>
            <a:r>
              <a:rPr lang="en-US" b="1" dirty="0"/>
              <a:t>Polymorphism</a:t>
            </a:r>
            <a:r>
              <a:rPr lang="en-US" dirty="0"/>
              <a:t> means one function or method can do different things depending on the object it is used with.</a:t>
            </a:r>
          </a:p>
          <a:p>
            <a:pPr algn="just">
              <a:lnSpc>
                <a:spcPts val="4574"/>
              </a:lnSpc>
              <a:buFont typeface="Arial" panose="020B0604020202020204" pitchFamily="34" charset="0"/>
              <a:buChar char="•"/>
            </a:pPr>
            <a:r>
              <a:rPr lang="en-US" dirty="0"/>
              <a:t> It helps in using the same name for different tasks, making the code simpler and more flexible.</a:t>
            </a:r>
            <a:endParaRPr lang="en-US" dirty="0">
              <a:sym typeface="KG Primary Penmanship"/>
            </a:endParaRP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5"/>
          <p:cNvSpPr txBox="1">
            <a:spLocks noGrp="1"/>
          </p:cNvSpPr>
          <p:nvPr>
            <p:ph type="title"/>
          </p:nvPr>
        </p:nvSpPr>
        <p:spPr>
          <a:xfrm>
            <a:off x="1535738" y="2266450"/>
            <a:ext cx="6635700" cy="120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Types </a:t>
            </a:r>
            <a:r>
              <a:rPr lang="en" dirty="0"/>
              <a:t> </a:t>
            </a:r>
            <a:endParaRPr dirty="0">
              <a:solidFill>
                <a:schemeClr val="accent4"/>
              </a:solidFill>
            </a:endParaRPr>
          </a:p>
        </p:txBody>
      </p:sp>
      <p:sp>
        <p:nvSpPr>
          <p:cNvPr id="407" name="Google Shape;407;p35"/>
          <p:cNvSpPr txBox="1">
            <a:spLocks noGrp="1"/>
          </p:cNvSpPr>
          <p:nvPr>
            <p:ph type="title" idx="2"/>
          </p:nvPr>
        </p:nvSpPr>
        <p:spPr>
          <a:xfrm>
            <a:off x="988113" y="1350550"/>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408" name="Google Shape;408;p35"/>
          <p:cNvSpPr txBox="1">
            <a:spLocks noGrp="1"/>
          </p:cNvSpPr>
          <p:nvPr>
            <p:ph type="subTitle" idx="1"/>
          </p:nvPr>
        </p:nvSpPr>
        <p:spPr>
          <a:xfrm>
            <a:off x="2080150" y="3468850"/>
            <a:ext cx="6043800" cy="28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&lt; </a:t>
            </a:r>
            <a:r>
              <a:rPr lang="en" dirty="0"/>
              <a:t>let’s discuss the  types </a:t>
            </a:r>
            <a:r>
              <a:rPr lang="en" sz="1400" dirty="0"/>
              <a:t>&gt;</a:t>
            </a:r>
            <a:endParaRPr dirty="0"/>
          </a:p>
        </p:txBody>
      </p:sp>
      <p:sp>
        <p:nvSpPr>
          <p:cNvPr id="409" name="Google Shape;409;p35"/>
          <p:cNvSpPr txBox="1"/>
          <p:nvPr/>
        </p:nvSpPr>
        <p:spPr>
          <a:xfrm>
            <a:off x="2195863" y="13735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2"/>
                </a:solidFill>
                <a:latin typeface="Comfortaa"/>
                <a:ea typeface="Comfortaa"/>
                <a:cs typeface="Comfortaa"/>
                <a:sym typeface="Comfortaa"/>
              </a:rPr>
              <a:t>{</a:t>
            </a:r>
            <a:endParaRPr sz="5000">
              <a:solidFill>
                <a:schemeClr val="accent2"/>
              </a:solidFill>
              <a:latin typeface="Comfortaa"/>
              <a:ea typeface="Comfortaa"/>
              <a:cs typeface="Comfortaa"/>
              <a:sym typeface="Comfortaa"/>
            </a:endParaRPr>
          </a:p>
        </p:txBody>
      </p:sp>
      <p:sp>
        <p:nvSpPr>
          <p:cNvPr id="410" name="Google Shape;410;p35"/>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411" name="Google Shape;411;p35"/>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
        <p:nvSpPr>
          <p:cNvPr id="412" name="Google Shape;412;p35"/>
          <p:cNvSpPr txBox="1"/>
          <p:nvPr/>
        </p:nvSpPr>
        <p:spPr>
          <a:xfrm>
            <a:off x="2640213" y="158817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5"/>
                </a:solidFill>
                <a:latin typeface="Fira Code"/>
                <a:ea typeface="Fira Code"/>
                <a:cs typeface="Fira Code"/>
                <a:sym typeface="Fira Code"/>
              </a:rPr>
              <a:t>..</a:t>
            </a:r>
            <a:endParaRPr sz="5000">
              <a:solidFill>
                <a:schemeClr val="accent5"/>
              </a:solidFill>
            </a:endParaRPr>
          </a:p>
        </p:txBody>
      </p:sp>
      <p:grpSp>
        <p:nvGrpSpPr>
          <p:cNvPr id="413" name="Google Shape;413;p35"/>
          <p:cNvGrpSpPr/>
          <p:nvPr/>
        </p:nvGrpSpPr>
        <p:grpSpPr>
          <a:xfrm>
            <a:off x="350039" y="3944000"/>
            <a:ext cx="2536147" cy="887325"/>
            <a:chOff x="880714" y="3731738"/>
            <a:chExt cx="2536147" cy="887325"/>
          </a:xfrm>
        </p:grpSpPr>
        <p:sp>
          <p:nvSpPr>
            <p:cNvPr id="414" name="Google Shape;414;p35"/>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92516648"/>
      </p:ext>
    </p:extLst>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Here are </a:t>
            </a:r>
            <a:r>
              <a:rPr lang="en" dirty="0">
                <a:solidFill>
                  <a:schemeClr val="accent3"/>
                </a:solidFill>
              </a:rPr>
              <a:t>two  types</a:t>
            </a:r>
            <a:endParaRPr dirty="0">
              <a:solidFill>
                <a:schemeClr val="accent3"/>
              </a:solidFill>
            </a:endParaRPr>
          </a:p>
        </p:txBody>
      </p:sp>
      <p:sp>
        <p:nvSpPr>
          <p:cNvPr id="593" name="Google Shape;593;p41"/>
          <p:cNvSpPr txBox="1">
            <a:spLocks noGrp="1"/>
          </p:cNvSpPr>
          <p:nvPr>
            <p:ph type="subTitle" idx="5"/>
          </p:nvPr>
        </p:nvSpPr>
        <p:spPr>
          <a:xfrm>
            <a:off x="2399703" y="2107286"/>
            <a:ext cx="4691978" cy="73335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000" dirty="0"/>
              <a:t>Static polymorphism</a:t>
            </a:r>
            <a:r>
              <a:rPr lang="en" sz="4000" dirty="0"/>
              <a:t> </a:t>
            </a:r>
            <a:endParaRPr sz="4000" dirty="0"/>
          </a:p>
        </p:txBody>
      </p:sp>
      <p:sp>
        <p:nvSpPr>
          <p:cNvPr id="595" name="Google Shape;595;p41"/>
          <p:cNvSpPr txBox="1">
            <a:spLocks noGrp="1"/>
          </p:cNvSpPr>
          <p:nvPr>
            <p:ph type="subTitle" idx="7"/>
          </p:nvPr>
        </p:nvSpPr>
        <p:spPr>
          <a:xfrm>
            <a:off x="5273410" y="4037121"/>
            <a:ext cx="387059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000" dirty="0"/>
              <a:t>Dynamic polymorphism</a:t>
            </a:r>
            <a:endParaRPr sz="4000" dirty="0"/>
          </a:p>
        </p:txBody>
      </p:sp>
      <p:grpSp>
        <p:nvGrpSpPr>
          <p:cNvPr id="597" name="Google Shape;597;p41"/>
          <p:cNvGrpSpPr/>
          <p:nvPr/>
        </p:nvGrpSpPr>
        <p:grpSpPr>
          <a:xfrm>
            <a:off x="394008" y="1479426"/>
            <a:ext cx="2041216" cy="2884728"/>
            <a:chOff x="719992" y="1135488"/>
            <a:chExt cx="2415354" cy="3413475"/>
          </a:xfrm>
        </p:grpSpPr>
        <p:sp>
          <p:nvSpPr>
            <p:cNvPr id="598" name="Google Shape;598;p41"/>
            <p:cNvSpPr/>
            <p:nvPr/>
          </p:nvSpPr>
          <p:spPr>
            <a:xfrm>
              <a:off x="719992" y="1144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1"/>
            <p:cNvSpPr/>
            <p:nvPr/>
          </p:nvSpPr>
          <p:spPr>
            <a:xfrm>
              <a:off x="1206317" y="113548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1"/>
            <p:cNvSpPr/>
            <p:nvPr/>
          </p:nvSpPr>
          <p:spPr>
            <a:xfrm>
              <a:off x="719992" y="14562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1"/>
            <p:cNvSpPr/>
            <p:nvPr/>
          </p:nvSpPr>
          <p:spPr>
            <a:xfrm>
              <a:off x="719992" y="178300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1"/>
            <p:cNvSpPr/>
            <p:nvPr/>
          </p:nvSpPr>
          <p:spPr>
            <a:xfrm>
              <a:off x="719992" y="210973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1"/>
            <p:cNvSpPr/>
            <p:nvPr/>
          </p:nvSpPr>
          <p:spPr>
            <a:xfrm>
              <a:off x="1154846" y="210973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1"/>
            <p:cNvSpPr/>
            <p:nvPr/>
          </p:nvSpPr>
          <p:spPr>
            <a:xfrm>
              <a:off x="1689227" y="21097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1"/>
            <p:cNvSpPr/>
            <p:nvPr/>
          </p:nvSpPr>
          <p:spPr>
            <a:xfrm>
              <a:off x="719992" y="242031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1"/>
            <p:cNvSpPr/>
            <p:nvPr/>
          </p:nvSpPr>
          <p:spPr>
            <a:xfrm>
              <a:off x="719992" y="276316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1"/>
            <p:cNvSpPr/>
            <p:nvPr/>
          </p:nvSpPr>
          <p:spPr>
            <a:xfrm>
              <a:off x="719992" y="30720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1"/>
            <p:cNvSpPr/>
            <p:nvPr/>
          </p:nvSpPr>
          <p:spPr>
            <a:xfrm>
              <a:off x="719992" y="338101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1"/>
            <p:cNvSpPr/>
            <p:nvPr/>
          </p:nvSpPr>
          <p:spPr>
            <a:xfrm>
              <a:off x="733714" y="41619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1"/>
            <p:cNvSpPr/>
            <p:nvPr/>
          </p:nvSpPr>
          <p:spPr>
            <a:xfrm>
              <a:off x="1154846" y="242031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1"/>
            <p:cNvSpPr/>
            <p:nvPr/>
          </p:nvSpPr>
          <p:spPr>
            <a:xfrm>
              <a:off x="1115907" y="276316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1"/>
            <p:cNvSpPr/>
            <p:nvPr/>
          </p:nvSpPr>
          <p:spPr>
            <a:xfrm>
              <a:off x="1154846" y="30720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1"/>
            <p:cNvSpPr/>
            <p:nvPr/>
          </p:nvSpPr>
          <p:spPr>
            <a:xfrm>
              <a:off x="1154846" y="339797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1"/>
            <p:cNvSpPr/>
            <p:nvPr/>
          </p:nvSpPr>
          <p:spPr>
            <a:xfrm>
              <a:off x="1154846" y="372386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1558536" y="242031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1558536" y="276316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1"/>
            <p:cNvSpPr/>
            <p:nvPr/>
          </p:nvSpPr>
          <p:spPr>
            <a:xfrm>
              <a:off x="1589699" y="307208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1589699" y="341658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1"/>
            <p:cNvSpPr/>
            <p:nvPr/>
          </p:nvSpPr>
          <p:spPr>
            <a:xfrm>
              <a:off x="1589699" y="372386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1"/>
            <p:cNvSpPr/>
            <p:nvPr/>
          </p:nvSpPr>
          <p:spPr>
            <a:xfrm>
              <a:off x="2268127" y="242031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p:nvPr/>
          </p:nvSpPr>
          <p:spPr>
            <a:xfrm>
              <a:off x="2558446" y="274620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1"/>
            <p:cNvSpPr/>
            <p:nvPr/>
          </p:nvSpPr>
          <p:spPr>
            <a:xfrm>
              <a:off x="2727100" y="30721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1"/>
            <p:cNvSpPr/>
            <p:nvPr/>
          </p:nvSpPr>
          <p:spPr>
            <a:xfrm>
              <a:off x="2727100" y="372391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1"/>
            <p:cNvSpPr/>
            <p:nvPr/>
          </p:nvSpPr>
          <p:spPr>
            <a:xfrm>
              <a:off x="733714" y="4401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1"/>
            <p:cNvSpPr/>
            <p:nvPr/>
          </p:nvSpPr>
          <p:spPr>
            <a:xfrm>
              <a:off x="1634836" y="11473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1"/>
            <p:cNvSpPr/>
            <p:nvPr/>
          </p:nvSpPr>
          <p:spPr>
            <a:xfrm>
              <a:off x="1206336" y="145631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1"/>
            <p:cNvSpPr/>
            <p:nvPr/>
          </p:nvSpPr>
          <p:spPr>
            <a:xfrm>
              <a:off x="1939636" y="14521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1"/>
            <p:cNvSpPr/>
            <p:nvPr/>
          </p:nvSpPr>
          <p:spPr>
            <a:xfrm>
              <a:off x="1206329" y="17830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1"/>
            <p:cNvSpPr/>
            <p:nvPr/>
          </p:nvSpPr>
          <p:spPr>
            <a:xfrm>
              <a:off x="2124079" y="210767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1"/>
            <p:cNvSpPr/>
            <p:nvPr/>
          </p:nvSpPr>
          <p:spPr>
            <a:xfrm>
              <a:off x="2727104" y="34165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1"/>
            <p:cNvSpPr/>
            <p:nvPr/>
          </p:nvSpPr>
          <p:spPr>
            <a:xfrm>
              <a:off x="1154861" y="43756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1"/>
            <p:cNvSpPr/>
            <p:nvPr/>
          </p:nvSpPr>
          <p:spPr>
            <a:xfrm>
              <a:off x="1154861" y="41455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Static</a:t>
            </a:r>
            <a:r>
              <a:rPr lang="en" dirty="0"/>
              <a:t> </a:t>
            </a:r>
            <a:r>
              <a:rPr lang="en" dirty="0">
                <a:solidFill>
                  <a:schemeClr val="accent4"/>
                </a:solidFill>
              </a:rPr>
              <a:t>polymorphism  !</a:t>
            </a:r>
            <a:endParaRPr dirty="0">
              <a:solidFill>
                <a:schemeClr val="accent4"/>
              </a:solidFill>
            </a:endParaRPr>
          </a:p>
        </p:txBody>
      </p:sp>
      <p:sp>
        <p:nvSpPr>
          <p:cNvPr id="455" name="Google Shape;455;p37"/>
          <p:cNvSpPr txBox="1">
            <a:spLocks noGrp="1"/>
          </p:cNvSpPr>
          <p:nvPr>
            <p:ph type="subTitle" idx="1"/>
          </p:nvPr>
        </p:nvSpPr>
        <p:spPr>
          <a:xfrm>
            <a:off x="3465225" y="1529000"/>
            <a:ext cx="4965600" cy="3075000"/>
          </a:xfrm>
          <a:prstGeom prst="rect">
            <a:avLst/>
          </a:prstGeom>
        </p:spPr>
        <p:txBody>
          <a:bodyPr spcFirstLastPara="1" wrap="square" lIns="91425" tIns="91425" rIns="91425" bIns="91425" anchor="t" anchorCtr="0">
            <a:noAutofit/>
          </a:bodyPr>
          <a:lstStyle/>
          <a:p>
            <a:pPr marL="285750" indent="-285750">
              <a:buSzPts val="1100"/>
            </a:pPr>
            <a:r>
              <a:rPr lang="en-US" dirty="0"/>
              <a:t>Static polymorphism is compile time polymorphism, </a:t>
            </a:r>
            <a:r>
              <a:rPr lang="en-US" dirty="0">
                <a:sym typeface="KG Primary Penmanship"/>
              </a:rPr>
              <a:t>Happens when the program is compiled and it is achieved through method overloading </a:t>
            </a:r>
          </a:p>
          <a:p>
            <a:pPr marL="285750" indent="-285750">
              <a:buSzPts val="1100"/>
            </a:pPr>
            <a:endParaRPr lang="en-US" dirty="0"/>
          </a:p>
          <a:p>
            <a:pPr marL="285750" indent="-285750">
              <a:buSzPts val="1100"/>
            </a:pPr>
            <a:endParaRPr lang="en-US" dirty="0"/>
          </a:p>
          <a:p>
            <a:pPr marL="285750" indent="-285750">
              <a:buSzPts val="1100"/>
            </a:pPr>
            <a:r>
              <a:rPr lang="en-US" dirty="0">
                <a:sym typeface="KG Primary Penmanship"/>
              </a:rPr>
              <a:t>Static polymorphism </a:t>
            </a:r>
            <a:r>
              <a:rPr lang="en-US" dirty="0"/>
              <a:t>means </a:t>
            </a:r>
            <a:r>
              <a:rPr lang="en-US" b="1" dirty="0"/>
              <a:t>defining multiple functions with the same name</a:t>
            </a:r>
            <a:r>
              <a:rPr lang="en-US" dirty="0"/>
              <a:t> but with </a:t>
            </a:r>
            <a:r>
              <a:rPr lang="en-US" b="1" dirty="0"/>
              <a:t>different parameters</a:t>
            </a:r>
            <a:r>
              <a:rPr lang="en-US" dirty="0"/>
              <a:t> (type or number). The compiler decides which function to call based on the arguments passed — this decision happens at </a:t>
            </a:r>
            <a:r>
              <a:rPr lang="en-US" b="1" dirty="0"/>
              <a:t>compile time</a:t>
            </a:r>
            <a:r>
              <a:rPr lang="en-US" dirty="0"/>
              <a:t>.</a:t>
            </a:r>
          </a:p>
          <a:p>
            <a:pPr marL="285750" indent="-285750">
              <a:buSzPts val="1100"/>
            </a:pPr>
            <a:endParaRPr lang="en-US" dirty="0"/>
          </a:p>
          <a:p>
            <a:pPr marL="0" lvl="0" indent="0">
              <a:buSzPts val="1100"/>
              <a:buNone/>
            </a:pPr>
            <a:endParaRPr dirty="0"/>
          </a:p>
        </p:txBody>
      </p:sp>
      <p:grpSp>
        <p:nvGrpSpPr>
          <p:cNvPr id="456" name="Google Shape;456;p37"/>
          <p:cNvGrpSpPr/>
          <p:nvPr/>
        </p:nvGrpSpPr>
        <p:grpSpPr>
          <a:xfrm>
            <a:off x="321967" y="1337250"/>
            <a:ext cx="2415354" cy="3413475"/>
            <a:chOff x="719992" y="1135488"/>
            <a:chExt cx="2415354" cy="3413475"/>
          </a:xfrm>
        </p:grpSpPr>
        <p:sp>
          <p:nvSpPr>
            <p:cNvPr id="457" name="Google Shape;457;p37"/>
            <p:cNvSpPr/>
            <p:nvPr/>
          </p:nvSpPr>
          <p:spPr>
            <a:xfrm>
              <a:off x="719992" y="1144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1206317" y="113548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719992" y="14562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719992" y="178300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719992" y="210973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1154846" y="210973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1689227" y="21097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719992" y="242031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719992" y="276316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719992" y="30720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719992" y="338101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733714" y="41619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1154846" y="242031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1115907" y="276316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1154846" y="30720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1154846" y="339797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1154846" y="372386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1558536" y="242031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1558536" y="276316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1589699" y="307208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1589699" y="341658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1589699" y="372386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2268127" y="242031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2558446" y="274620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2727100" y="30721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2727100" y="372391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733714" y="4401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1634836" y="11473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1206336" y="145631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1939636" y="14521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1206329" y="17830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2124079" y="210767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2727104" y="34165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1154861" y="43756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1154861" y="41455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2" name="Google Shape;492;p37"/>
          <p:cNvSpPr txBox="1"/>
          <p:nvPr/>
        </p:nvSpPr>
        <p:spPr>
          <a:xfrm>
            <a:off x="8277725" y="1337250"/>
            <a:ext cx="5193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600">
                <a:solidFill>
                  <a:schemeClr val="accent1"/>
                </a:solidFill>
                <a:latin typeface="Comfortaa"/>
                <a:ea typeface="Comfortaa"/>
                <a:cs typeface="Comfortaa"/>
                <a:sym typeface="Comfortaa"/>
              </a:rPr>
              <a:t>*</a:t>
            </a:r>
            <a:endParaRPr sz="9600">
              <a:solidFill>
                <a:schemeClr val="accent1"/>
              </a:solidFill>
              <a:latin typeface="Comfortaa"/>
              <a:ea typeface="Comfortaa"/>
              <a:cs typeface="Comfortaa"/>
              <a:sym typeface="Comfortaa"/>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6" name="Google Shape;1046;p54"/>
          <p:cNvSpPr txBox="1">
            <a:spLocks noGrp="1"/>
          </p:cNvSpPr>
          <p:nvPr>
            <p:ph type="title"/>
          </p:nvPr>
        </p:nvSpPr>
        <p:spPr>
          <a:xfrm>
            <a:off x="713225" y="1402850"/>
            <a:ext cx="3406712"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Static </a:t>
            </a:r>
            <a:r>
              <a:rPr lang="en" dirty="0"/>
              <a:t> </a:t>
            </a:r>
            <a:r>
              <a:rPr lang="en" dirty="0">
                <a:solidFill>
                  <a:schemeClr val="accent4"/>
                </a:solidFill>
              </a:rPr>
              <a:t>polymorphism  </a:t>
            </a:r>
            <a:endParaRPr dirty="0">
              <a:solidFill>
                <a:schemeClr val="accent4"/>
              </a:solidFill>
            </a:endParaRPr>
          </a:p>
        </p:txBody>
      </p:sp>
      <p:grpSp>
        <p:nvGrpSpPr>
          <p:cNvPr id="1048" name="Google Shape;1048;p54"/>
          <p:cNvGrpSpPr/>
          <p:nvPr/>
        </p:nvGrpSpPr>
        <p:grpSpPr>
          <a:xfrm>
            <a:off x="8389787" y="179931"/>
            <a:ext cx="486393" cy="125690"/>
            <a:chOff x="-890300" y="1406550"/>
            <a:chExt cx="806088" cy="208200"/>
          </a:xfrm>
        </p:grpSpPr>
        <p:sp>
          <p:nvSpPr>
            <p:cNvPr id="1049" name="Google Shape;1049;p5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5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2" name="Google Shape;1052;p54"/>
          <p:cNvSpPr txBox="1"/>
          <p:nvPr/>
        </p:nvSpPr>
        <p:spPr>
          <a:xfrm>
            <a:off x="204125" y="1101675"/>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1"/>
                </a:solidFill>
                <a:latin typeface="Comfortaa"/>
                <a:ea typeface="Comfortaa"/>
                <a:cs typeface="Comfortaa"/>
                <a:sym typeface="Comfortaa"/>
              </a:rPr>
              <a:t>{</a:t>
            </a:r>
            <a:endParaRPr sz="5000">
              <a:solidFill>
                <a:schemeClr val="accent1"/>
              </a:solidFill>
              <a:latin typeface="Comfortaa"/>
              <a:ea typeface="Comfortaa"/>
              <a:cs typeface="Comfortaa"/>
              <a:sym typeface="Comfortaa"/>
            </a:endParaRPr>
          </a:p>
        </p:txBody>
      </p:sp>
      <p:sp>
        <p:nvSpPr>
          <p:cNvPr id="1053" name="Google Shape;1053;p54"/>
          <p:cNvSpPr txBox="1"/>
          <p:nvPr/>
        </p:nvSpPr>
        <p:spPr>
          <a:xfrm>
            <a:off x="8588000" y="400192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1054" name="Google Shape;1054;p54"/>
          <p:cNvSpPr txBox="1"/>
          <p:nvPr/>
        </p:nvSpPr>
        <p:spPr>
          <a:xfrm>
            <a:off x="2847375" y="4108415"/>
            <a:ext cx="1447500" cy="5463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grpSp>
        <p:nvGrpSpPr>
          <p:cNvPr id="1055" name="Google Shape;1055;p54"/>
          <p:cNvGrpSpPr/>
          <p:nvPr/>
        </p:nvGrpSpPr>
        <p:grpSpPr>
          <a:xfrm>
            <a:off x="350039" y="3944000"/>
            <a:ext cx="2536147" cy="887325"/>
            <a:chOff x="880714" y="3731738"/>
            <a:chExt cx="2536147" cy="887325"/>
          </a:xfrm>
        </p:grpSpPr>
        <p:sp>
          <p:nvSpPr>
            <p:cNvPr id="1056" name="Google Shape;1056;p54"/>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54"/>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4"/>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4"/>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54"/>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4"/>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4"/>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4"/>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4"/>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4"/>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4"/>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4"/>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4"/>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 name="Picture 30"/>
          <p:cNvPicPr/>
          <p:nvPr/>
        </p:nvPicPr>
        <p:blipFill>
          <a:blip r:embed="rId3">
            <a:extLst>
              <a:ext uri="{28A0092B-C50C-407E-A947-70E740481C1C}">
                <a14:useLocalDpi xmlns:a14="http://schemas.microsoft.com/office/drawing/2010/main" val="0"/>
              </a:ext>
            </a:extLst>
          </a:blip>
          <a:stretch>
            <a:fillRect/>
          </a:stretch>
        </p:blipFill>
        <p:spPr>
          <a:xfrm>
            <a:off x="4333795" y="441512"/>
            <a:ext cx="4305300" cy="4105275"/>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0"/>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Dynamic</a:t>
            </a:r>
            <a:r>
              <a:rPr lang="en" dirty="0"/>
              <a:t> </a:t>
            </a:r>
            <a:r>
              <a:rPr lang="en" dirty="0">
                <a:solidFill>
                  <a:schemeClr val="accent4"/>
                </a:solidFill>
              </a:rPr>
              <a:t>polmorphism   </a:t>
            </a:r>
            <a:endParaRPr dirty="0">
              <a:solidFill>
                <a:schemeClr val="lt2"/>
              </a:solidFill>
            </a:endParaRPr>
          </a:p>
        </p:txBody>
      </p:sp>
      <p:grpSp>
        <p:nvGrpSpPr>
          <p:cNvPr id="550" name="Google Shape;550;p40"/>
          <p:cNvGrpSpPr/>
          <p:nvPr/>
        </p:nvGrpSpPr>
        <p:grpSpPr>
          <a:xfrm>
            <a:off x="542297" y="1549414"/>
            <a:ext cx="2391310" cy="3054560"/>
            <a:chOff x="358925" y="1867675"/>
            <a:chExt cx="2142175" cy="2736325"/>
          </a:xfrm>
        </p:grpSpPr>
        <p:sp>
          <p:nvSpPr>
            <p:cNvPr id="551" name="Google Shape;551;p40"/>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0"/>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0"/>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0"/>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0"/>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0"/>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0"/>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0"/>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0"/>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0"/>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0"/>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0"/>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0"/>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0"/>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0"/>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0"/>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0"/>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0"/>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0"/>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0"/>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0"/>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0"/>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0"/>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0"/>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0"/>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0"/>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0"/>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0"/>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0"/>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0"/>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0"/>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2" name="Google Shape;582;p40"/>
          <p:cNvSpPr txBox="1">
            <a:spLocks noGrp="1"/>
          </p:cNvSpPr>
          <p:nvPr>
            <p:ph type="subTitle" idx="1"/>
          </p:nvPr>
        </p:nvSpPr>
        <p:spPr>
          <a:xfrm>
            <a:off x="3465225" y="1529000"/>
            <a:ext cx="4965600" cy="3075000"/>
          </a:xfrm>
          <a:prstGeom prst="rect">
            <a:avLst/>
          </a:prstGeom>
        </p:spPr>
        <p:txBody>
          <a:bodyPr spcFirstLastPara="1" wrap="square" lIns="91425" tIns="91425" rIns="91425" bIns="91425" anchor="t" anchorCtr="0">
            <a:noAutofit/>
          </a:bodyPr>
          <a:lstStyle/>
          <a:p>
            <a:r>
              <a:rPr lang="en-US" dirty="0"/>
              <a:t>Dynamic polymorphism  is called runtime polymorphism, </a:t>
            </a:r>
            <a:r>
              <a:rPr lang="en-US" dirty="0">
                <a:sym typeface="KG Primary Penmanship"/>
              </a:rPr>
              <a:t>Happens when the program is running and it is achieved through method overriding </a:t>
            </a:r>
            <a:endParaRPr lang="en-US" dirty="0"/>
          </a:p>
          <a:p>
            <a:r>
              <a:rPr lang="en-US" dirty="0"/>
              <a:t>Dynamic polymorphism in Java happens when a </a:t>
            </a:r>
            <a:r>
              <a:rPr lang="en-US" b="1" dirty="0"/>
              <a:t>child class writes its own version</a:t>
            </a:r>
            <a:r>
              <a:rPr lang="en-US" dirty="0"/>
              <a:t> of a method that already exists in the </a:t>
            </a:r>
            <a:r>
              <a:rPr lang="en-US" b="1" dirty="0"/>
              <a:t>parent class</a:t>
            </a:r>
            <a:r>
              <a:rPr lang="en-US" dirty="0"/>
              <a:t>.</a:t>
            </a:r>
          </a:p>
          <a:p>
            <a:r>
              <a:rPr lang="en-US" dirty="0"/>
              <a:t>The method in the child class must have the </a:t>
            </a:r>
            <a:r>
              <a:rPr lang="en-US" b="1" dirty="0"/>
              <a:t>same name, same parameters, and same return type</a:t>
            </a:r>
            <a:r>
              <a:rPr lang="en-US" dirty="0"/>
              <a:t> as in the parent class.</a:t>
            </a:r>
          </a:p>
          <a:p>
            <a:pPr marL="457200" lvl="0" indent="0" algn="l" rtl="0">
              <a:spcBef>
                <a:spcPts val="0"/>
              </a:spcBef>
              <a:spcAft>
                <a:spcPts val="0"/>
              </a:spcAft>
              <a:buNone/>
            </a:pPr>
            <a:endParaRPr lang="en" dirty="0"/>
          </a:p>
          <a:p>
            <a:pPr marL="457200" lvl="0" indent="0" algn="l" rtl="0">
              <a:spcBef>
                <a:spcPts val="0"/>
              </a:spcBef>
              <a:spcAft>
                <a:spcPts val="0"/>
              </a:spcAft>
              <a:buNone/>
            </a:pPr>
            <a:endParaRPr dirty="0"/>
          </a:p>
        </p:txBody>
      </p:sp>
      <p:sp>
        <p:nvSpPr>
          <p:cNvPr id="583" name="Google Shape;583;p40"/>
          <p:cNvSpPr txBox="1"/>
          <p:nvPr/>
        </p:nvSpPr>
        <p:spPr>
          <a:xfrm>
            <a:off x="8171125" y="3975575"/>
            <a:ext cx="5193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600">
                <a:solidFill>
                  <a:schemeClr val="accent1"/>
                </a:solidFill>
                <a:latin typeface="Comfortaa"/>
                <a:ea typeface="Comfortaa"/>
                <a:cs typeface="Comfortaa"/>
                <a:sym typeface="Comfortaa"/>
              </a:rPr>
              <a:t>*</a:t>
            </a:r>
            <a:endParaRPr sz="9600">
              <a:solidFill>
                <a:schemeClr val="accent1"/>
              </a:solidFill>
              <a:latin typeface="Comfortaa"/>
              <a:ea typeface="Comfortaa"/>
              <a:cs typeface="Comfortaa"/>
              <a:sym typeface="Comfortaa"/>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7" name="Google Shape;1077;p55"/>
          <p:cNvSpPr txBox="1">
            <a:spLocks noGrp="1"/>
          </p:cNvSpPr>
          <p:nvPr>
            <p:ph type="title"/>
          </p:nvPr>
        </p:nvSpPr>
        <p:spPr>
          <a:xfrm>
            <a:off x="5162400" y="1451767"/>
            <a:ext cx="3853050" cy="1060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Dynamic  </a:t>
            </a:r>
            <a:r>
              <a:rPr lang="en" dirty="0">
                <a:solidFill>
                  <a:schemeClr val="accent4"/>
                </a:solidFill>
              </a:rPr>
              <a:t>polymorphism  </a:t>
            </a:r>
            <a:endParaRPr dirty="0">
              <a:solidFill>
                <a:schemeClr val="accent4"/>
              </a:solidFill>
            </a:endParaRPr>
          </a:p>
        </p:txBody>
      </p:sp>
      <p:grpSp>
        <p:nvGrpSpPr>
          <p:cNvPr id="1079" name="Google Shape;1079;p55"/>
          <p:cNvGrpSpPr/>
          <p:nvPr/>
        </p:nvGrpSpPr>
        <p:grpSpPr>
          <a:xfrm>
            <a:off x="713237" y="251356"/>
            <a:ext cx="486393" cy="125690"/>
            <a:chOff x="-890300" y="1406550"/>
            <a:chExt cx="806088" cy="208200"/>
          </a:xfrm>
        </p:grpSpPr>
        <p:sp>
          <p:nvSpPr>
            <p:cNvPr id="1080" name="Google Shape;1080;p5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3" name="Google Shape;1083;p55"/>
          <p:cNvSpPr txBox="1"/>
          <p:nvPr/>
        </p:nvSpPr>
        <p:spPr>
          <a:xfrm>
            <a:off x="5322200" y="15012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1084" name="Google Shape;1084;p55"/>
          <p:cNvSpPr txBox="1"/>
          <p:nvPr/>
        </p:nvSpPr>
        <p:spPr>
          <a:xfrm>
            <a:off x="8496150" y="372637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a:solidFill>
                  <a:schemeClr val="accent4"/>
                </a:solidFill>
                <a:latin typeface="Comfortaa"/>
                <a:ea typeface="Comfortaa"/>
                <a:cs typeface="Comfortaa"/>
                <a:sym typeface="Comfortaa"/>
              </a:rPr>
              <a:t>}</a:t>
            </a:r>
            <a:endParaRPr sz="5000">
              <a:solidFill>
                <a:schemeClr val="accent4"/>
              </a:solidFill>
              <a:latin typeface="Comfortaa"/>
              <a:ea typeface="Comfortaa"/>
              <a:cs typeface="Comfortaa"/>
              <a:sym typeface="Comfortaa"/>
            </a:endParaRPr>
          </a:p>
        </p:txBody>
      </p:sp>
      <p:pic>
        <p:nvPicPr>
          <p:cNvPr id="15" name="Picture 14"/>
          <p:cNvPicPr/>
          <p:nvPr/>
        </p:nvPicPr>
        <p:blipFill>
          <a:blip r:embed="rId3">
            <a:extLst>
              <a:ext uri="{28A0092B-C50C-407E-A947-70E740481C1C}">
                <a14:useLocalDpi xmlns:a14="http://schemas.microsoft.com/office/drawing/2010/main" val="0"/>
              </a:ext>
            </a:extLst>
          </a:blip>
          <a:stretch>
            <a:fillRect/>
          </a:stretch>
        </p:blipFill>
        <p:spPr>
          <a:xfrm>
            <a:off x="525836" y="528531"/>
            <a:ext cx="3768762" cy="4454435"/>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Life Example </a:t>
            </a:r>
          </a:p>
        </p:txBody>
      </p:sp>
      <p:sp>
        <p:nvSpPr>
          <p:cNvPr id="3" name="Subtitle 2"/>
          <p:cNvSpPr>
            <a:spLocks noGrp="1"/>
          </p:cNvSpPr>
          <p:nvPr>
            <p:ph type="subTitle" idx="1"/>
          </p:nvPr>
        </p:nvSpPr>
        <p:spPr/>
        <p:txBody>
          <a:bodyPr/>
          <a:lstStyle/>
          <a:p>
            <a:r>
              <a:rPr lang="en-US" dirty="0"/>
              <a:t>Consider a smartphone that can perform multiple tasks at the same time.</a:t>
            </a:r>
            <a:br>
              <a:rPr lang="en-US" dirty="0"/>
            </a:br>
            <a:r>
              <a:rPr lang="en-US" dirty="0"/>
              <a:t>The same device can act as:</a:t>
            </a:r>
          </a:p>
          <a:p>
            <a:endParaRPr lang="en-US" dirty="0"/>
          </a:p>
          <a:p>
            <a:r>
              <a:rPr lang="en-US" dirty="0"/>
              <a:t>A </a:t>
            </a:r>
            <a:r>
              <a:rPr lang="en-US" b="1" dirty="0"/>
              <a:t>camera</a:t>
            </a:r>
            <a:r>
              <a:rPr lang="en-US" dirty="0"/>
              <a:t> when taking pictures,</a:t>
            </a:r>
          </a:p>
          <a:p>
            <a:r>
              <a:rPr lang="en-US" dirty="0"/>
              <a:t>A </a:t>
            </a:r>
            <a:r>
              <a:rPr lang="en-US" b="1" dirty="0"/>
              <a:t>music player</a:t>
            </a:r>
            <a:r>
              <a:rPr lang="en-US" dirty="0"/>
              <a:t> when playing songs,</a:t>
            </a:r>
          </a:p>
          <a:p>
            <a:r>
              <a:rPr lang="en-US" dirty="0"/>
              <a:t>A </a:t>
            </a:r>
            <a:r>
              <a:rPr lang="en-US" b="1" dirty="0"/>
              <a:t>GPS navigator</a:t>
            </a:r>
            <a:r>
              <a:rPr lang="en-US" dirty="0"/>
              <a:t> when giving directions.</a:t>
            </a:r>
          </a:p>
          <a:p>
            <a:r>
              <a:rPr lang="en-US" dirty="0"/>
              <a:t>Although it’s the same device, it behaves differently based on how it is used.</a:t>
            </a:r>
          </a:p>
          <a:p>
            <a:endParaRPr lang="en-US" dirty="0"/>
          </a:p>
          <a:p>
            <a:endParaRPr lang="en-US" dirty="0"/>
          </a:p>
        </p:txBody>
      </p:sp>
      <p:grpSp>
        <p:nvGrpSpPr>
          <p:cNvPr id="4" name="Google Shape;550;p40"/>
          <p:cNvGrpSpPr/>
          <p:nvPr/>
        </p:nvGrpSpPr>
        <p:grpSpPr>
          <a:xfrm>
            <a:off x="542297" y="1549414"/>
            <a:ext cx="2391310" cy="3054560"/>
            <a:chOff x="358925" y="1867675"/>
            <a:chExt cx="2142175" cy="2736325"/>
          </a:xfrm>
        </p:grpSpPr>
        <p:sp>
          <p:nvSpPr>
            <p:cNvPr id="5" name="Google Shape;551;p40"/>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52;p40"/>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53;p40"/>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54;p40"/>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55;p40"/>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56;p40"/>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57;p40"/>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58;p40"/>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59;p40"/>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0;p40"/>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1;p40"/>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2;p40"/>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63;p40"/>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64;p40"/>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65;p40"/>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66;p40"/>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67;p40"/>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68;p40"/>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69;p40"/>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70;p40"/>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71;p40"/>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72;p40"/>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73;p40"/>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74;p40"/>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75;p40"/>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76;p40"/>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77;p40"/>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78;p40"/>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79;p40"/>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80;p40"/>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81;p40"/>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53947940"/>
      </p:ext>
    </p:extLst>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5"/>
          <p:cNvSpPr txBox="1">
            <a:spLocks noGrp="1"/>
          </p:cNvSpPr>
          <p:nvPr>
            <p:ph type="title"/>
          </p:nvPr>
        </p:nvSpPr>
        <p:spPr>
          <a:xfrm>
            <a:off x="1535738" y="2266450"/>
            <a:ext cx="6635700" cy="120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Benefits </a:t>
            </a:r>
            <a:r>
              <a:rPr lang="en" dirty="0"/>
              <a:t> </a:t>
            </a:r>
            <a:endParaRPr dirty="0">
              <a:solidFill>
                <a:schemeClr val="accent4"/>
              </a:solidFill>
            </a:endParaRPr>
          </a:p>
        </p:txBody>
      </p:sp>
      <p:sp>
        <p:nvSpPr>
          <p:cNvPr id="407" name="Google Shape;407;p35"/>
          <p:cNvSpPr txBox="1">
            <a:spLocks noGrp="1"/>
          </p:cNvSpPr>
          <p:nvPr>
            <p:ph type="title" idx="2"/>
          </p:nvPr>
        </p:nvSpPr>
        <p:spPr>
          <a:xfrm>
            <a:off x="988113" y="1350550"/>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408" name="Google Shape;408;p35"/>
          <p:cNvSpPr txBox="1">
            <a:spLocks noGrp="1"/>
          </p:cNvSpPr>
          <p:nvPr>
            <p:ph type="subTitle" idx="1"/>
          </p:nvPr>
        </p:nvSpPr>
        <p:spPr>
          <a:xfrm>
            <a:off x="2080150" y="3468850"/>
            <a:ext cx="6043800" cy="28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&lt; </a:t>
            </a:r>
            <a:r>
              <a:rPr lang="en" dirty="0"/>
              <a:t>let’s discuss the  benefits </a:t>
            </a:r>
            <a:r>
              <a:rPr lang="en" sz="1400" dirty="0"/>
              <a:t>&gt;</a:t>
            </a:r>
            <a:endParaRPr dirty="0"/>
          </a:p>
        </p:txBody>
      </p:sp>
      <p:sp>
        <p:nvSpPr>
          <p:cNvPr id="409" name="Google Shape;409;p35"/>
          <p:cNvSpPr txBox="1"/>
          <p:nvPr/>
        </p:nvSpPr>
        <p:spPr>
          <a:xfrm>
            <a:off x="2195863" y="13735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2"/>
                </a:solidFill>
                <a:latin typeface="Comfortaa"/>
                <a:ea typeface="Comfortaa"/>
                <a:cs typeface="Comfortaa"/>
                <a:sym typeface="Comfortaa"/>
              </a:rPr>
              <a:t>{</a:t>
            </a:r>
            <a:endParaRPr sz="5000">
              <a:solidFill>
                <a:schemeClr val="accent2"/>
              </a:solidFill>
              <a:latin typeface="Comfortaa"/>
              <a:ea typeface="Comfortaa"/>
              <a:cs typeface="Comfortaa"/>
              <a:sym typeface="Comfortaa"/>
            </a:endParaRPr>
          </a:p>
        </p:txBody>
      </p:sp>
      <p:sp>
        <p:nvSpPr>
          <p:cNvPr id="410" name="Google Shape;410;p35"/>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411" name="Google Shape;411;p35"/>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
        <p:nvSpPr>
          <p:cNvPr id="412" name="Google Shape;412;p35"/>
          <p:cNvSpPr txBox="1"/>
          <p:nvPr/>
        </p:nvSpPr>
        <p:spPr>
          <a:xfrm>
            <a:off x="2640213" y="158817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5"/>
                </a:solidFill>
                <a:latin typeface="Fira Code"/>
                <a:ea typeface="Fira Code"/>
                <a:cs typeface="Fira Code"/>
                <a:sym typeface="Fira Code"/>
              </a:rPr>
              <a:t>..</a:t>
            </a:r>
            <a:endParaRPr sz="5000">
              <a:solidFill>
                <a:schemeClr val="accent5"/>
              </a:solidFill>
            </a:endParaRPr>
          </a:p>
        </p:txBody>
      </p:sp>
      <p:grpSp>
        <p:nvGrpSpPr>
          <p:cNvPr id="413" name="Google Shape;413;p35"/>
          <p:cNvGrpSpPr/>
          <p:nvPr/>
        </p:nvGrpSpPr>
        <p:grpSpPr>
          <a:xfrm>
            <a:off x="350039" y="3944000"/>
            <a:ext cx="2536147" cy="887325"/>
            <a:chOff x="880714" y="3731738"/>
            <a:chExt cx="2536147" cy="887325"/>
          </a:xfrm>
        </p:grpSpPr>
        <p:sp>
          <p:nvSpPr>
            <p:cNvPr id="414" name="Google Shape;414;p35"/>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73609876"/>
      </p:ext>
    </p:extLst>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B</a:t>
            </a:r>
            <a:r>
              <a:rPr lang="en" dirty="0"/>
              <a:t>enefits  </a:t>
            </a:r>
            <a:endParaRPr dirty="0">
              <a:solidFill>
                <a:schemeClr val="accent4"/>
              </a:solidFill>
            </a:endParaRPr>
          </a:p>
        </p:txBody>
      </p:sp>
      <p:sp>
        <p:nvSpPr>
          <p:cNvPr id="524" name="Google Shape;524;p39"/>
          <p:cNvSpPr txBox="1">
            <a:spLocks noGrp="1"/>
          </p:cNvSpPr>
          <p:nvPr>
            <p:ph type="subTitle" idx="1"/>
          </p:nvPr>
        </p:nvSpPr>
        <p:spPr>
          <a:xfrm>
            <a:off x="258153" y="1966408"/>
            <a:ext cx="2953773" cy="2517587"/>
          </a:xfrm>
          <a:prstGeom prst="rect">
            <a:avLst/>
          </a:prstGeom>
        </p:spPr>
        <p:txBody>
          <a:bodyPr spcFirstLastPara="1" wrap="square" lIns="91425" tIns="91425" rIns="91425" bIns="91425" anchor="t" anchorCtr="0">
            <a:noAutofit/>
          </a:bodyPr>
          <a:lstStyle/>
          <a:p>
            <a:pPr>
              <a:buSzPts val="1600"/>
              <a:buFont typeface="Nunito Light"/>
              <a:buChar char="●"/>
            </a:pPr>
            <a:r>
              <a:rPr lang="en-US" dirty="0">
                <a:sym typeface="KG Primary Penmanship"/>
              </a:rPr>
              <a:t>You can use the same function name for different tasks. </a:t>
            </a:r>
          </a:p>
          <a:p>
            <a:pPr>
              <a:buSzPts val="1600"/>
              <a:buFont typeface="Nunito Light"/>
              <a:buChar char="●"/>
            </a:pPr>
            <a:r>
              <a:rPr lang="en-US" dirty="0">
                <a:sym typeface="KG Primary Penmanship"/>
              </a:rPr>
              <a:t>No need to write the same code again and again</a:t>
            </a:r>
          </a:p>
        </p:txBody>
      </p:sp>
      <p:sp>
        <p:nvSpPr>
          <p:cNvPr id="525" name="Google Shape;525;p39"/>
          <p:cNvSpPr txBox="1">
            <a:spLocks noGrp="1"/>
          </p:cNvSpPr>
          <p:nvPr>
            <p:ph type="subTitle" idx="2"/>
          </p:nvPr>
        </p:nvSpPr>
        <p:spPr>
          <a:xfrm>
            <a:off x="3256859" y="2886650"/>
            <a:ext cx="2709997" cy="1794712"/>
          </a:xfrm>
          <a:prstGeom prst="rect">
            <a:avLst/>
          </a:prstGeom>
        </p:spPr>
        <p:txBody>
          <a:bodyPr spcFirstLastPara="1" wrap="square" lIns="91425" tIns="91425" rIns="91425" bIns="91425" anchor="t" anchorCtr="0">
            <a:noAutofit/>
          </a:bodyPr>
          <a:lstStyle/>
          <a:p>
            <a:pPr>
              <a:buSzPts val="1600"/>
              <a:buFont typeface="Nunito Light"/>
              <a:buChar char="●"/>
            </a:pPr>
            <a:r>
              <a:rPr lang="en-US" dirty="0"/>
              <a:t>By reducing redundant code and improving the reusability of components, polymorphism can lead to more efficient programs.</a:t>
            </a:r>
            <a:endParaRPr lang="en-US" dirty="0">
              <a:sym typeface="KG Primary Penmanship"/>
            </a:endParaRPr>
          </a:p>
        </p:txBody>
      </p:sp>
      <p:sp>
        <p:nvSpPr>
          <p:cNvPr id="526" name="Google Shape;526;p39"/>
          <p:cNvSpPr txBox="1">
            <a:spLocks noGrp="1"/>
          </p:cNvSpPr>
          <p:nvPr>
            <p:ph type="subTitle" idx="3"/>
          </p:nvPr>
        </p:nvSpPr>
        <p:spPr>
          <a:xfrm>
            <a:off x="6051233" y="3242600"/>
            <a:ext cx="2927284" cy="1672300"/>
          </a:xfrm>
          <a:prstGeom prst="rect">
            <a:avLst/>
          </a:prstGeom>
        </p:spPr>
        <p:txBody>
          <a:bodyPr spcFirstLastPara="1" wrap="square" lIns="91425" tIns="91425" rIns="91425" bIns="91425" anchor="t" anchorCtr="0">
            <a:noAutofit/>
          </a:bodyPr>
          <a:lstStyle/>
          <a:p>
            <a:pPr>
              <a:buSzPts val="1600"/>
              <a:buFont typeface="Nunito Light"/>
              <a:buChar char="●"/>
            </a:pPr>
            <a:r>
              <a:rPr lang="en-US" dirty="0">
                <a:sym typeface="KG Primary Penmanship"/>
              </a:rPr>
              <a:t>Your program looks neat and is easy to understand</a:t>
            </a:r>
          </a:p>
          <a:p>
            <a:pPr>
              <a:buSzPts val="1600"/>
              <a:buFont typeface="Nunito Light"/>
              <a:buChar char="●"/>
            </a:pPr>
            <a:r>
              <a:rPr lang="en-US" dirty="0">
                <a:sym typeface="KG Primary Penmanship"/>
              </a:rPr>
              <a:t>Makes it easier for others to read your code</a:t>
            </a:r>
          </a:p>
          <a:p>
            <a:pPr algn="just">
              <a:lnSpc>
                <a:spcPct val="100000"/>
              </a:lnSpc>
              <a:buFont typeface="Arial" panose="020B0604020202020204" pitchFamily="34" charset="0"/>
              <a:buChar char="•"/>
            </a:pPr>
            <a:endParaRPr lang="en-US" sz="1200" dirty="0">
              <a:solidFill>
                <a:schemeClr val="tx1"/>
              </a:solidFill>
              <a:latin typeface="KG Primary Penmanship"/>
              <a:ea typeface="KG Primary Penmanship"/>
              <a:cs typeface="KG Primary Penmanship"/>
              <a:sym typeface="KG Primary Penmanship"/>
            </a:endParaRPr>
          </a:p>
        </p:txBody>
      </p:sp>
      <p:sp>
        <p:nvSpPr>
          <p:cNvPr id="527" name="Google Shape;527;p39"/>
          <p:cNvSpPr txBox="1">
            <a:spLocks noGrp="1"/>
          </p:cNvSpPr>
          <p:nvPr>
            <p:ph type="subTitle" idx="4"/>
          </p:nvPr>
        </p:nvSpPr>
        <p:spPr>
          <a:xfrm>
            <a:off x="720000" y="1436375"/>
            <a:ext cx="2416800" cy="660000"/>
          </a:xfrm>
          <a:prstGeom prst="rect">
            <a:avLst/>
          </a:prstGeom>
        </p:spPr>
        <p:txBody>
          <a:bodyPr spcFirstLastPara="1" wrap="square" lIns="91425" tIns="91425" rIns="91425" bIns="91425" anchor="b" anchorCtr="0">
            <a:noAutofit/>
          </a:bodyPr>
          <a:lstStyle/>
          <a:p>
            <a:pPr marL="0" lvl="0" indent="0"/>
            <a:r>
              <a:rPr lang="en-US" dirty="0"/>
              <a:t>Code Reusability</a:t>
            </a:r>
          </a:p>
        </p:txBody>
      </p:sp>
      <p:sp>
        <p:nvSpPr>
          <p:cNvPr id="528" name="Google Shape;528;p39"/>
          <p:cNvSpPr txBox="1">
            <a:spLocks noGrp="1"/>
          </p:cNvSpPr>
          <p:nvPr>
            <p:ph type="subTitle" idx="5"/>
          </p:nvPr>
        </p:nvSpPr>
        <p:spPr>
          <a:xfrm>
            <a:off x="3012216" y="2033733"/>
            <a:ext cx="2954641" cy="660000"/>
          </a:xfrm>
          <a:prstGeom prst="rect">
            <a:avLst/>
          </a:prstGeom>
        </p:spPr>
        <p:txBody>
          <a:bodyPr spcFirstLastPara="1" wrap="square" lIns="91425" tIns="91425" rIns="91425" bIns="91425" anchor="b" anchorCtr="0">
            <a:noAutofit/>
          </a:bodyPr>
          <a:lstStyle/>
          <a:p>
            <a:pPr algn="ctr">
              <a:lnSpc>
                <a:spcPct val="100000"/>
              </a:lnSpc>
            </a:pPr>
            <a:r>
              <a:rPr lang="en-US" dirty="0">
                <a:solidFill>
                  <a:schemeClr val="accent3">
                    <a:lumMod val="40000"/>
                    <a:lumOff val="60000"/>
                  </a:schemeClr>
                </a:solidFill>
                <a:latin typeface="KG Primary Penmanship"/>
                <a:ea typeface="KG Primary Penmanship"/>
                <a:cs typeface="KG Primary Penmanship"/>
              </a:rPr>
              <a:t>Improves Performance</a:t>
            </a:r>
            <a:endParaRPr lang="en-US" dirty="0">
              <a:solidFill>
                <a:schemeClr val="accent3">
                  <a:lumMod val="40000"/>
                  <a:lumOff val="60000"/>
                </a:schemeClr>
              </a:solidFill>
              <a:latin typeface="KG Primary Penmanship"/>
              <a:ea typeface="KG Primary Penmanship"/>
              <a:cs typeface="KG Primary Penmanship"/>
              <a:sym typeface="KG Primary Penmanship"/>
            </a:endParaRPr>
          </a:p>
        </p:txBody>
      </p:sp>
      <p:sp>
        <p:nvSpPr>
          <p:cNvPr id="529" name="Google Shape;529;p39"/>
          <p:cNvSpPr txBox="1">
            <a:spLocks noGrp="1"/>
          </p:cNvSpPr>
          <p:nvPr>
            <p:ph type="subTitle" idx="6"/>
          </p:nvPr>
        </p:nvSpPr>
        <p:spPr>
          <a:xfrm>
            <a:off x="5867043" y="2582600"/>
            <a:ext cx="2874291" cy="660000"/>
          </a:xfrm>
          <a:prstGeom prst="rect">
            <a:avLst/>
          </a:prstGeom>
        </p:spPr>
        <p:txBody>
          <a:bodyPr spcFirstLastPara="1" wrap="square" lIns="91425" tIns="91425" rIns="91425" bIns="91425" anchor="b" anchorCtr="0">
            <a:noAutofit/>
          </a:bodyPr>
          <a:lstStyle/>
          <a:p>
            <a:pPr algn="ctr">
              <a:lnSpc>
                <a:spcPct val="150000"/>
              </a:lnSpc>
            </a:pPr>
            <a:r>
              <a:rPr lang="en-US" dirty="0">
                <a:latin typeface="KG Primary Penmanship"/>
                <a:ea typeface="KG Primary Penmanship"/>
                <a:cs typeface="KG Primary Penmanship"/>
                <a:sym typeface="KG Primary Penmanship"/>
              </a:rPr>
              <a:t>Clean and Simple Code</a:t>
            </a:r>
          </a:p>
        </p:txBody>
      </p:sp>
      <p:grpSp>
        <p:nvGrpSpPr>
          <p:cNvPr id="530" name="Google Shape;530;p39"/>
          <p:cNvGrpSpPr/>
          <p:nvPr/>
        </p:nvGrpSpPr>
        <p:grpSpPr>
          <a:xfrm>
            <a:off x="350039" y="3944000"/>
            <a:ext cx="2536147" cy="887325"/>
            <a:chOff x="880714" y="3731738"/>
            <a:chExt cx="2536147" cy="887325"/>
          </a:xfrm>
        </p:grpSpPr>
        <p:sp>
          <p:nvSpPr>
            <p:cNvPr id="531" name="Google Shape;531;p39"/>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9"/>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4" name="Google Shape;544;p39"/>
          <p:cNvSpPr txBox="1"/>
          <p:nvPr/>
        </p:nvSpPr>
        <p:spPr>
          <a:xfrm>
            <a:off x="6983275" y="1301465"/>
            <a:ext cx="1447500" cy="5463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43"/>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a:t>
            </a:r>
            <a:r>
              <a:rPr lang="en" dirty="0">
                <a:solidFill>
                  <a:schemeClr val="accent4"/>
                </a:solidFill>
              </a:rPr>
              <a:t>Conclusion </a:t>
            </a:r>
            <a:endParaRPr dirty="0">
              <a:solidFill>
                <a:schemeClr val="lt2"/>
              </a:solidFill>
            </a:endParaRPr>
          </a:p>
        </p:txBody>
      </p:sp>
      <p:sp>
        <p:nvSpPr>
          <p:cNvPr id="665" name="Google Shape;665;p43"/>
          <p:cNvSpPr txBox="1">
            <a:spLocks noGrp="1"/>
          </p:cNvSpPr>
          <p:nvPr>
            <p:ph type="subTitle" idx="1"/>
          </p:nvPr>
        </p:nvSpPr>
        <p:spPr>
          <a:xfrm>
            <a:off x="3465225" y="1529000"/>
            <a:ext cx="4965600" cy="3075000"/>
          </a:xfrm>
          <a:prstGeom prst="rect">
            <a:avLst/>
          </a:prstGeom>
        </p:spPr>
        <p:txBody>
          <a:bodyPr spcFirstLastPara="1" wrap="square" lIns="91425" tIns="91425" rIns="91425" bIns="91425" anchor="t" anchorCtr="0">
            <a:noAutofit/>
          </a:bodyPr>
          <a:lstStyle/>
          <a:p>
            <a:r>
              <a:rPr lang="en-US" dirty="0"/>
              <a:t>Polymorphism means one function or object can do different things in different situations. It helps us write less code, makes our programs flexible, and easy to change or update. This is very useful when making big or growing projects. </a:t>
            </a:r>
            <a:endParaRPr lang="en-US" dirty="0">
              <a:sym typeface="KG Primary Penmanship"/>
            </a:endParaRPr>
          </a:p>
        </p:txBody>
      </p:sp>
      <p:grpSp>
        <p:nvGrpSpPr>
          <p:cNvPr id="666" name="Google Shape;666;p43"/>
          <p:cNvGrpSpPr/>
          <p:nvPr/>
        </p:nvGrpSpPr>
        <p:grpSpPr>
          <a:xfrm>
            <a:off x="441630" y="1506353"/>
            <a:ext cx="2175751" cy="3074858"/>
            <a:chOff x="719992" y="1135488"/>
            <a:chExt cx="2415354" cy="3413475"/>
          </a:xfrm>
        </p:grpSpPr>
        <p:sp>
          <p:nvSpPr>
            <p:cNvPr id="667" name="Google Shape;667;p43"/>
            <p:cNvSpPr/>
            <p:nvPr/>
          </p:nvSpPr>
          <p:spPr>
            <a:xfrm>
              <a:off x="719992" y="1144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3"/>
            <p:cNvSpPr/>
            <p:nvPr/>
          </p:nvSpPr>
          <p:spPr>
            <a:xfrm>
              <a:off x="1206317" y="113548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3"/>
            <p:cNvSpPr/>
            <p:nvPr/>
          </p:nvSpPr>
          <p:spPr>
            <a:xfrm>
              <a:off x="719992" y="14562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3"/>
            <p:cNvSpPr/>
            <p:nvPr/>
          </p:nvSpPr>
          <p:spPr>
            <a:xfrm>
              <a:off x="719992" y="178300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3"/>
            <p:cNvSpPr/>
            <p:nvPr/>
          </p:nvSpPr>
          <p:spPr>
            <a:xfrm>
              <a:off x="719992" y="210973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3"/>
            <p:cNvSpPr/>
            <p:nvPr/>
          </p:nvSpPr>
          <p:spPr>
            <a:xfrm>
              <a:off x="1154846" y="210973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3"/>
            <p:cNvSpPr/>
            <p:nvPr/>
          </p:nvSpPr>
          <p:spPr>
            <a:xfrm>
              <a:off x="1689227" y="21097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3"/>
            <p:cNvSpPr/>
            <p:nvPr/>
          </p:nvSpPr>
          <p:spPr>
            <a:xfrm>
              <a:off x="719992" y="242031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3"/>
            <p:cNvSpPr/>
            <p:nvPr/>
          </p:nvSpPr>
          <p:spPr>
            <a:xfrm>
              <a:off x="719992" y="276316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3"/>
            <p:cNvSpPr/>
            <p:nvPr/>
          </p:nvSpPr>
          <p:spPr>
            <a:xfrm>
              <a:off x="719992" y="30720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3"/>
            <p:cNvSpPr/>
            <p:nvPr/>
          </p:nvSpPr>
          <p:spPr>
            <a:xfrm>
              <a:off x="719992" y="338101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3"/>
            <p:cNvSpPr/>
            <p:nvPr/>
          </p:nvSpPr>
          <p:spPr>
            <a:xfrm>
              <a:off x="733714" y="41619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3"/>
            <p:cNvSpPr/>
            <p:nvPr/>
          </p:nvSpPr>
          <p:spPr>
            <a:xfrm>
              <a:off x="1154846" y="242031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3"/>
            <p:cNvSpPr/>
            <p:nvPr/>
          </p:nvSpPr>
          <p:spPr>
            <a:xfrm>
              <a:off x="1115907" y="276316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3"/>
            <p:cNvSpPr/>
            <p:nvPr/>
          </p:nvSpPr>
          <p:spPr>
            <a:xfrm>
              <a:off x="1154846" y="30720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3"/>
            <p:cNvSpPr/>
            <p:nvPr/>
          </p:nvSpPr>
          <p:spPr>
            <a:xfrm>
              <a:off x="1154846" y="339797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3"/>
            <p:cNvSpPr/>
            <p:nvPr/>
          </p:nvSpPr>
          <p:spPr>
            <a:xfrm>
              <a:off x="1154846" y="372386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3"/>
            <p:cNvSpPr/>
            <p:nvPr/>
          </p:nvSpPr>
          <p:spPr>
            <a:xfrm>
              <a:off x="1558536" y="242031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3"/>
            <p:cNvSpPr/>
            <p:nvPr/>
          </p:nvSpPr>
          <p:spPr>
            <a:xfrm>
              <a:off x="1558536" y="276316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3"/>
            <p:cNvSpPr/>
            <p:nvPr/>
          </p:nvSpPr>
          <p:spPr>
            <a:xfrm>
              <a:off x="1589699" y="307208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3"/>
            <p:cNvSpPr/>
            <p:nvPr/>
          </p:nvSpPr>
          <p:spPr>
            <a:xfrm>
              <a:off x="1589699" y="341658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3"/>
            <p:cNvSpPr/>
            <p:nvPr/>
          </p:nvSpPr>
          <p:spPr>
            <a:xfrm>
              <a:off x="1589699" y="372386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3"/>
            <p:cNvSpPr/>
            <p:nvPr/>
          </p:nvSpPr>
          <p:spPr>
            <a:xfrm>
              <a:off x="2268127" y="242031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3"/>
            <p:cNvSpPr/>
            <p:nvPr/>
          </p:nvSpPr>
          <p:spPr>
            <a:xfrm>
              <a:off x="2558446" y="274620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3"/>
            <p:cNvSpPr/>
            <p:nvPr/>
          </p:nvSpPr>
          <p:spPr>
            <a:xfrm>
              <a:off x="2727100" y="30721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3"/>
            <p:cNvSpPr/>
            <p:nvPr/>
          </p:nvSpPr>
          <p:spPr>
            <a:xfrm>
              <a:off x="2727100" y="372391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3"/>
            <p:cNvSpPr/>
            <p:nvPr/>
          </p:nvSpPr>
          <p:spPr>
            <a:xfrm>
              <a:off x="733714" y="4401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3"/>
            <p:cNvSpPr/>
            <p:nvPr/>
          </p:nvSpPr>
          <p:spPr>
            <a:xfrm>
              <a:off x="1634836" y="11473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3"/>
            <p:cNvSpPr/>
            <p:nvPr/>
          </p:nvSpPr>
          <p:spPr>
            <a:xfrm>
              <a:off x="1206336" y="145631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3"/>
            <p:cNvSpPr/>
            <p:nvPr/>
          </p:nvSpPr>
          <p:spPr>
            <a:xfrm>
              <a:off x="1939636" y="14521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3"/>
            <p:cNvSpPr/>
            <p:nvPr/>
          </p:nvSpPr>
          <p:spPr>
            <a:xfrm>
              <a:off x="1206329" y="17830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3"/>
            <p:cNvSpPr/>
            <p:nvPr/>
          </p:nvSpPr>
          <p:spPr>
            <a:xfrm>
              <a:off x="2124079" y="210767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3"/>
            <p:cNvSpPr/>
            <p:nvPr/>
          </p:nvSpPr>
          <p:spPr>
            <a:xfrm>
              <a:off x="2727104" y="34165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3"/>
            <p:cNvSpPr/>
            <p:nvPr/>
          </p:nvSpPr>
          <p:spPr>
            <a:xfrm>
              <a:off x="1154861" y="43756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3"/>
            <p:cNvSpPr/>
            <p:nvPr/>
          </p:nvSpPr>
          <p:spPr>
            <a:xfrm>
              <a:off x="1154861" y="41455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2" name="Google Shape;702;p43"/>
          <p:cNvSpPr txBox="1"/>
          <p:nvPr/>
        </p:nvSpPr>
        <p:spPr>
          <a:xfrm>
            <a:off x="7064425"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703" name="Google Shape;703;p43"/>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44"/>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T</a:t>
            </a:r>
            <a:r>
              <a:rPr lang="en" dirty="0"/>
              <a:t>hank you</a:t>
            </a:r>
            <a:endParaRPr dirty="0">
              <a:solidFill>
                <a:schemeClr val="accent4"/>
              </a:solidFill>
            </a:endParaRPr>
          </a:p>
        </p:txBody>
      </p:sp>
      <p:grpSp>
        <p:nvGrpSpPr>
          <p:cNvPr id="709" name="Google Shape;709;p44"/>
          <p:cNvGrpSpPr/>
          <p:nvPr/>
        </p:nvGrpSpPr>
        <p:grpSpPr>
          <a:xfrm>
            <a:off x="335642" y="696438"/>
            <a:ext cx="2932044" cy="3907563"/>
            <a:chOff x="335642" y="696438"/>
            <a:chExt cx="2932044" cy="3907563"/>
          </a:xfrm>
        </p:grpSpPr>
        <p:sp>
          <p:nvSpPr>
            <p:cNvPr id="710" name="Google Shape;710;p44"/>
            <p:cNvSpPr/>
            <p:nvPr/>
          </p:nvSpPr>
          <p:spPr>
            <a:xfrm>
              <a:off x="335642" y="7050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4"/>
            <p:cNvSpPr/>
            <p:nvPr/>
          </p:nvSpPr>
          <p:spPr>
            <a:xfrm>
              <a:off x="821967" y="69643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4"/>
            <p:cNvSpPr/>
            <p:nvPr/>
          </p:nvSpPr>
          <p:spPr>
            <a:xfrm>
              <a:off x="335642" y="10172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4"/>
            <p:cNvSpPr/>
            <p:nvPr/>
          </p:nvSpPr>
          <p:spPr>
            <a:xfrm>
              <a:off x="335642" y="134395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4"/>
            <p:cNvSpPr/>
            <p:nvPr/>
          </p:nvSpPr>
          <p:spPr>
            <a:xfrm>
              <a:off x="335642" y="167068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4"/>
            <p:cNvSpPr/>
            <p:nvPr/>
          </p:nvSpPr>
          <p:spPr>
            <a:xfrm>
              <a:off x="770496" y="167068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4"/>
            <p:cNvSpPr/>
            <p:nvPr/>
          </p:nvSpPr>
          <p:spPr>
            <a:xfrm>
              <a:off x="1304877" y="16706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4"/>
            <p:cNvSpPr/>
            <p:nvPr/>
          </p:nvSpPr>
          <p:spPr>
            <a:xfrm>
              <a:off x="335642" y="19812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4"/>
            <p:cNvSpPr/>
            <p:nvPr/>
          </p:nvSpPr>
          <p:spPr>
            <a:xfrm>
              <a:off x="335642" y="232411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4"/>
            <p:cNvSpPr/>
            <p:nvPr/>
          </p:nvSpPr>
          <p:spPr>
            <a:xfrm>
              <a:off x="335642" y="263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4"/>
            <p:cNvSpPr/>
            <p:nvPr/>
          </p:nvSpPr>
          <p:spPr>
            <a:xfrm>
              <a:off x="335642" y="294196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4"/>
            <p:cNvSpPr/>
            <p:nvPr/>
          </p:nvSpPr>
          <p:spPr>
            <a:xfrm>
              <a:off x="349364" y="37229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4"/>
            <p:cNvSpPr/>
            <p:nvPr/>
          </p:nvSpPr>
          <p:spPr>
            <a:xfrm>
              <a:off x="770496" y="198126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4"/>
            <p:cNvSpPr/>
            <p:nvPr/>
          </p:nvSpPr>
          <p:spPr>
            <a:xfrm>
              <a:off x="731557" y="23241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4"/>
            <p:cNvSpPr/>
            <p:nvPr/>
          </p:nvSpPr>
          <p:spPr>
            <a:xfrm>
              <a:off x="770496" y="263303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4"/>
            <p:cNvSpPr/>
            <p:nvPr/>
          </p:nvSpPr>
          <p:spPr>
            <a:xfrm>
              <a:off x="770496" y="295892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4"/>
            <p:cNvSpPr/>
            <p:nvPr/>
          </p:nvSpPr>
          <p:spPr>
            <a:xfrm>
              <a:off x="770496" y="328481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4"/>
            <p:cNvSpPr/>
            <p:nvPr/>
          </p:nvSpPr>
          <p:spPr>
            <a:xfrm>
              <a:off x="1174186" y="198126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4"/>
            <p:cNvSpPr/>
            <p:nvPr/>
          </p:nvSpPr>
          <p:spPr>
            <a:xfrm>
              <a:off x="1174186" y="232411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4"/>
            <p:cNvSpPr/>
            <p:nvPr/>
          </p:nvSpPr>
          <p:spPr>
            <a:xfrm>
              <a:off x="1205349" y="263303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4"/>
            <p:cNvSpPr/>
            <p:nvPr/>
          </p:nvSpPr>
          <p:spPr>
            <a:xfrm>
              <a:off x="1205349" y="297753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4"/>
            <p:cNvSpPr/>
            <p:nvPr/>
          </p:nvSpPr>
          <p:spPr>
            <a:xfrm>
              <a:off x="1205349" y="328481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4"/>
            <p:cNvSpPr/>
            <p:nvPr/>
          </p:nvSpPr>
          <p:spPr>
            <a:xfrm>
              <a:off x="1883777" y="198126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4"/>
            <p:cNvSpPr/>
            <p:nvPr/>
          </p:nvSpPr>
          <p:spPr>
            <a:xfrm>
              <a:off x="2174096" y="230715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4"/>
            <p:cNvSpPr/>
            <p:nvPr/>
          </p:nvSpPr>
          <p:spPr>
            <a:xfrm>
              <a:off x="2342750" y="2633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4"/>
            <p:cNvSpPr/>
            <p:nvPr/>
          </p:nvSpPr>
          <p:spPr>
            <a:xfrm>
              <a:off x="2342750" y="328486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4"/>
            <p:cNvSpPr/>
            <p:nvPr/>
          </p:nvSpPr>
          <p:spPr>
            <a:xfrm>
              <a:off x="349364" y="396201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4"/>
            <p:cNvSpPr/>
            <p:nvPr/>
          </p:nvSpPr>
          <p:spPr>
            <a:xfrm>
              <a:off x="731557" y="42455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4"/>
            <p:cNvSpPr/>
            <p:nvPr/>
          </p:nvSpPr>
          <p:spPr>
            <a:xfrm>
              <a:off x="1224956" y="4245513"/>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4"/>
            <p:cNvSpPr/>
            <p:nvPr/>
          </p:nvSpPr>
          <p:spPr>
            <a:xfrm>
              <a:off x="1883777" y="4245513"/>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4"/>
            <p:cNvSpPr/>
            <p:nvPr/>
          </p:nvSpPr>
          <p:spPr>
            <a:xfrm>
              <a:off x="2634075" y="4245513"/>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4"/>
            <p:cNvSpPr/>
            <p:nvPr/>
          </p:nvSpPr>
          <p:spPr>
            <a:xfrm>
              <a:off x="731557" y="4454038"/>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4"/>
            <p:cNvSpPr/>
            <p:nvPr/>
          </p:nvSpPr>
          <p:spPr>
            <a:xfrm>
              <a:off x="1224956" y="4454038"/>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4"/>
            <p:cNvSpPr/>
            <p:nvPr/>
          </p:nvSpPr>
          <p:spPr>
            <a:xfrm>
              <a:off x="2169156" y="4454038"/>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4"/>
            <p:cNvSpPr/>
            <p:nvPr/>
          </p:nvSpPr>
          <p:spPr>
            <a:xfrm>
              <a:off x="1250486" y="7083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4"/>
            <p:cNvSpPr/>
            <p:nvPr/>
          </p:nvSpPr>
          <p:spPr>
            <a:xfrm>
              <a:off x="821986" y="10172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4"/>
            <p:cNvSpPr/>
            <p:nvPr/>
          </p:nvSpPr>
          <p:spPr>
            <a:xfrm>
              <a:off x="1555286" y="10131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4"/>
            <p:cNvSpPr/>
            <p:nvPr/>
          </p:nvSpPr>
          <p:spPr>
            <a:xfrm>
              <a:off x="821979" y="13439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4"/>
            <p:cNvSpPr/>
            <p:nvPr/>
          </p:nvSpPr>
          <p:spPr>
            <a:xfrm>
              <a:off x="1739729" y="166862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4"/>
            <p:cNvSpPr/>
            <p:nvPr/>
          </p:nvSpPr>
          <p:spPr>
            <a:xfrm>
              <a:off x="2342754" y="29775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4"/>
            <p:cNvSpPr/>
            <p:nvPr/>
          </p:nvSpPr>
          <p:spPr>
            <a:xfrm>
              <a:off x="2537025" y="1981263"/>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4"/>
            <p:cNvSpPr/>
            <p:nvPr/>
          </p:nvSpPr>
          <p:spPr>
            <a:xfrm>
              <a:off x="2805050" y="2633038"/>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4"/>
            <p:cNvSpPr/>
            <p:nvPr/>
          </p:nvSpPr>
          <p:spPr>
            <a:xfrm>
              <a:off x="2634386" y="44561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4"/>
            <p:cNvSpPr/>
            <p:nvPr/>
          </p:nvSpPr>
          <p:spPr>
            <a:xfrm>
              <a:off x="770511" y="39365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4"/>
            <p:cNvSpPr/>
            <p:nvPr/>
          </p:nvSpPr>
          <p:spPr>
            <a:xfrm>
              <a:off x="770511" y="37064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5" name="Google Shape;755;p44"/>
          <p:cNvSpPr txBox="1"/>
          <p:nvPr/>
        </p:nvSpPr>
        <p:spPr>
          <a:xfrm>
            <a:off x="4014788" y="24535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2"/>
                </a:solidFill>
                <a:latin typeface="Comfortaa"/>
                <a:ea typeface="Comfortaa"/>
                <a:cs typeface="Comfortaa"/>
                <a:sym typeface="Comfortaa"/>
              </a:rPr>
              <a:t>{</a:t>
            </a:r>
            <a:endParaRPr sz="5000">
              <a:solidFill>
                <a:schemeClr val="accent2"/>
              </a:solidFill>
              <a:latin typeface="Comfortaa"/>
              <a:ea typeface="Comfortaa"/>
              <a:cs typeface="Comfortaa"/>
              <a:sym typeface="Comfortaa"/>
            </a:endParaRPr>
          </a:p>
        </p:txBody>
      </p:sp>
      <p:sp>
        <p:nvSpPr>
          <p:cNvPr id="756" name="Google Shape;756;p44"/>
          <p:cNvSpPr txBox="1"/>
          <p:nvPr/>
        </p:nvSpPr>
        <p:spPr>
          <a:xfrm>
            <a:off x="7313175" y="383640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a:solidFill>
                  <a:schemeClr val="accent3"/>
                </a:solidFill>
                <a:latin typeface="Comfortaa"/>
                <a:ea typeface="Comfortaa"/>
                <a:cs typeface="Comfortaa"/>
                <a:sym typeface="Comfortaa"/>
              </a:rPr>
              <a:t>}</a:t>
            </a:r>
            <a:endParaRPr sz="5000">
              <a:solidFill>
                <a:schemeClr val="accent3"/>
              </a:solidFill>
              <a:latin typeface="Comfortaa"/>
              <a:ea typeface="Comfortaa"/>
              <a:cs typeface="Comfortaa"/>
              <a:sym typeface="Comfortaa"/>
            </a:endParaRPr>
          </a:p>
        </p:txBody>
      </p:sp>
      <p:sp>
        <p:nvSpPr>
          <p:cNvPr id="757" name="Google Shape;757;p44"/>
          <p:cNvSpPr txBox="1"/>
          <p:nvPr/>
        </p:nvSpPr>
        <p:spPr>
          <a:xfrm>
            <a:off x="7778275" y="4049400"/>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2"/>
                </a:solidFill>
                <a:latin typeface="Fira Code"/>
                <a:ea typeface="Fira Code"/>
                <a:cs typeface="Fira Code"/>
                <a:sym typeface="Fira Code"/>
              </a:rPr>
              <a:t>..</a:t>
            </a:r>
            <a:endParaRPr sz="5000">
              <a:solidFill>
                <a:schemeClr val="accent2"/>
              </a:solidFill>
            </a:endParaRPr>
          </a:p>
        </p:txBody>
      </p:sp>
      <p:sp>
        <p:nvSpPr>
          <p:cNvPr id="758" name="Google Shape;758;p44"/>
          <p:cNvSpPr txBox="1"/>
          <p:nvPr/>
        </p:nvSpPr>
        <p:spPr>
          <a:xfrm>
            <a:off x="4459138" y="460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5000">
                <a:solidFill>
                  <a:schemeClr val="accent5"/>
                </a:solidFill>
                <a:latin typeface="Fira Code"/>
                <a:ea typeface="Fira Code"/>
                <a:cs typeface="Fira Code"/>
                <a:sym typeface="Fira Code"/>
              </a:rPr>
              <a:t>..</a:t>
            </a:r>
            <a:endParaRPr sz="5000">
              <a:solidFill>
                <a:schemeClr val="accent5"/>
              </a:solidFill>
            </a:endParaRPr>
          </a:p>
        </p:txBody>
      </p:sp>
    </p:spTree>
  </p:cSld>
  <p:clrMapOvr>
    <a:masterClrMapping/>
  </p:clrMapOvr>
  <mc:AlternateContent xmlns:mc="http://schemas.openxmlformats.org/markup-compatibility/2006" xmlns:p14="http://schemas.microsoft.com/office/powerpoint/2010/main">
    <mc:Choice Requires="p14">
      <p:transition spd="slow" p14:dur="1750">
        <p:fade/>
      </p:transition>
    </mc:Choice>
    <mc:Fallback xmlns="">
      <p:transition spd="slow">
        <p:fade/>
      </p:transition>
    </mc:Fallback>
  </mc:AlternateContent>
</p:sld>
</file>

<file path=ppt/theme/theme1.xml><?xml version="1.0" encoding="utf-8"?>
<a:theme xmlns:a="http://schemas.openxmlformats.org/drawingml/2006/main" name="Introduction to Java Programming for High School by Slidesgo">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482</Words>
  <Application>Microsoft Office PowerPoint</Application>
  <PresentationFormat>On-screen Show (16:9)</PresentationFormat>
  <Paragraphs>94</Paragraphs>
  <Slides>16</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Bebas Neue</vt:lpstr>
      <vt:lpstr>Fira Code</vt:lpstr>
      <vt:lpstr>KG Primary Penmanship</vt:lpstr>
      <vt:lpstr>Source Code Pro Medium</vt:lpstr>
      <vt:lpstr>Source Code Pro</vt:lpstr>
      <vt:lpstr>Nunito Light</vt:lpstr>
      <vt:lpstr>Comfortaa</vt:lpstr>
      <vt:lpstr>Arial</vt:lpstr>
      <vt:lpstr>Anaheim</vt:lpstr>
      <vt:lpstr>Introduction to Java Programming for High School by Slidesgo</vt:lpstr>
      <vt:lpstr>Introduction to  Polymorphism   </vt:lpstr>
      <vt:lpstr>Presented by</vt:lpstr>
      <vt:lpstr>Table of contents</vt:lpstr>
      <vt:lpstr>Topic  preview </vt:lpstr>
      <vt:lpstr>What is Polymorphism ?</vt:lpstr>
      <vt:lpstr>Types  </vt:lpstr>
      <vt:lpstr>Here are two  types</vt:lpstr>
      <vt:lpstr>Static polymorphism  !</vt:lpstr>
      <vt:lpstr>Static  polymorphism  </vt:lpstr>
      <vt:lpstr>Dynamic polmorphism   </vt:lpstr>
      <vt:lpstr>Dynamic  polymorphism  </vt:lpstr>
      <vt:lpstr>Real Life Example </vt:lpstr>
      <vt:lpstr>Benefits  </vt:lpstr>
      <vt:lpstr>Benefits  </vt:lpstr>
      <vt:lpstr> 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Polymarphisim</dc:title>
  <dc:creator>sarwa nand</dc:creator>
  <cp:lastModifiedBy>Ghulam Mustafa</cp:lastModifiedBy>
  <cp:revision>22</cp:revision>
  <dcterms:modified xsi:type="dcterms:W3CDTF">2026-08-02T21:23:39Z</dcterms:modified>
</cp:coreProperties>
</file>