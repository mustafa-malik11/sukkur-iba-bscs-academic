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6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49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1392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946" y="2519679"/>
            <a:ext cx="10590790" cy="3213178"/>
          </a:xfrm>
        </p:spPr>
        <p:txBody>
          <a:bodyPr anchor="b"/>
          <a:lstStyle>
            <a:lvl1pPr>
              <a:defRPr sz="64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385946" y="5732856"/>
            <a:ext cx="10590790" cy="1033704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2190781" y="2150669"/>
            <a:ext cx="1188719" cy="3657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10742372" y="3873399"/>
            <a:ext cx="4631754" cy="36576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423049" y="354876"/>
            <a:ext cx="1005839" cy="92122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80977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945" y="3124200"/>
            <a:ext cx="10590791" cy="40995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339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3213174"/>
            <a:ext cx="5221230" cy="2740589"/>
          </a:xfrm>
        </p:spPr>
        <p:txBody>
          <a:bodyPr anchor="ctr"/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671" y="3213173"/>
            <a:ext cx="4509054" cy="2740589"/>
          </a:xfrm>
        </p:spPr>
        <p:txBody>
          <a:bodyPr anchor="ctr"/>
          <a:lstStyle>
            <a:lvl1pPr marL="0" indent="0" algn="l">
              <a:buNone/>
              <a:defRPr sz="24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23548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5945" y="3124201"/>
            <a:ext cx="5790190" cy="409956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50455" y="3124200"/>
            <a:ext cx="5790191" cy="40995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9594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6" y="3124200"/>
            <a:ext cx="579018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5945" y="3815715"/>
            <a:ext cx="5790190" cy="3408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50455" y="3124200"/>
            <a:ext cx="579019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50455" y="3815715"/>
            <a:ext cx="5790191" cy="3408047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030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13696" cy="84835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669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7012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6" y="1554480"/>
            <a:ext cx="3351790" cy="1920240"/>
          </a:xfrm>
        </p:spPr>
        <p:txBody>
          <a:bodyPr anchor="b"/>
          <a:lstStyle>
            <a:lvl1pPr algn="l">
              <a:defRPr sz="288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7375" y="1737360"/>
            <a:ext cx="6228079" cy="54864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385945" y="3755137"/>
            <a:ext cx="3351790" cy="3474719"/>
          </a:xfrm>
        </p:spPr>
        <p:txBody>
          <a:bodyPr/>
          <a:lstStyle>
            <a:lvl1pPr marL="0" indent="0">
              <a:buNone/>
              <a:defRPr sz="168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8183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6" y="2032000"/>
            <a:ext cx="4638161" cy="2082800"/>
          </a:xfrm>
        </p:spPr>
        <p:txBody>
          <a:bodyPr anchor="b">
            <a:normAutofit/>
          </a:bodyPr>
          <a:lstStyle>
            <a:lvl1pPr algn="l">
              <a:defRPr sz="432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57444" y="1371600"/>
            <a:ext cx="3872632" cy="548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385945" y="4389120"/>
            <a:ext cx="4631054" cy="1645920"/>
          </a:xfrm>
        </p:spPr>
        <p:txBody>
          <a:bodyPr>
            <a:normAutofit/>
          </a:bodyPr>
          <a:lstStyle>
            <a:lvl1pPr marL="0" indent="0">
              <a:buNone/>
              <a:defRPr sz="168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53018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5963912"/>
            <a:ext cx="10590791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5945" y="822960"/>
            <a:ext cx="10590791" cy="4114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6643998"/>
            <a:ext cx="10590790" cy="592454"/>
          </a:xfrm>
        </p:spPr>
        <p:txBody>
          <a:bodyPr>
            <a:normAutofit/>
          </a:bodyPr>
          <a:lstStyle>
            <a:lvl1pPr marL="0" indent="0">
              <a:buNone/>
              <a:defRPr sz="144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751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8558" y="1276101"/>
            <a:ext cx="10598179" cy="164758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251960"/>
            <a:ext cx="10590791" cy="297180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67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1057879" y="728803"/>
            <a:ext cx="962294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2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11861350" y="3136545"/>
            <a:ext cx="783316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2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8254" y="1178561"/>
            <a:ext cx="10144687" cy="3235958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2335135" y="4414519"/>
            <a:ext cx="9277463" cy="41060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68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6" y="6035040"/>
            <a:ext cx="11093876" cy="1197428"/>
          </a:xfrm>
        </p:spPr>
        <p:txBody>
          <a:bodyPr anchor="ctr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38106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2844800"/>
            <a:ext cx="10590792" cy="2187017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6029960"/>
            <a:ext cx="10590791" cy="1032480"/>
          </a:xfrm>
        </p:spPr>
        <p:txBody>
          <a:bodyPr anchor="t"/>
          <a:lstStyle>
            <a:lvl1pPr marL="0" indent="0" algn="l">
              <a:buNone/>
              <a:defRPr sz="24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68473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90791" cy="848357"/>
          </a:xfrm>
        </p:spPr>
        <p:txBody>
          <a:bodyPr/>
          <a:lstStyle>
            <a:lvl1pPr>
              <a:defRPr sz="43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3124203"/>
            <a:ext cx="3770254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85944" y="3815717"/>
            <a:ext cx="3770255" cy="341675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5266" y="3124200"/>
            <a:ext cx="377641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5415266" y="3815716"/>
            <a:ext cx="3776411" cy="341675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465762" y="3124201"/>
            <a:ext cx="377487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9465995" y="3815715"/>
            <a:ext cx="3774643" cy="341675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284765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9326881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43317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90791" cy="848357"/>
          </a:xfrm>
        </p:spPr>
        <p:txBody>
          <a:bodyPr/>
          <a:lstStyle>
            <a:lvl1pPr>
              <a:defRPr sz="43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5439413"/>
            <a:ext cx="366052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601464" y="3124200"/>
            <a:ext cx="3229490" cy="190981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85945" y="6130927"/>
            <a:ext cx="3660526" cy="1101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2638" y="5439413"/>
            <a:ext cx="3660526" cy="691516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698155" y="3124200"/>
            <a:ext cx="3229492" cy="190981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5484206" y="6130926"/>
            <a:ext cx="3660526" cy="1101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79331" y="5439414"/>
            <a:ext cx="3661314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795637" y="3124200"/>
            <a:ext cx="3229490" cy="190981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9579330" y="6130925"/>
            <a:ext cx="3661315" cy="1101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5286997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9357362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73333" y="7670206"/>
            <a:ext cx="4373138" cy="36576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30479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90791" cy="8483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5945" y="3124200"/>
            <a:ext cx="10590791" cy="409956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834527" y="7670206"/>
            <a:ext cx="1188719" cy="365759"/>
          </a:xfrm>
        </p:spPr>
        <p:txBody>
          <a:bodyPr/>
          <a:lstStyle/>
          <a:p>
            <a:fld id="{55C6B4A9-1611-4792-9094-5F34BCA07E0B}" type="datetimeFigureOut">
              <a:rPr lang="en-US" smtClean="0"/>
              <a:t>4/21/2025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89733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2283" y="1534160"/>
            <a:ext cx="1691958" cy="5698308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5945" y="1534160"/>
            <a:ext cx="7507230" cy="569830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783725" y="7670206"/>
            <a:ext cx="1190562" cy="365759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54553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84117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8636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68710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23799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0907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6444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26723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28577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3754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8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385945" y="1168402"/>
            <a:ext cx="10513696" cy="8483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3124200"/>
            <a:ext cx="10513696" cy="4099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783725" y="7670206"/>
            <a:ext cx="1188719" cy="365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>
                <a:solidFill>
                  <a:schemeClr val="accent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3333" y="7670206"/>
            <a:ext cx="4631754" cy="3657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2423049" y="354876"/>
            <a:ext cx="1005839" cy="921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36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100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6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2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235881"/>
            <a:ext cx="129974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Magnetic Dipole: Energy and Magnetic Interaction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848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Physics Presentation</a:t>
            </a:r>
            <a:endParaRPr lang="en-US" sz="4450" dirty="0"/>
          </a:p>
        </p:txBody>
      </p:sp>
      <p:sp>
        <p:nvSpPr>
          <p:cNvPr id="4" name="TextBox 3"/>
          <p:cNvSpPr txBox="1"/>
          <p:nvPr/>
        </p:nvSpPr>
        <p:spPr>
          <a:xfrm>
            <a:off x="2775857" y="5704114"/>
            <a:ext cx="9154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M.Shayaan &amp; Awais Ahmed Channa</a:t>
            </a: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495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11194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presentation explores the concept of a magnetic dipole, its interaction with energy, and how magnetic fields influence it.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9170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Magnetic dipoles play a fundamental role in electromagnetism and modern technology.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09888"/>
            <a:ext cx="70513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a Magnetic Dipole?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72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magnetic dipole consists of two opposite magnetic poles separated by a small distance.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is characterized by a magnetic moment (μ), a vector quantity pointing from south to north.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examples include bar magnets and current loops.</a:t>
            </a:r>
            <a:endParaRPr lang="en-US" sz="17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4551" y="2669211"/>
            <a:ext cx="4939393" cy="33034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8788"/>
            <a:ext cx="73965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Magnetic Dipole Moment (μ)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511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magnetic dipole moment quantifies the strength and direction of a dipole's magnetism.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933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Formula: μ = I × A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355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I = current, A = area vector of the loop.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777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Unit: </a:t>
            </a:r>
            <a:r>
              <a:rPr lang="en-US" sz="1750" kern="0" spc="-36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Ampere· meter square </a:t>
            </a: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(A·m²)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09888"/>
            <a:ext cx="80094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Interaction with Magnetic Field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72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placed in a magnetic field (B), a magnetic dipole experiences a torque.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torque tends to align the dipole with the field.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also has an associated potential energy.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8788"/>
            <a:ext cx="72929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Energy of a Magnetic Dipole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511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potential energy (U) of a magnetic dipole in a magnetic field is: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933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 = -μ · B = -|μ||B|cosθ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355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θ is the angle between μ and B.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777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energy when aligned (θ = 0°), maximum when anti-aligned (θ = 180°).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87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511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Magnetic Resonance Imaging (MRI)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933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Magnetic sensors and compasses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355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Hard disk data storage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777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Electromagnetic theory and quantum mechanics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098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72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Magnetic dipoles are fundamental in physics.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Their interaction with magnetic fields leads to torque and potential energy.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Applications span medical imaging, electronics, and fundamental science.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64429" y="3592287"/>
            <a:ext cx="69015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Thankyou!</a:t>
            </a:r>
            <a:endParaRPr lang="en-US" sz="72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428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</TotalTime>
  <Words>314</Words>
  <Application>Microsoft Office PowerPoint</Application>
  <PresentationFormat>Custom</PresentationFormat>
  <Paragraphs>42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Century Gothic</vt:lpstr>
      <vt:lpstr>Inter</vt:lpstr>
      <vt:lpstr>Inter Bold</vt:lpstr>
      <vt:lpstr>Times New Roman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noor</cp:lastModifiedBy>
  <cp:revision>7</cp:revision>
  <dcterms:created xsi:type="dcterms:W3CDTF">2025-04-21T05:08:05Z</dcterms:created>
  <dcterms:modified xsi:type="dcterms:W3CDTF">2025-04-21T06:46:46Z</dcterms:modified>
</cp:coreProperties>
</file>