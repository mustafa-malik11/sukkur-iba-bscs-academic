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4" r:id="rId3"/>
    <p:sldId id="268" r:id="rId4"/>
    <p:sldId id="265" r:id="rId5"/>
    <p:sldId id="272" r:id="rId6"/>
    <p:sldId id="273" r:id="rId7"/>
    <p:sldId id="271" r:id="rId8"/>
    <p:sldId id="266" r:id="rId9"/>
    <p:sldId id="263" r:id="rId10"/>
    <p:sldId id="267" r:id="rId11"/>
    <p:sldId id="258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86013" y="2018187"/>
            <a:ext cx="49006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Electrostatics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81359" y="2714582"/>
            <a:ext cx="3743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Applied Physics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1359" y="3325295"/>
            <a:ext cx="3743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Farhan Ahmed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1459" y="1394941"/>
            <a:ext cx="85439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Applied physics is the application of physics to solve scientific or engineering problems.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It is usually considered a bridge or a connection between physics and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3235" y="400028"/>
            <a:ext cx="3743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Applied Physics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459" y="4098013"/>
            <a:ext cx="82153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Applied physics is rooted in the fundamental truths and basic concepts of the physical sciences.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Utilization of scientific principles in practical devices and systems and with the application of physics in other areas of science and technology.</a:t>
            </a:r>
          </a:p>
        </p:txBody>
      </p:sp>
    </p:spTree>
    <p:extLst>
      <p:ext uri="{BB962C8B-B14F-4D97-AF65-F5344CB8AC3E}">
        <p14:creationId xmlns:p14="http://schemas.microsoft.com/office/powerpoint/2010/main" val="328636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460670"/>
            <a:ext cx="85439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Text Book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1. Fundamental of Physics, by Halliday, Resnick and John Walker (8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edition)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3235" y="400028"/>
            <a:ext cx="3743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Applied Physics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841088"/>
            <a:ext cx="82153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Material 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Electronic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Devices, by Thomas Floyd</a:t>
            </a:r>
            <a:endParaRPr lang="en-GB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" y="1507019"/>
            <a:ext cx="8915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Course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Learning Outcomes (CLO)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 To learn the basic knowledge of fundamentals of Physics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2 To apply the applications concepts of Physics in the real world.</a:t>
            </a:r>
          </a:p>
        </p:txBody>
      </p:sp>
    </p:spTree>
    <p:extLst>
      <p:ext uri="{BB962C8B-B14F-4D97-AF65-F5344CB8AC3E}">
        <p14:creationId xmlns:p14="http://schemas.microsoft.com/office/powerpoint/2010/main" val="382591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30085" y="2818722"/>
            <a:ext cx="24005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 Charge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30379" y="1393718"/>
            <a:ext cx="304666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</a:t>
            </a:r>
            <a:r>
              <a:rPr lang="en-GB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statics</a:t>
            </a:r>
            <a:endParaRPr lang="en-GB" sz="2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820512" y="1802149"/>
            <a:ext cx="560792" cy="109154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11684" y="2893065"/>
            <a:ext cx="1243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Rest</a:t>
            </a:r>
            <a:endParaRPr lang="en-GB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033663" y="1882633"/>
            <a:ext cx="655441" cy="10577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3653748"/>
            <a:ext cx="82772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is a branch of physics in which we deal with the properties of electric charge when the charge at rest.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57969" y="263703"/>
            <a:ext cx="601186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is Electrostatics</a:t>
            </a:r>
            <a:endParaRPr lang="en-GB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599" y="4783763"/>
            <a:ext cx="82153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1A1A1A"/>
                </a:solidFill>
                <a:latin typeface="Georgia" panose="02040502050405020303" pitchFamily="18" charset="0"/>
              </a:rPr>
              <a:t> 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study of electromagnetic phenomena that occur when there are no moving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charges.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9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3514" y="339297"/>
            <a:ext cx="533649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is Electric Charge </a:t>
            </a:r>
            <a:endParaRPr lang="en-GB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296" y="1302917"/>
            <a:ext cx="870022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Electric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charge (symbol q, sometimes Q) is the physical property of matter that causes it to experience a 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 force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various object.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charge can be positive or negative. </a:t>
            </a:r>
            <a:endParaRPr lang="en-GB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Like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charges repel each other and unlike charges attract each other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5"/>
          <a:stretch/>
        </p:blipFill>
        <p:spPr>
          <a:xfrm>
            <a:off x="2828920" y="4401644"/>
            <a:ext cx="3300418" cy="229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3514" y="339297"/>
            <a:ext cx="533649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is Electric Charge </a:t>
            </a:r>
            <a:endParaRPr lang="en-GB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7128" y="1470951"/>
            <a:ext cx="82772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can divide our discussion about charge into static electricity phenomena and electric current. 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Static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electricity refers to charge that doesn't move unless "triggered" to do so. </a:t>
            </a:r>
            <a:endParaRPr lang="en-GB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common example you've experienced is getting a shock when you touch something metal, usually in the winter when the air is dry</a:t>
            </a:r>
          </a:p>
        </p:txBody>
      </p:sp>
    </p:spTree>
    <p:extLst>
      <p:ext uri="{BB962C8B-B14F-4D97-AF65-F5344CB8AC3E}">
        <p14:creationId xmlns:p14="http://schemas.microsoft.com/office/powerpoint/2010/main" val="258777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1459" y="1394941"/>
            <a:ext cx="85439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Electricity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is the flow of electrical energy caused by the movement of tiny particles called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electrons.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50312" y="315084"/>
            <a:ext cx="61007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Electricity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1459" y="2474798"/>
            <a:ext cx="82153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These charged particles simply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release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electrical energy when they move in a particular way. </a:t>
            </a:r>
          </a:p>
        </p:txBody>
      </p:sp>
      <p:sp>
        <p:nvSpPr>
          <p:cNvPr id="2" name="Rectangle 1"/>
          <p:cNvSpPr/>
          <p:nvPr/>
        </p:nvSpPr>
        <p:spPr>
          <a:xfrm>
            <a:off x="414337" y="3554655"/>
            <a:ext cx="754380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Every atom has three basic component parts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Protons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 —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Positively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charged particles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Neutrons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 —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Particles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 no charge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Electrons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 —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Negatively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charged particles</a:t>
            </a:r>
            <a:endParaRPr lang="en-GB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97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1459" y="1394941"/>
            <a:ext cx="8543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protons and neutrons stay in the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centre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atom.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86007" y="417652"/>
            <a:ext cx="61007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What is Electricity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1459" y="2044768"/>
            <a:ext cx="82153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T</a:t>
            </a:r>
            <a:r>
              <a:rPr lang="en-GB" sz="2400" dirty="0" smtClean="0"/>
              <a:t>he </a:t>
            </a:r>
            <a:r>
              <a:rPr lang="en-GB" sz="2400" dirty="0"/>
              <a:t>electrons orbit around the </a:t>
            </a:r>
            <a:r>
              <a:rPr lang="en-GB" sz="2400" dirty="0" smtClean="0"/>
              <a:t>nucleus.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5"/>
          <a:stretch/>
        </p:blipFill>
        <p:spPr>
          <a:xfrm>
            <a:off x="2386007" y="3128963"/>
            <a:ext cx="4368469" cy="304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2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1459" y="1094903"/>
            <a:ext cx="85439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electricity (i.e. transfer of electrons) that is produced due to friction</a:t>
            </a:r>
            <a:r>
              <a:rPr lang="en-GB" sz="2400" b="1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called frictional electricity. </a:t>
            </a:r>
            <a:endParaRPr lang="en-GB" sz="2400" b="1" dirty="0" smtClean="0">
              <a:solidFill>
                <a:srgbClr val="2021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b="1" dirty="0" smtClean="0">
              <a:solidFill>
                <a:srgbClr val="2021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 smtClean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GB" sz="2400" b="1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rub two neutral bodies, there will be some transfer of electrons from one body to the other due to structural modifications because of the frictional forces acting on them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15752" y="337487"/>
            <a:ext cx="34553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Frictional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Electricity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252" y="4068310"/>
            <a:ext cx="5274333" cy="263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1456" y="890230"/>
            <a:ext cx="85439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Electrons in glass are loosely bound in it than the electrons in silk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sz="2400" b="1" dirty="0" smtClean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glass and silk are rubbed together, the comparatively loosely bound electron from glass get transferred to silk.</a:t>
            </a:r>
            <a:endParaRPr lang="en-GB" sz="2400" b="1" dirty="0">
              <a:solidFill>
                <a:srgbClr val="040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15752" y="337487"/>
            <a:ext cx="34553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Frictional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Electricity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1458" y="5751830"/>
            <a:ext cx="85439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result , glass become positively charged and silk become negatively charge.</a:t>
            </a:r>
            <a:endParaRPr lang="en-GB" sz="2400" dirty="0">
              <a:solidFill>
                <a:srgbClr val="040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130" y="3219128"/>
            <a:ext cx="4290731" cy="214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1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0035" y="2473467"/>
            <a:ext cx="85439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If the electrons are transferred from a body , then the deficiency of electron makes the body positive.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036" y="3428316"/>
            <a:ext cx="85439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 the electrons are gained by a body , then the excess of electrons makes the body negative.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5" y="4564061"/>
            <a:ext cx="3929066" cy="22939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3037" y="367160"/>
            <a:ext cx="59779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frictional electrification </a:t>
            </a:r>
            <a:r>
              <a:rPr lang="en-GB" sz="2400" b="1" dirty="0" smtClean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caused</a:t>
            </a:r>
            <a:endParaRPr lang="en-GB" sz="2400" b="1" dirty="0">
              <a:solidFill>
                <a:srgbClr val="040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161" y="1133573"/>
            <a:ext cx="82153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When a body is rubbed with another, due to friction, some electrons from one body gets transferred to the other body.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0035" y="2473467"/>
            <a:ext cx="85439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If the electrons are transferred from a body , then the deficiency of electron makes the body positive.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036" y="3428316"/>
            <a:ext cx="85439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 the electrons are gained by a body , then the excess of electrons makes the body negative.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5" y="4564061"/>
            <a:ext cx="3929066" cy="22939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3037" y="367160"/>
            <a:ext cx="59779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is frictional electrification </a:t>
            </a:r>
            <a:r>
              <a:rPr lang="en-GB" sz="2400" b="1" dirty="0" smtClean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caused</a:t>
            </a:r>
            <a:endParaRPr lang="en-GB" sz="2400" b="1" dirty="0">
              <a:solidFill>
                <a:srgbClr val="040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161" y="1133573"/>
            <a:ext cx="82153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When a body is rubbed with another, due to friction, some electrons from one body gets transferred to the other body.</a:t>
            </a:r>
          </a:p>
        </p:txBody>
      </p:sp>
    </p:spTree>
    <p:extLst>
      <p:ext uri="{BB962C8B-B14F-4D97-AF65-F5344CB8AC3E}">
        <p14:creationId xmlns:p14="http://schemas.microsoft.com/office/powerpoint/2010/main" val="404383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427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FAJ</dc:creator>
  <cp:keywords/>
  <dc:description>generated using python-pptx</dc:description>
  <cp:lastModifiedBy>farhan ahmed</cp:lastModifiedBy>
  <cp:revision>25</cp:revision>
  <dcterms:created xsi:type="dcterms:W3CDTF">2013-01-27T09:14:16Z</dcterms:created>
  <dcterms:modified xsi:type="dcterms:W3CDTF">2024-01-18T11:14:06Z</dcterms:modified>
  <cp:category/>
</cp:coreProperties>
</file>