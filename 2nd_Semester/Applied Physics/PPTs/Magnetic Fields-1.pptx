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92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3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07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6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75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6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91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8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4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2838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60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0859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02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14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7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B8C8C-8B6A-4A50-9C0B-0844FDC0A81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7CC242D-9AC2-4DA5-BD64-D794E1AF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03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Magnetic Fields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 to Magnetism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4741244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Magnetic Field?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37044" y="1441273"/>
            <a:ext cx="1001584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magnetic field is a region around a magnetic material or a moving electric charge within which the force of magnetism 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Represented by field lines (imaginary lines used to visualize the magnetic influence).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71525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a Magnetic Field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Magnetic field around a bar magnet</a:t>
            </a:r>
            <a:endParaRPr lang="en-US" dirty="0"/>
          </a:p>
          <a:p>
            <a:r>
              <a:rPr lang="en-US" b="1" dirty="0"/>
              <a:t>Description:</a:t>
            </a:r>
            <a:br>
              <a:rPr lang="en-US" dirty="0"/>
            </a:br>
            <a:r>
              <a:rPr lang="en-US" dirty="0"/>
              <a:t>When you place a bar magnet on a table and sprinkle iron filings around it, the filings align along invisible lines. These lines represent the </a:t>
            </a:r>
            <a:r>
              <a:rPr lang="en-US" b="1" dirty="0"/>
              <a:t>magnetic field</a:t>
            </a:r>
            <a:r>
              <a:rPr lang="en-US" dirty="0"/>
              <a:t> — they emerge from the </a:t>
            </a:r>
            <a:r>
              <a:rPr lang="en-US" b="1" dirty="0"/>
              <a:t>north pole</a:t>
            </a:r>
            <a:r>
              <a:rPr lang="en-US" dirty="0"/>
              <a:t> and curve around to enter the </a:t>
            </a:r>
            <a:r>
              <a:rPr lang="en-US" b="1" dirty="0"/>
              <a:t>south pole</a:t>
            </a:r>
            <a:r>
              <a:rPr lang="en-US" dirty="0"/>
              <a:t>.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r>
              <a:rPr lang="en-US" dirty="0"/>
              <a:t>Magnetic field lines are </a:t>
            </a:r>
            <a:r>
              <a:rPr lang="en-US" b="1" dirty="0"/>
              <a:t>closer together near the poles</a:t>
            </a:r>
            <a:r>
              <a:rPr lang="en-US" dirty="0"/>
              <a:t>, showing stronger magnetic force.</a:t>
            </a:r>
          </a:p>
          <a:p>
            <a:r>
              <a:rPr lang="en-US" dirty="0"/>
              <a:t>The lines form </a:t>
            </a:r>
            <a:r>
              <a:rPr lang="en-US" b="1" dirty="0"/>
              <a:t>closed loops</a:t>
            </a:r>
            <a:r>
              <a:rPr lang="en-US" dirty="0"/>
              <a:t>, continuing through the magnet from south to north inside.</a:t>
            </a:r>
          </a:p>
          <a:p>
            <a:r>
              <a:rPr lang="en-US" dirty="0"/>
              <a:t>This field can </a:t>
            </a:r>
            <a:r>
              <a:rPr lang="en-US" b="1" dirty="0"/>
              <a:t>attract ferromagnetic materials</a:t>
            </a:r>
            <a:r>
              <a:rPr lang="en-US" dirty="0"/>
              <a:t> like iron, nickel, and cobalt.</a:t>
            </a:r>
          </a:p>
          <a:p>
            <a:r>
              <a:rPr lang="en-US" b="1" dirty="0"/>
              <a:t>Visual Tip:</a:t>
            </a:r>
            <a:br>
              <a:rPr lang="en-US" dirty="0"/>
            </a:br>
            <a:r>
              <a:rPr lang="en-US" dirty="0"/>
              <a:t>Use an image showing iron filings around a bar magnet — looks like this:</a:t>
            </a:r>
          </a:p>
          <a:p>
            <a:r>
              <a:rPr lang="en-US" dirty="0"/>
              <a:t>N  ——-&gt;——-&gt;——-&gt;——-&gt;——-&gt;  S</a:t>
            </a:r>
          </a:p>
          <a:p>
            <a:r>
              <a:rPr lang="en-US" dirty="0"/>
              <a:t>    (Curved field lines around the magnet)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2971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693" y="1524001"/>
            <a:ext cx="5671737" cy="3778250"/>
          </a:xfrm>
        </p:spPr>
      </p:pic>
    </p:spTree>
    <p:extLst>
      <p:ext uri="{BB962C8B-B14F-4D97-AF65-F5344CB8AC3E}">
        <p14:creationId xmlns:p14="http://schemas.microsoft.com/office/powerpoint/2010/main" val="3753922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Magnetic Fields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24239" y="2250869"/>
            <a:ext cx="963436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magnets</a:t>
            </a:r>
            <a:r>
              <a:rPr kumimoji="0" 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lodestone)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Electromagnets</a:t>
            </a:r>
            <a:r>
              <a:rPr kumimoji="0" 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(current-carrying wires)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Earth’s magnetic field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Permanent magnets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19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Field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Show how field lines emerge from the north pole and enter the south pole.</a:t>
            </a:r>
          </a:p>
          <a:p>
            <a:r>
              <a:rPr lang="en-US" sz="3200" dirty="0"/>
              <a:t>Never cross each other.</a:t>
            </a:r>
          </a:p>
          <a:p>
            <a:r>
              <a:rPr lang="en-US" sz="3200" dirty="0"/>
              <a:t>Denser lines = stronger field.</a:t>
            </a:r>
          </a:p>
          <a:p>
            <a:r>
              <a:rPr lang="en-US" sz="3200" i="1" dirty="0"/>
              <a:t>Diagram suggestion:</a:t>
            </a:r>
            <a:r>
              <a:rPr lang="en-US" sz="3200" dirty="0"/>
              <a:t> Use a bar magnet with iron filings pattern.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49953128"/>
      </p:ext>
    </p:extLst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Magnetic Field Due to a Current-Carrying Wire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300888" y="2343089"/>
            <a:ext cx="859401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Right-hand rule to determine direction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Circular field lines around the wire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Field strength depends on current and distance from the wire</a:t>
            </a:r>
          </a:p>
        </p:txBody>
      </p:sp>
    </p:spTree>
    <p:extLst>
      <p:ext uri="{BB962C8B-B14F-4D97-AF65-F5344CB8AC3E}">
        <p14:creationId xmlns:p14="http://schemas.microsoft.com/office/powerpoint/2010/main" val="145941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Field in a Solenoid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98380" y="2642739"/>
            <a:ext cx="986199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Solenoid: a coil of wire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a strong, uniform magnetic field inside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Acts like a bar magnet</a:t>
            </a:r>
          </a:p>
        </p:txBody>
      </p:sp>
    </p:spTree>
    <p:extLst>
      <p:ext uri="{BB962C8B-B14F-4D97-AF65-F5344CB8AC3E}">
        <p14:creationId xmlns:p14="http://schemas.microsoft.com/office/powerpoint/2010/main" val="82335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Earth’s Magnetic Field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2091537"/>
            <a:ext cx="951574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Earth behaves like a giant magnet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Magnetic poles vs. geographic poles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navigation (compass)</a:t>
            </a:r>
          </a:p>
        </p:txBody>
      </p:sp>
    </p:spTree>
    <p:extLst>
      <p:ext uri="{BB962C8B-B14F-4D97-AF65-F5344CB8AC3E}">
        <p14:creationId xmlns:p14="http://schemas.microsoft.com/office/powerpoint/2010/main" val="2473713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Magnetic Fields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92925" y="2440340"/>
            <a:ext cx="815159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 motors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Magnetic levitation (Maglev trains)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MRI machines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Transformers and generators</a:t>
            </a:r>
          </a:p>
        </p:txBody>
      </p:sp>
    </p:spTree>
    <p:extLst>
      <p:ext uri="{BB962C8B-B14F-4D97-AF65-F5344CB8AC3E}">
        <p14:creationId xmlns:p14="http://schemas.microsoft.com/office/powerpoint/2010/main" val="3679701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0426770"/>
              </p:ext>
            </p:extLst>
          </p:nvPr>
        </p:nvGraphicFramePr>
        <p:xfrm>
          <a:off x="2251462" y="2607465"/>
          <a:ext cx="8915400" cy="219456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Magnetic 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Electric 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Moving charges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Charges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Acts 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Moving charges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All charges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Field 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Start/end on charges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92925" y="864448"/>
            <a:ext cx="5517857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Magnetic Field </a:t>
            </a:r>
            <a:r>
              <a:rPr kumimoji="0" 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Electric Field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40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Quiz Questions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849" y="2133599"/>
            <a:ext cx="9708763" cy="413539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4000" b="1" dirty="0"/>
              <a:t>1. What is the shape of magnetic field lines around a straight current-carrying wire?</a:t>
            </a:r>
            <a:br>
              <a:rPr lang="en-US" sz="4000" dirty="0"/>
            </a:br>
            <a:r>
              <a:rPr lang="en-US" sz="4000" dirty="0"/>
              <a:t>a) Straight lines</a:t>
            </a:r>
            <a:br>
              <a:rPr lang="en-US" sz="4000" dirty="0"/>
            </a:br>
            <a:r>
              <a:rPr lang="en-US" sz="4000" dirty="0"/>
              <a:t>b) Circular loops</a:t>
            </a:r>
            <a:br>
              <a:rPr lang="en-US" sz="4000" dirty="0"/>
            </a:br>
            <a:r>
              <a:rPr lang="en-US" sz="4000" dirty="0"/>
              <a:t>c) </a:t>
            </a:r>
            <a:r>
              <a:rPr lang="en-US" sz="4000" dirty="0" err="1"/>
              <a:t>Zig-zag</a:t>
            </a:r>
            <a:r>
              <a:rPr lang="en-US" sz="4000" dirty="0"/>
              <a:t> lines</a:t>
            </a:r>
            <a:br>
              <a:rPr lang="en-US" sz="4000" dirty="0"/>
            </a:br>
            <a:r>
              <a:rPr lang="en-US" sz="4000" dirty="0"/>
              <a:t>d) Parabolas</a:t>
            </a:r>
          </a:p>
          <a:p>
            <a:r>
              <a:rPr lang="en-US" sz="4000" b="1" dirty="0"/>
              <a:t>2. Which rule is used to determine the direction of magnetic field around a wire?</a:t>
            </a:r>
            <a:br>
              <a:rPr lang="en-US" sz="4000" dirty="0"/>
            </a:br>
            <a:r>
              <a:rPr lang="en-US" sz="4000" dirty="0"/>
              <a:t>a) Left-hand rule</a:t>
            </a:r>
            <a:br>
              <a:rPr lang="en-US" sz="4000" dirty="0"/>
            </a:br>
            <a:r>
              <a:rPr lang="en-US" sz="4000" dirty="0"/>
              <a:t>b) Fleming’s right-hand rule</a:t>
            </a:r>
            <a:br>
              <a:rPr lang="en-US" sz="4000" dirty="0"/>
            </a:br>
            <a:r>
              <a:rPr lang="en-US" sz="4000" dirty="0"/>
              <a:t>c) Ampere’s rule</a:t>
            </a:r>
            <a:br>
              <a:rPr lang="en-US" sz="4000" dirty="0"/>
            </a:br>
            <a:r>
              <a:rPr lang="en-US" sz="4000" dirty="0"/>
              <a:t>d) Right-hand thumb rule</a:t>
            </a:r>
          </a:p>
          <a:p>
            <a:r>
              <a:rPr lang="en-US" sz="4000" b="1" dirty="0"/>
              <a:t>3. What is a solenoid?</a:t>
            </a:r>
            <a:br>
              <a:rPr lang="en-US" sz="4000" dirty="0"/>
            </a:br>
            <a:r>
              <a:rPr lang="en-US" sz="4000" dirty="0"/>
              <a:t>a) A type of permanent magnet</a:t>
            </a:r>
            <a:br>
              <a:rPr lang="en-US" sz="4000" dirty="0"/>
            </a:br>
            <a:r>
              <a:rPr lang="en-US" sz="4000" dirty="0"/>
              <a:t>b) A loop of metal</a:t>
            </a:r>
            <a:br>
              <a:rPr lang="en-US" sz="4000" dirty="0"/>
            </a:br>
            <a:r>
              <a:rPr lang="en-US" sz="4000" dirty="0"/>
              <a:t>c) A coil of wire that acts like a magnet</a:t>
            </a:r>
            <a:br>
              <a:rPr lang="en-US" sz="4000" dirty="0"/>
            </a:br>
            <a:r>
              <a:rPr lang="en-US" sz="4000" dirty="0"/>
              <a:t>d) A magnetic field detector</a:t>
            </a:r>
          </a:p>
          <a:p>
            <a:r>
              <a:rPr lang="en-US" sz="4000" b="1" dirty="0"/>
              <a:t>4. What happens to the magnetic field strength if the current in a wire increases?</a:t>
            </a:r>
            <a:br>
              <a:rPr lang="en-US" sz="4000" dirty="0"/>
            </a:br>
            <a:r>
              <a:rPr lang="en-US" sz="4000" dirty="0"/>
              <a:t>a) It decreases</a:t>
            </a:r>
            <a:br>
              <a:rPr lang="en-US" sz="4000" dirty="0"/>
            </a:br>
            <a:r>
              <a:rPr lang="en-US" sz="4000" dirty="0"/>
              <a:t>b) It stays the same</a:t>
            </a:r>
            <a:br>
              <a:rPr lang="en-US" sz="4000" dirty="0"/>
            </a:br>
            <a:r>
              <a:rPr lang="en-US" sz="4000" dirty="0"/>
              <a:t>c) It increases</a:t>
            </a:r>
            <a:br>
              <a:rPr lang="en-US" sz="4000" dirty="0"/>
            </a:br>
            <a:r>
              <a:rPr lang="en-US" sz="4000" dirty="0"/>
              <a:t>d) It disappears</a:t>
            </a:r>
          </a:p>
          <a:p>
            <a:r>
              <a:rPr lang="en-US" sz="4000" b="1" dirty="0"/>
              <a:t>5. What is the SI unit of magnetic field strength?</a:t>
            </a:r>
            <a:br>
              <a:rPr lang="en-US" sz="4000" dirty="0"/>
            </a:br>
            <a:r>
              <a:rPr lang="en-US" sz="4000" dirty="0"/>
              <a:t>a) Tesla</a:t>
            </a:r>
            <a:br>
              <a:rPr lang="en-US" sz="4000" dirty="0"/>
            </a:br>
            <a:r>
              <a:rPr lang="en-US" sz="4000" dirty="0"/>
              <a:t>b) Newton</a:t>
            </a:r>
            <a:br>
              <a:rPr lang="en-US" sz="4000" dirty="0"/>
            </a:br>
            <a:r>
              <a:rPr lang="en-US" sz="4000" dirty="0"/>
              <a:t>c) Ampere</a:t>
            </a:r>
            <a:br>
              <a:rPr lang="en-US" sz="4000" dirty="0"/>
            </a:br>
            <a:r>
              <a:rPr lang="en-US" sz="4000" dirty="0"/>
              <a:t>d) Ohm</a:t>
            </a:r>
          </a:p>
        </p:txBody>
      </p:sp>
    </p:spTree>
    <p:extLst>
      <p:ext uri="{BB962C8B-B14F-4D97-AF65-F5344CB8AC3E}">
        <p14:creationId xmlns:p14="http://schemas.microsoft.com/office/powerpoint/2010/main" val="1362895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6. In which direction do magnetic field lines travel?</a:t>
            </a:r>
            <a:br>
              <a:rPr lang="en-US" dirty="0"/>
            </a:br>
            <a:r>
              <a:rPr lang="en-US" dirty="0"/>
              <a:t>a) From south to north</a:t>
            </a:r>
            <a:br>
              <a:rPr lang="en-US" dirty="0"/>
            </a:br>
            <a:r>
              <a:rPr lang="en-US" dirty="0"/>
              <a:t>b) In circles</a:t>
            </a:r>
            <a:br>
              <a:rPr lang="en-US" dirty="0"/>
            </a:br>
            <a:r>
              <a:rPr lang="en-US" dirty="0"/>
              <a:t>c) From north to south outside the magnet</a:t>
            </a:r>
            <a:br>
              <a:rPr lang="en-US" dirty="0"/>
            </a:br>
            <a:r>
              <a:rPr lang="en-US" dirty="0"/>
              <a:t>d) From north to south inside the magnet</a:t>
            </a:r>
          </a:p>
          <a:p>
            <a:r>
              <a:rPr lang="en-US" b="1" dirty="0"/>
              <a:t>7. What device is used to detect magnetic fields?</a:t>
            </a:r>
            <a:br>
              <a:rPr lang="en-US" dirty="0"/>
            </a:br>
            <a:r>
              <a:rPr lang="en-US" dirty="0"/>
              <a:t>a) Voltmeter</a:t>
            </a:r>
            <a:br>
              <a:rPr lang="en-US" dirty="0"/>
            </a:br>
            <a:r>
              <a:rPr lang="en-US" dirty="0"/>
              <a:t>b) Galvanometer</a:t>
            </a:r>
            <a:br>
              <a:rPr lang="en-US" dirty="0"/>
            </a:br>
            <a:r>
              <a:rPr lang="en-US" dirty="0"/>
              <a:t>c) Barometer</a:t>
            </a:r>
            <a:br>
              <a:rPr lang="en-US" dirty="0"/>
            </a:br>
            <a:r>
              <a:rPr lang="en-US" dirty="0"/>
              <a:t>d) Thermometer</a:t>
            </a:r>
          </a:p>
          <a:p>
            <a:r>
              <a:rPr lang="en-US" b="1" dirty="0"/>
              <a:t>8. Magnetic field lines never:</a:t>
            </a:r>
            <a:br>
              <a:rPr lang="en-US" dirty="0"/>
            </a:br>
            <a:r>
              <a:rPr lang="en-US" dirty="0"/>
              <a:t>a) Start at the south pole</a:t>
            </a:r>
            <a:br>
              <a:rPr lang="en-US" dirty="0"/>
            </a:br>
            <a:r>
              <a:rPr lang="en-US" dirty="0"/>
              <a:t>b) Cross each other</a:t>
            </a:r>
            <a:br>
              <a:rPr lang="en-US" dirty="0"/>
            </a:br>
            <a:r>
              <a:rPr lang="en-US" dirty="0"/>
              <a:t>c) Form closed loops</a:t>
            </a:r>
            <a:br>
              <a:rPr lang="en-US" dirty="0"/>
            </a:br>
            <a:r>
              <a:rPr lang="en-US" dirty="0"/>
              <a:t>d) Exit the north pole</a:t>
            </a:r>
          </a:p>
          <a:p>
            <a:r>
              <a:rPr lang="en-US" b="1" dirty="0"/>
              <a:t>9. What kind of field is created by a moving electric charge?</a:t>
            </a:r>
            <a:br>
              <a:rPr lang="en-US" dirty="0"/>
            </a:br>
            <a:r>
              <a:rPr lang="en-US" dirty="0"/>
              <a:t>a) Gravitational field</a:t>
            </a:r>
            <a:br>
              <a:rPr lang="en-US" dirty="0"/>
            </a:br>
            <a:r>
              <a:rPr lang="en-US" dirty="0"/>
              <a:t>b) Magnetic field</a:t>
            </a:r>
            <a:br>
              <a:rPr lang="en-US" dirty="0"/>
            </a:br>
            <a:r>
              <a:rPr lang="en-US" dirty="0"/>
              <a:t>c) Thermal field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r>
              <a:rPr lang="en-US" b="1" dirty="0"/>
              <a:t>10. Which of the following is </a:t>
            </a:r>
            <a:r>
              <a:rPr lang="en-US" b="1" i="1" dirty="0"/>
              <a:t>not</a:t>
            </a:r>
            <a:r>
              <a:rPr lang="en-US" b="1" dirty="0"/>
              <a:t> a use of magnetic fields?</a:t>
            </a:r>
            <a:br>
              <a:rPr lang="en-US" dirty="0"/>
            </a:br>
            <a:r>
              <a:rPr lang="en-US" dirty="0"/>
              <a:t>a) MRI scanning</a:t>
            </a:r>
            <a:br>
              <a:rPr lang="en-US" dirty="0"/>
            </a:br>
            <a:r>
              <a:rPr lang="en-US" dirty="0"/>
              <a:t>b) Cooking in a microwave</a:t>
            </a:r>
            <a:br>
              <a:rPr lang="en-US" dirty="0"/>
            </a:br>
            <a:r>
              <a:rPr lang="en-US" dirty="0"/>
              <a:t>c) Magnetic levitation</a:t>
            </a:r>
            <a:br>
              <a:rPr lang="en-US" dirty="0"/>
            </a:br>
            <a:r>
              <a:rPr lang="en-US" dirty="0"/>
              <a:t>d) Electric motor</a:t>
            </a:r>
          </a:p>
        </p:txBody>
      </p:sp>
    </p:spTree>
    <p:extLst>
      <p:ext uri="{BB962C8B-B14F-4D97-AF65-F5344CB8AC3E}">
        <p14:creationId xmlns:p14="http://schemas.microsoft.com/office/powerpoint/2010/main" val="18287921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Quiz Answer Key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2591250"/>
            <a:ext cx="499367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Circular loops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Right-hand thumb rule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coil of wire that acts like a magnet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increases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Tesla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north to south (outside the magnet)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Galvanometer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Cross each other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Magnetic field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Cooking in a microwave</a:t>
            </a:r>
          </a:p>
        </p:txBody>
      </p:sp>
    </p:spTree>
    <p:extLst>
      <p:ext uri="{BB962C8B-B14F-4D97-AF65-F5344CB8AC3E}">
        <p14:creationId xmlns:p14="http://schemas.microsoft.com/office/powerpoint/2010/main" val="325383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282" y="1927654"/>
            <a:ext cx="6292838" cy="3778250"/>
          </a:xfrm>
        </p:spPr>
      </p:pic>
    </p:spTree>
    <p:extLst>
      <p:ext uri="{BB962C8B-B14F-4D97-AF65-F5344CB8AC3E}">
        <p14:creationId xmlns:p14="http://schemas.microsoft.com/office/powerpoint/2010/main" val="28667669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</TotalTime>
  <Words>336</Words>
  <Application>Microsoft Office PowerPoint</Application>
  <PresentationFormat>Widescreen</PresentationFormat>
  <Paragraphs>83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Wisp</vt:lpstr>
      <vt:lpstr>Magnetic Fields</vt:lpstr>
      <vt:lpstr>What is a Magnetic Field?</vt:lpstr>
      <vt:lpstr>Example of a Magnetic Field</vt:lpstr>
      <vt:lpstr>PowerPoint Presentation</vt:lpstr>
      <vt:lpstr>Sources of Magnetic Fields</vt:lpstr>
      <vt:lpstr>Magnetic Field Lines</vt:lpstr>
      <vt:lpstr>Magnetic Field Due to a Current-Carrying Wire </vt:lpstr>
      <vt:lpstr>Magnetic Field in a Solenoid</vt:lpstr>
      <vt:lpstr>Earth’s Magnetic Field</vt:lpstr>
      <vt:lpstr>Applications of Magnetic Fields</vt:lpstr>
      <vt:lpstr>Magnetic Field vs Electric Field </vt:lpstr>
      <vt:lpstr>Quiz Questions </vt:lpstr>
      <vt:lpstr>Quiz Questions</vt:lpstr>
      <vt:lpstr> Quiz Answer Key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Magnetic Fields</dc:title>
  <dc:creator>ICT</dc:creator>
  <cp:lastModifiedBy>Ahmed Ali</cp:lastModifiedBy>
  <cp:revision>6</cp:revision>
  <dcterms:created xsi:type="dcterms:W3CDTF">2025-04-16T04:51:03Z</dcterms:created>
  <dcterms:modified xsi:type="dcterms:W3CDTF">2025-04-22T05:40:51Z</dcterms:modified>
</cp:coreProperties>
</file>