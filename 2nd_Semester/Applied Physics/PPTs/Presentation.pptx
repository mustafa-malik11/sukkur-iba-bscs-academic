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0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5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9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4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9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5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2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92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87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0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6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1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Basic Crystal Structures and Free Electron Model in Applied Physics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University Physics Presentation</a:t>
            </a:r>
          </a:p>
          <a:p>
            <a:r>
              <a:rPr dirty="0"/>
              <a:t>Presented by: </a:t>
            </a:r>
            <a:r>
              <a:rPr dirty="0" smtClean="0"/>
              <a:t>[</a:t>
            </a:r>
            <a:r>
              <a:rPr lang="en-US" dirty="0" smtClean="0"/>
              <a:t>anchal , samapati , </a:t>
            </a:r>
            <a:r>
              <a:rPr lang="en-US" dirty="0" err="1" smtClean="0"/>
              <a:t>shiyooti</a:t>
            </a:r>
            <a:r>
              <a:rPr dirty="0" smtClean="0"/>
              <a:t>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 solids, atoms are arranged in a specific order.</a:t>
            </a:r>
          </a:p>
          <a:p>
            <a:r>
              <a:t>• This order affects how materials behave: their strength, conductivity, etc.</a:t>
            </a:r>
          </a:p>
          <a:p>
            <a:r>
              <a:t>• Today, we’ll look at two important physics concepts:</a:t>
            </a:r>
          </a:p>
          <a:p>
            <a:r>
              <a:t>  - Crystal structures</a:t>
            </a:r>
          </a:p>
          <a:p>
            <a:r>
              <a:t>  - Free electron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Crystal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Crystals have atoms arranged in a repeating 3D pattern.</a:t>
            </a:r>
          </a:p>
          <a:p>
            <a:r>
              <a:t>• These repeating units are called lattices.</a:t>
            </a:r>
          </a:p>
          <a:p>
            <a:r>
              <a:t>• A basis is a group of atoms placed on each lattice point.</a:t>
            </a:r>
          </a:p>
          <a:p>
            <a:r>
              <a:t>• This combination forms a crystal structure.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42" y="4116792"/>
            <a:ext cx="2567037" cy="25670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Cell and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Unit Cell: Smallest repeating unit of a crystal</a:t>
            </a:r>
            <a:r>
              <a:rPr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dirty="0"/>
          </a:p>
          <a:p>
            <a:r>
              <a:rPr dirty="0"/>
              <a:t>• The unit cell repeats to form the full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Crystal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Simple Cubic (SC): Atoms at corners only. Loose packing.</a:t>
            </a:r>
          </a:p>
          <a:p>
            <a:r>
              <a:rPr dirty="0"/>
              <a:t>• Body-Centered Cubic (BCC): Atoms at corners + center. Moderate packing.</a:t>
            </a:r>
          </a:p>
          <a:p>
            <a:r>
              <a:rPr dirty="0"/>
              <a:t>• Face-Centered Cubic (FCC): Atoms at corners + faces. Tight packing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07" y="4471307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Crystal Structures in Real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Examples:</a:t>
            </a:r>
          </a:p>
          <a:p>
            <a:r>
              <a:t>  - Iron: BCC (room temp), FCC (high temp)</a:t>
            </a:r>
          </a:p>
          <a:p>
            <a:r>
              <a:t>  - Aluminum: FCC</a:t>
            </a:r>
          </a:p>
          <a:p>
            <a:r>
              <a:t>  - Titanium: HCP</a:t>
            </a:r>
          </a:p>
          <a:p>
            <a:r>
              <a:t>• Structure affects strength, conductivity, and melting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Crystal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7 types of crystal systems:</a:t>
            </a:r>
          </a:p>
          <a:p>
            <a:r>
              <a:t>  - Cubic</a:t>
            </a:r>
          </a:p>
          <a:p>
            <a:r>
              <a:t>  - Tetragonal</a:t>
            </a:r>
          </a:p>
          <a:p>
            <a:r>
              <a:t>  - Orthorhombic</a:t>
            </a:r>
          </a:p>
          <a:p>
            <a:r>
              <a:t>  - Monoclinic</a:t>
            </a:r>
          </a:p>
          <a:p>
            <a:r>
              <a:t>  - Triclinic</a:t>
            </a:r>
          </a:p>
          <a:p>
            <a:r>
              <a:t>  - Hexagonal</a:t>
            </a:r>
          </a:p>
          <a:p>
            <a:r>
              <a:t>  - Rhombohedral</a:t>
            </a:r>
          </a:p>
          <a:p>
            <a:r>
              <a:t>• Each has unique angles and edge lengths.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Free Electron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•</a:t>
            </a:r>
            <a:r>
              <a:rPr lang="en-US" dirty="0" smtClean="0"/>
              <a:t> </a:t>
            </a:r>
            <a:r>
              <a:rPr dirty="0" smtClean="0"/>
              <a:t>how </a:t>
            </a:r>
            <a:r>
              <a:rPr dirty="0"/>
              <a:t>electrons move in metals.</a:t>
            </a:r>
          </a:p>
          <a:p>
            <a:r>
              <a:rPr dirty="0"/>
              <a:t>• Electrons behave like free-moving particles (electron gas).</a:t>
            </a:r>
          </a:p>
          <a:p>
            <a:r>
              <a:rPr dirty="0"/>
              <a:t>• They don’t stick to atoms and can travel through the material.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Electrons are free and don’t interact with </a:t>
            </a:r>
            <a:r>
              <a:rPr dirty="0" smtClean="0"/>
              <a:t>i</a:t>
            </a:r>
            <a:r>
              <a:rPr lang="en-US" dirty="0" smtClean="0"/>
              <a:t>r</a:t>
            </a:r>
            <a:r>
              <a:rPr dirty="0" smtClean="0"/>
              <a:t>ons</a:t>
            </a:r>
            <a:r>
              <a:rPr dirty="0"/>
              <a:t>.</a:t>
            </a:r>
          </a:p>
          <a:p>
            <a:r>
              <a:rPr dirty="0"/>
              <a:t>• Constant </a:t>
            </a:r>
            <a:r>
              <a:rPr dirty="0" smtClean="0"/>
              <a:t>potential</a:t>
            </a:r>
            <a:r>
              <a:rPr lang="en-US" dirty="0" smtClean="0"/>
              <a:t>/voltage</a:t>
            </a:r>
            <a:r>
              <a:rPr dirty="0" smtClean="0"/>
              <a:t> </a:t>
            </a:r>
            <a:r>
              <a:rPr dirty="0"/>
              <a:t>inside the metal.</a:t>
            </a:r>
          </a:p>
          <a:p>
            <a:r>
              <a:rPr dirty="0"/>
              <a:t>• Electrons obey quantum laws (Fermi-Dirac statistics).</a:t>
            </a:r>
          </a:p>
          <a:p>
            <a:r>
              <a:rPr dirty="0"/>
              <a:t>• They fill up energy levels up to the Fermi energy.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Predictions of the Free Electron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  - Good electrical and thermal conductivity</a:t>
            </a:r>
          </a:p>
          <a:p>
            <a:r>
              <a:rPr dirty="0"/>
              <a:t>  - Linear relation between heat and electricity (Wiedemann-Franz law)</a:t>
            </a:r>
          </a:p>
          <a:p>
            <a:r>
              <a:rPr dirty="0"/>
              <a:t>  - Heat capacity at low temperatures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  - Insulators and semiconductors</a:t>
            </a:r>
          </a:p>
          <a:p>
            <a:r>
              <a:rPr dirty="0"/>
              <a:t>  - Band gaps and resistivity</a:t>
            </a:r>
          </a:p>
          <a:p>
            <a:r>
              <a:rPr dirty="0"/>
              <a:t>  - Electron interaction with periodic atomic </a:t>
            </a:r>
            <a:r>
              <a:rPr dirty="0" smtClean="0"/>
              <a:t>potential</a:t>
            </a:r>
            <a:endParaRPr lang="en-US" dirty="0" smtClean="0"/>
          </a:p>
          <a:p>
            <a:r>
              <a:rPr lang="en-US" sz="2400" dirty="0" err="1" smtClean="0"/>
              <a:t>Mathmetically</a:t>
            </a:r>
            <a:r>
              <a:rPr lang="en-US" sz="2400" dirty="0" smtClean="0"/>
              <a:t>: V(r</a:t>
            </a:r>
            <a:r>
              <a:rPr lang="en-US" sz="2400" dirty="0"/>
              <a:t>)=</a:t>
            </a:r>
            <a:r>
              <a:rPr lang="en-US" sz="2400" dirty="0" smtClean="0"/>
              <a:t>V(</a:t>
            </a:r>
            <a:r>
              <a:rPr lang="en-US" sz="2400" dirty="0" err="1" smtClean="0"/>
              <a:t>r+R</a:t>
            </a:r>
            <a:r>
              <a:rPr lang="en-US" sz="2400" dirty="0"/>
              <a:t>) </a:t>
            </a:r>
            <a:endParaRPr lang="en-US" sz="2400" dirty="0" smtClean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• Band Theory: Shows energy bands and gaps</a:t>
            </a:r>
            <a:r>
              <a:rPr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dirty="0" smtClean="0"/>
              <a:t>• </a:t>
            </a:r>
            <a:r>
              <a:rPr dirty="0"/>
              <a:t>Explains why some materials are conductors, others insulators or semiconductors.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Crystal structures help in designing:</a:t>
            </a:r>
          </a:p>
          <a:p>
            <a:r>
              <a:t>  - Stronger metals</a:t>
            </a:r>
          </a:p>
          <a:p>
            <a:r>
              <a:t>  - Better semiconductors</a:t>
            </a:r>
          </a:p>
          <a:p>
            <a:r>
              <a:t>• Free electron model is used in:</a:t>
            </a:r>
          </a:p>
          <a:p>
            <a:r>
              <a:t>  - Electrical and thermal design</a:t>
            </a:r>
          </a:p>
          <a:p>
            <a:r>
              <a:t>  - Nanomaterials and electronic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Crystal structures define how atoms are arranged.</a:t>
            </a:r>
          </a:p>
          <a:p>
            <a:r>
              <a:t>• Free electron model explains movement of electrons in metals.</a:t>
            </a:r>
          </a:p>
          <a:p>
            <a:r>
              <a:t>• Together, they help us understand material behavior in engineering and physics.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35508" y="3657601"/>
            <a:ext cx="3132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THANKYOU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3877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</TotalTime>
  <Words>517</Words>
  <Application>Microsoft Office PowerPoint</Application>
  <PresentationFormat>On-screen Show (4:3)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Basic Crystal Structures and Free Electron Model in Applied Physics</vt:lpstr>
      <vt:lpstr>Introduction</vt:lpstr>
      <vt:lpstr>What is a Crystal Structure?</vt:lpstr>
      <vt:lpstr>Unit Cell and Parameters</vt:lpstr>
      <vt:lpstr>Common Crystal Structures</vt:lpstr>
      <vt:lpstr>Crystal Structures in Real Materials</vt:lpstr>
      <vt:lpstr>Types of Crystal Systems</vt:lpstr>
      <vt:lpstr>What is the Free Electron Model?</vt:lpstr>
      <vt:lpstr>Assumptions of the Model</vt:lpstr>
      <vt:lpstr>Predictions of the Free Electron Model</vt:lpstr>
      <vt:lpstr>Limitations of the Model</vt:lpstr>
      <vt:lpstr>Advanced Models</vt:lpstr>
      <vt:lpstr>Applications in Technology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Crystal Structures and Free Electron Model in Applied Physics</dc:title>
  <dc:subject/>
  <dc:creator>samapati parpiani</dc:creator>
  <cp:keywords/>
  <dc:description>generated using python-pptx</dc:description>
  <cp:lastModifiedBy>Noman Traders</cp:lastModifiedBy>
  <cp:revision>25</cp:revision>
  <dcterms:created xsi:type="dcterms:W3CDTF">2013-01-27T09:14:16Z</dcterms:created>
  <dcterms:modified xsi:type="dcterms:W3CDTF">2025-04-22T04:56:33Z</dcterms:modified>
  <cp:category/>
</cp:coreProperties>
</file>