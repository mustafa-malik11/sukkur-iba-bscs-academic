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8" r:id="rId2"/>
    <p:sldId id="261" r:id="rId3"/>
    <p:sldId id="281" r:id="rId4"/>
    <p:sldId id="258" r:id="rId5"/>
    <p:sldId id="269" r:id="rId6"/>
    <p:sldId id="270" r:id="rId7"/>
    <p:sldId id="274" r:id="rId8"/>
    <p:sldId id="276" r:id="rId9"/>
    <p:sldId id="278" r:id="rId10"/>
    <p:sldId id="279" r:id="rId11"/>
    <p:sldId id="273" r:id="rId12"/>
    <p:sldId id="262" r:id="rId13"/>
    <p:sldId id="280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25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ka sachdev" userId="0a63e11ebc74367c" providerId="LiveId" clId="{62E4E2E6-0FC6-47EE-9833-6DDDCB38040F}"/>
    <pc:docChg chg="custSel addSld modSld sldOrd">
      <pc:chgData name="vishaka sachdev" userId="0a63e11ebc74367c" providerId="LiveId" clId="{62E4E2E6-0FC6-47EE-9833-6DDDCB38040F}" dt="2025-04-21T05:30:42.930" v="363" actId="20577"/>
      <pc:docMkLst>
        <pc:docMk/>
      </pc:docMkLst>
      <pc:sldChg chg="modSp mod">
        <pc:chgData name="vishaka sachdev" userId="0a63e11ebc74367c" providerId="LiveId" clId="{62E4E2E6-0FC6-47EE-9833-6DDDCB38040F}" dt="2025-04-21T05:30:42.930" v="363" actId="20577"/>
        <pc:sldMkLst>
          <pc:docMk/>
          <pc:sldMk cId="2253536949" sldId="258"/>
        </pc:sldMkLst>
        <pc:spChg chg="mod">
          <ac:chgData name="vishaka sachdev" userId="0a63e11ebc74367c" providerId="LiveId" clId="{62E4E2E6-0FC6-47EE-9833-6DDDCB38040F}" dt="2025-04-21T05:30:42.930" v="363" actId="20577"/>
          <ac:spMkLst>
            <pc:docMk/>
            <pc:sldMk cId="2253536949" sldId="258"/>
            <ac:spMk id="2" creationId="{00000000-0000-0000-0000-000000000000}"/>
          </ac:spMkLst>
        </pc:spChg>
      </pc:sldChg>
      <pc:sldChg chg="modSp mod">
        <pc:chgData name="vishaka sachdev" userId="0a63e11ebc74367c" providerId="LiveId" clId="{62E4E2E6-0FC6-47EE-9833-6DDDCB38040F}" dt="2025-04-21T05:08:43.970" v="257" actId="20577"/>
        <pc:sldMkLst>
          <pc:docMk/>
          <pc:sldMk cId="3213178253" sldId="261"/>
        </pc:sldMkLst>
        <pc:spChg chg="mod">
          <ac:chgData name="vishaka sachdev" userId="0a63e11ebc74367c" providerId="LiveId" clId="{62E4E2E6-0FC6-47EE-9833-6DDDCB38040F}" dt="2025-04-21T05:08:34.116" v="256" actId="20577"/>
          <ac:spMkLst>
            <pc:docMk/>
            <pc:sldMk cId="3213178253" sldId="261"/>
            <ac:spMk id="2" creationId="{00000000-0000-0000-0000-000000000000}"/>
          </ac:spMkLst>
        </pc:spChg>
        <pc:spChg chg="mod">
          <ac:chgData name="vishaka sachdev" userId="0a63e11ebc74367c" providerId="LiveId" clId="{62E4E2E6-0FC6-47EE-9833-6DDDCB38040F}" dt="2025-04-21T05:08:08.066" v="240" actId="27636"/>
          <ac:spMkLst>
            <pc:docMk/>
            <pc:sldMk cId="3213178253" sldId="261"/>
            <ac:spMk id="3" creationId="{00000000-0000-0000-0000-000000000000}"/>
          </ac:spMkLst>
        </pc:spChg>
        <pc:graphicFrameChg chg="mod">
          <ac:chgData name="vishaka sachdev" userId="0a63e11ebc74367c" providerId="LiveId" clId="{62E4E2E6-0FC6-47EE-9833-6DDDCB38040F}" dt="2025-04-21T05:08:43.970" v="257" actId="20577"/>
          <ac:graphicFrameMkLst>
            <pc:docMk/>
            <pc:sldMk cId="3213178253" sldId="261"/>
            <ac:graphicFrameMk id="5" creationId="{00000000-0000-0000-0000-000000000000}"/>
          </ac:graphicFrameMkLst>
        </pc:graphicFrameChg>
      </pc:sldChg>
      <pc:sldChg chg="modSp mod">
        <pc:chgData name="vishaka sachdev" userId="0a63e11ebc74367c" providerId="LiveId" clId="{62E4E2E6-0FC6-47EE-9833-6DDDCB38040F}" dt="2025-04-21T05:17:10.383" v="362" actId="5793"/>
        <pc:sldMkLst>
          <pc:docMk/>
          <pc:sldMk cId="2811700760" sldId="262"/>
        </pc:sldMkLst>
        <pc:spChg chg="mod">
          <ac:chgData name="vishaka sachdev" userId="0a63e11ebc74367c" providerId="LiveId" clId="{62E4E2E6-0FC6-47EE-9833-6DDDCB38040F}" dt="2025-04-21T04:49:52.420" v="198" actId="20577"/>
          <ac:spMkLst>
            <pc:docMk/>
            <pc:sldMk cId="2811700760" sldId="262"/>
            <ac:spMk id="2" creationId="{00000000-0000-0000-0000-000000000000}"/>
          </ac:spMkLst>
        </pc:spChg>
        <pc:spChg chg="mod">
          <ac:chgData name="vishaka sachdev" userId="0a63e11ebc74367c" providerId="LiveId" clId="{62E4E2E6-0FC6-47EE-9833-6DDDCB38040F}" dt="2025-04-21T05:17:10.383" v="362" actId="5793"/>
          <ac:spMkLst>
            <pc:docMk/>
            <pc:sldMk cId="2811700760" sldId="262"/>
            <ac:spMk id="3" creationId="{00000000-0000-0000-0000-000000000000}"/>
          </ac:spMkLst>
        </pc:spChg>
      </pc:sldChg>
      <pc:sldChg chg="modSp mod ord">
        <pc:chgData name="vishaka sachdev" userId="0a63e11ebc74367c" providerId="LiveId" clId="{62E4E2E6-0FC6-47EE-9833-6DDDCB38040F}" dt="2025-04-21T05:14:59.251" v="311"/>
        <pc:sldMkLst>
          <pc:docMk/>
          <pc:sldMk cId="2493019735" sldId="273"/>
        </pc:sldMkLst>
        <pc:spChg chg="mod">
          <ac:chgData name="vishaka sachdev" userId="0a63e11ebc74367c" providerId="LiveId" clId="{62E4E2E6-0FC6-47EE-9833-6DDDCB38040F}" dt="2025-04-21T05:14:54.962" v="309" actId="5793"/>
          <ac:spMkLst>
            <pc:docMk/>
            <pc:sldMk cId="2493019735" sldId="273"/>
            <ac:spMk id="3" creationId="{00000000-0000-0000-0000-000000000000}"/>
          </ac:spMkLst>
        </pc:spChg>
      </pc:sldChg>
      <pc:sldChg chg="ord">
        <pc:chgData name="vishaka sachdev" userId="0a63e11ebc74367c" providerId="LiveId" clId="{62E4E2E6-0FC6-47EE-9833-6DDDCB38040F}" dt="2025-04-21T04:54:33.709" v="226"/>
        <pc:sldMkLst>
          <pc:docMk/>
          <pc:sldMk cId="955135618" sldId="278"/>
        </pc:sldMkLst>
      </pc:sldChg>
      <pc:sldChg chg="modSp mod">
        <pc:chgData name="vishaka sachdev" userId="0a63e11ebc74367c" providerId="LiveId" clId="{62E4E2E6-0FC6-47EE-9833-6DDDCB38040F}" dt="2025-04-21T04:54:06.546" v="224" actId="20577"/>
        <pc:sldMkLst>
          <pc:docMk/>
          <pc:sldMk cId="3456241272" sldId="279"/>
        </pc:sldMkLst>
        <pc:spChg chg="mod">
          <ac:chgData name="vishaka sachdev" userId="0a63e11ebc74367c" providerId="LiveId" clId="{62E4E2E6-0FC6-47EE-9833-6DDDCB38040F}" dt="2025-04-21T04:54:00.037" v="210" actId="27636"/>
          <ac:spMkLst>
            <pc:docMk/>
            <pc:sldMk cId="3456241272" sldId="279"/>
            <ac:spMk id="3" creationId="{00000000-0000-0000-0000-000000000000}"/>
          </ac:spMkLst>
        </pc:spChg>
        <pc:spChg chg="mod">
          <ac:chgData name="vishaka sachdev" userId="0a63e11ebc74367c" providerId="LiveId" clId="{62E4E2E6-0FC6-47EE-9833-6DDDCB38040F}" dt="2025-04-21T04:54:06.546" v="224" actId="20577"/>
          <ac:spMkLst>
            <pc:docMk/>
            <pc:sldMk cId="3456241272" sldId="279"/>
            <ac:spMk id="4" creationId="{00000000-0000-0000-0000-000000000000}"/>
          </ac:spMkLst>
        </pc:spChg>
      </pc:sldChg>
      <pc:sldChg chg="addSp modSp new mod">
        <pc:chgData name="vishaka sachdev" userId="0a63e11ebc74367c" providerId="LiveId" clId="{62E4E2E6-0FC6-47EE-9833-6DDDCB38040F}" dt="2025-04-21T04:50:52.755" v="206" actId="14100"/>
        <pc:sldMkLst>
          <pc:docMk/>
          <pc:sldMk cId="4008466371" sldId="281"/>
        </pc:sldMkLst>
        <pc:picChg chg="add mod">
          <ac:chgData name="vishaka sachdev" userId="0a63e11ebc74367c" providerId="LiveId" clId="{62E4E2E6-0FC6-47EE-9833-6DDDCB38040F}" dt="2025-04-21T04:50:52.755" v="206" actId="14100"/>
          <ac:picMkLst>
            <pc:docMk/>
            <pc:sldMk cId="4008466371" sldId="281"/>
            <ac:picMk id="3" creationId="{98F8AEDA-6A16-E42D-95B1-EDC5A4ED8FF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584336-D0B1-4B0E-BA5C-55B2CED1D394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1F87E0E-FF3E-47D3-BFF3-1936BDC1B9A7}">
      <dgm:prSet phldrT="[Text]"/>
      <dgm:spPr/>
      <dgm:t>
        <a:bodyPr/>
        <a:lstStyle/>
        <a:p>
          <a:r>
            <a:rPr lang="en-US" dirty="0"/>
            <a:t>Semiconductor materials</a:t>
          </a:r>
        </a:p>
      </dgm:t>
    </dgm:pt>
    <dgm:pt modelId="{169E7CD4-95A5-4EA3-A305-1668AA4A744D}" type="parTrans" cxnId="{98FD00BD-2599-433A-AC2F-14A7D52BA766}">
      <dgm:prSet/>
      <dgm:spPr/>
      <dgm:t>
        <a:bodyPr/>
        <a:lstStyle/>
        <a:p>
          <a:endParaRPr lang="en-US"/>
        </a:p>
      </dgm:t>
    </dgm:pt>
    <dgm:pt modelId="{9C10DDF3-A40F-4978-A049-EE2D16408C99}" type="sibTrans" cxnId="{98FD00BD-2599-433A-AC2F-14A7D52BA766}">
      <dgm:prSet/>
      <dgm:spPr/>
      <dgm:t>
        <a:bodyPr/>
        <a:lstStyle/>
        <a:p>
          <a:endParaRPr lang="en-US"/>
        </a:p>
      </dgm:t>
    </dgm:pt>
    <dgm:pt modelId="{2356E178-4180-471B-A95D-2442FCF758CB}">
      <dgm:prSet phldrT="[Text]"/>
      <dgm:spPr/>
      <dgm:t>
        <a:bodyPr/>
        <a:lstStyle/>
        <a:p>
          <a:r>
            <a:rPr lang="en-US" dirty="0"/>
            <a:t>Vishaka</a:t>
          </a:r>
        </a:p>
      </dgm:t>
    </dgm:pt>
    <dgm:pt modelId="{419F9E5C-97BF-4A9A-8E09-71B55289B3AE}" type="sibTrans" cxnId="{3D751365-FC4E-4999-8138-5C7B52A6F84F}">
      <dgm:prSet/>
      <dgm:spPr/>
      <dgm:t>
        <a:bodyPr/>
        <a:lstStyle/>
        <a:p>
          <a:endParaRPr lang="en-US"/>
        </a:p>
      </dgm:t>
    </dgm:pt>
    <dgm:pt modelId="{28637787-CABB-4AAD-B4EC-042A0B395341}" type="parTrans" cxnId="{3D751365-FC4E-4999-8138-5C7B52A6F84F}">
      <dgm:prSet/>
      <dgm:spPr/>
      <dgm:t>
        <a:bodyPr/>
        <a:lstStyle/>
        <a:p>
          <a:endParaRPr lang="en-US"/>
        </a:p>
      </dgm:t>
    </dgm:pt>
    <dgm:pt modelId="{BC2DF43D-A878-4B6A-B15F-7FFBED6EC842}">
      <dgm:prSet phldrT="[Text]"/>
      <dgm:spPr/>
      <dgm:t>
        <a:bodyPr/>
        <a:lstStyle/>
        <a:p>
          <a:r>
            <a:rPr lang="en-US" dirty="0"/>
            <a:t>Simran</a:t>
          </a:r>
        </a:p>
      </dgm:t>
    </dgm:pt>
    <dgm:pt modelId="{E6A990DC-0228-4E23-ABC6-C9EE879B9A00}" type="sibTrans" cxnId="{5C40F758-5264-4653-AF57-ED244AC8F3A3}">
      <dgm:prSet/>
      <dgm:spPr/>
      <dgm:t>
        <a:bodyPr/>
        <a:lstStyle/>
        <a:p>
          <a:endParaRPr lang="en-US"/>
        </a:p>
      </dgm:t>
    </dgm:pt>
    <dgm:pt modelId="{17DD7635-F2DC-43BE-A312-49946A09DBA4}" type="parTrans" cxnId="{5C40F758-5264-4653-AF57-ED244AC8F3A3}">
      <dgm:prSet/>
      <dgm:spPr/>
      <dgm:t>
        <a:bodyPr/>
        <a:lstStyle/>
        <a:p>
          <a:endParaRPr lang="en-US"/>
        </a:p>
      </dgm:t>
    </dgm:pt>
    <dgm:pt modelId="{B626C495-F3A7-4ADE-A0FE-4E7983E98359}">
      <dgm:prSet phldrT="[Text]"/>
      <dgm:spPr/>
      <dgm:t>
        <a:bodyPr/>
        <a:lstStyle/>
        <a:p>
          <a:r>
            <a:rPr lang="en-US" dirty="0" err="1"/>
            <a:t>Taiba</a:t>
          </a:r>
          <a:r>
            <a:rPr lang="en-US" dirty="0"/>
            <a:t> </a:t>
          </a:r>
        </a:p>
      </dgm:t>
    </dgm:pt>
    <dgm:pt modelId="{91A8EA40-4823-4FE8-82D6-C24B81F0FC1F}" type="sibTrans" cxnId="{13AF98FC-2DB9-4B5F-85B0-E587DE19880D}">
      <dgm:prSet/>
      <dgm:spPr/>
      <dgm:t>
        <a:bodyPr/>
        <a:lstStyle/>
        <a:p>
          <a:endParaRPr lang="en-US"/>
        </a:p>
      </dgm:t>
    </dgm:pt>
    <dgm:pt modelId="{6F2AC2C2-8163-4C6A-99C5-72A6C2B2A33F}" type="parTrans" cxnId="{13AF98FC-2DB9-4B5F-85B0-E587DE19880D}">
      <dgm:prSet/>
      <dgm:spPr/>
      <dgm:t>
        <a:bodyPr/>
        <a:lstStyle/>
        <a:p>
          <a:endParaRPr lang="en-US"/>
        </a:p>
      </dgm:t>
    </dgm:pt>
    <dgm:pt modelId="{4D3CC82F-2CAB-42B4-AD3D-23955B3F9F83}">
      <dgm:prSet/>
      <dgm:spPr/>
      <dgm:t>
        <a:bodyPr/>
        <a:lstStyle/>
        <a:p>
          <a:endParaRPr lang="en-US"/>
        </a:p>
      </dgm:t>
    </dgm:pt>
    <dgm:pt modelId="{C694E16A-22FF-46C0-BE9D-92F8008FAB42}" type="parTrans" cxnId="{DEE8CA72-A071-4F4B-937D-FEC631701810}">
      <dgm:prSet/>
      <dgm:spPr/>
      <dgm:t>
        <a:bodyPr/>
        <a:lstStyle/>
        <a:p>
          <a:endParaRPr lang="en-US"/>
        </a:p>
      </dgm:t>
    </dgm:pt>
    <dgm:pt modelId="{2EF0A203-5B9B-4490-B8DB-82B70FFAC845}" type="sibTrans" cxnId="{DEE8CA72-A071-4F4B-937D-FEC631701810}">
      <dgm:prSet/>
      <dgm:spPr/>
      <dgm:t>
        <a:bodyPr/>
        <a:lstStyle/>
        <a:p>
          <a:endParaRPr lang="en-US"/>
        </a:p>
      </dgm:t>
    </dgm:pt>
    <dgm:pt modelId="{C4D8EE7B-3F29-4C33-A1F4-A20BD6013188}">
      <dgm:prSet/>
      <dgm:spPr/>
      <dgm:t>
        <a:bodyPr/>
        <a:lstStyle/>
        <a:p>
          <a:endParaRPr lang="en-US" dirty="0"/>
        </a:p>
      </dgm:t>
    </dgm:pt>
    <dgm:pt modelId="{74A4A1DA-CB5F-4C49-99D4-606D17936AED}" type="parTrans" cxnId="{343ABC34-351D-4BBB-B008-63773E8E90F6}">
      <dgm:prSet/>
      <dgm:spPr/>
      <dgm:t>
        <a:bodyPr/>
        <a:lstStyle/>
        <a:p>
          <a:endParaRPr lang="en-US"/>
        </a:p>
      </dgm:t>
    </dgm:pt>
    <dgm:pt modelId="{BD342A32-63E3-4CF1-AEC4-5E5CE1F9C742}" type="sibTrans" cxnId="{343ABC34-351D-4BBB-B008-63773E8E90F6}">
      <dgm:prSet/>
      <dgm:spPr/>
      <dgm:t>
        <a:bodyPr/>
        <a:lstStyle/>
        <a:p>
          <a:endParaRPr lang="en-US"/>
        </a:p>
      </dgm:t>
    </dgm:pt>
    <dgm:pt modelId="{175F1DAC-7B7E-4D09-8DB8-99368C0C72D4}" type="pres">
      <dgm:prSet presAssocID="{62584336-D0B1-4B0E-BA5C-55B2CED1D394}" presName="composite" presStyleCnt="0">
        <dgm:presLayoutVars>
          <dgm:chMax val="1"/>
          <dgm:dir/>
          <dgm:resizeHandles val="exact"/>
        </dgm:presLayoutVars>
      </dgm:prSet>
      <dgm:spPr/>
    </dgm:pt>
    <dgm:pt modelId="{1C01A5B2-67EA-4686-B86C-CBFC598D5477}" type="pres">
      <dgm:prSet presAssocID="{62584336-D0B1-4B0E-BA5C-55B2CED1D394}" presName="radial" presStyleCnt="0">
        <dgm:presLayoutVars>
          <dgm:animLvl val="ctr"/>
        </dgm:presLayoutVars>
      </dgm:prSet>
      <dgm:spPr/>
    </dgm:pt>
    <dgm:pt modelId="{D4E6F5B5-CA2C-475F-A4B6-5AB59CD1A7CA}" type="pres">
      <dgm:prSet presAssocID="{E1F87E0E-FF3E-47D3-BFF3-1936BDC1B9A7}" presName="centerShape" presStyleLbl="vennNode1" presStyleIdx="0" presStyleCnt="4"/>
      <dgm:spPr/>
    </dgm:pt>
    <dgm:pt modelId="{E7BFA9EE-B858-4016-80BA-575963560F75}" type="pres">
      <dgm:prSet presAssocID="{2356E178-4180-471B-A95D-2442FCF758CB}" presName="node" presStyleLbl="vennNode1" presStyleIdx="1" presStyleCnt="4">
        <dgm:presLayoutVars>
          <dgm:bulletEnabled val="1"/>
        </dgm:presLayoutVars>
      </dgm:prSet>
      <dgm:spPr/>
    </dgm:pt>
    <dgm:pt modelId="{BCC6AE36-1AA5-4143-A95B-3979139E867E}" type="pres">
      <dgm:prSet presAssocID="{B626C495-F3A7-4ADE-A0FE-4E7983E98359}" presName="node" presStyleLbl="vennNode1" presStyleIdx="2" presStyleCnt="4">
        <dgm:presLayoutVars>
          <dgm:bulletEnabled val="1"/>
        </dgm:presLayoutVars>
      </dgm:prSet>
      <dgm:spPr/>
    </dgm:pt>
    <dgm:pt modelId="{E0DEE663-04E6-49D6-A3C7-F8FB5F8BE33B}" type="pres">
      <dgm:prSet presAssocID="{BC2DF43D-A878-4B6A-B15F-7FFBED6EC842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B6E83B19-5D11-44BC-AD17-99B028D996DF}" type="presOf" srcId="{B626C495-F3A7-4ADE-A0FE-4E7983E98359}" destId="{BCC6AE36-1AA5-4143-A95B-3979139E867E}" srcOrd="0" destOrd="0" presId="urn:microsoft.com/office/officeart/2005/8/layout/radial3"/>
    <dgm:cxn modelId="{343ABC34-351D-4BBB-B008-63773E8E90F6}" srcId="{62584336-D0B1-4B0E-BA5C-55B2CED1D394}" destId="{C4D8EE7B-3F29-4C33-A1F4-A20BD6013188}" srcOrd="2" destOrd="0" parTransId="{74A4A1DA-CB5F-4C49-99D4-606D17936AED}" sibTransId="{BD342A32-63E3-4CF1-AEC4-5E5CE1F9C742}"/>
    <dgm:cxn modelId="{CCE7D73C-2F15-4D9E-9FC7-CDC0102E98DD}" type="presOf" srcId="{BC2DF43D-A878-4B6A-B15F-7FFBED6EC842}" destId="{E0DEE663-04E6-49D6-A3C7-F8FB5F8BE33B}" srcOrd="0" destOrd="0" presId="urn:microsoft.com/office/officeart/2005/8/layout/radial3"/>
    <dgm:cxn modelId="{A1085363-045E-4F47-B723-8682EAC9231F}" type="presOf" srcId="{E1F87E0E-FF3E-47D3-BFF3-1936BDC1B9A7}" destId="{D4E6F5B5-CA2C-475F-A4B6-5AB59CD1A7CA}" srcOrd="0" destOrd="0" presId="urn:microsoft.com/office/officeart/2005/8/layout/radial3"/>
    <dgm:cxn modelId="{3D751365-FC4E-4999-8138-5C7B52A6F84F}" srcId="{E1F87E0E-FF3E-47D3-BFF3-1936BDC1B9A7}" destId="{2356E178-4180-471B-A95D-2442FCF758CB}" srcOrd="0" destOrd="0" parTransId="{28637787-CABB-4AAD-B4EC-042A0B395341}" sibTransId="{419F9E5C-97BF-4A9A-8E09-71B55289B3AE}"/>
    <dgm:cxn modelId="{BAFD616A-48D4-4CE2-BE90-B473CBD27401}" type="presOf" srcId="{62584336-D0B1-4B0E-BA5C-55B2CED1D394}" destId="{175F1DAC-7B7E-4D09-8DB8-99368C0C72D4}" srcOrd="0" destOrd="0" presId="urn:microsoft.com/office/officeart/2005/8/layout/radial3"/>
    <dgm:cxn modelId="{DEE8CA72-A071-4F4B-937D-FEC631701810}" srcId="{62584336-D0B1-4B0E-BA5C-55B2CED1D394}" destId="{4D3CC82F-2CAB-42B4-AD3D-23955B3F9F83}" srcOrd="1" destOrd="0" parTransId="{C694E16A-22FF-46C0-BE9D-92F8008FAB42}" sibTransId="{2EF0A203-5B9B-4490-B8DB-82B70FFAC845}"/>
    <dgm:cxn modelId="{5C40F758-5264-4653-AF57-ED244AC8F3A3}" srcId="{E1F87E0E-FF3E-47D3-BFF3-1936BDC1B9A7}" destId="{BC2DF43D-A878-4B6A-B15F-7FFBED6EC842}" srcOrd="2" destOrd="0" parTransId="{17DD7635-F2DC-43BE-A312-49946A09DBA4}" sibTransId="{E6A990DC-0228-4E23-ABC6-C9EE879B9A00}"/>
    <dgm:cxn modelId="{C7C97B5A-DAB0-425D-8190-7B36D881A196}" type="presOf" srcId="{2356E178-4180-471B-A95D-2442FCF758CB}" destId="{E7BFA9EE-B858-4016-80BA-575963560F75}" srcOrd="0" destOrd="0" presId="urn:microsoft.com/office/officeart/2005/8/layout/radial3"/>
    <dgm:cxn modelId="{98FD00BD-2599-433A-AC2F-14A7D52BA766}" srcId="{62584336-D0B1-4B0E-BA5C-55B2CED1D394}" destId="{E1F87E0E-FF3E-47D3-BFF3-1936BDC1B9A7}" srcOrd="0" destOrd="0" parTransId="{169E7CD4-95A5-4EA3-A305-1668AA4A744D}" sibTransId="{9C10DDF3-A40F-4978-A049-EE2D16408C99}"/>
    <dgm:cxn modelId="{13AF98FC-2DB9-4B5F-85B0-E587DE19880D}" srcId="{E1F87E0E-FF3E-47D3-BFF3-1936BDC1B9A7}" destId="{B626C495-F3A7-4ADE-A0FE-4E7983E98359}" srcOrd="1" destOrd="0" parTransId="{6F2AC2C2-8163-4C6A-99C5-72A6C2B2A33F}" sibTransId="{91A8EA40-4823-4FE8-82D6-C24B81F0FC1F}"/>
    <dgm:cxn modelId="{322F8310-51C0-41AC-BA86-878469AEE493}" type="presParOf" srcId="{175F1DAC-7B7E-4D09-8DB8-99368C0C72D4}" destId="{1C01A5B2-67EA-4686-B86C-CBFC598D5477}" srcOrd="0" destOrd="0" presId="urn:microsoft.com/office/officeart/2005/8/layout/radial3"/>
    <dgm:cxn modelId="{FB900D26-307F-470A-A5A9-AF75A570F909}" type="presParOf" srcId="{1C01A5B2-67EA-4686-B86C-CBFC598D5477}" destId="{D4E6F5B5-CA2C-475F-A4B6-5AB59CD1A7CA}" srcOrd="0" destOrd="0" presId="urn:microsoft.com/office/officeart/2005/8/layout/radial3"/>
    <dgm:cxn modelId="{1DC02741-8F5F-446C-82F9-5DEE6810631E}" type="presParOf" srcId="{1C01A5B2-67EA-4686-B86C-CBFC598D5477}" destId="{E7BFA9EE-B858-4016-80BA-575963560F75}" srcOrd="1" destOrd="0" presId="urn:microsoft.com/office/officeart/2005/8/layout/radial3"/>
    <dgm:cxn modelId="{D5D1BF6F-28A7-4A59-B882-B2B4B916C482}" type="presParOf" srcId="{1C01A5B2-67EA-4686-B86C-CBFC598D5477}" destId="{BCC6AE36-1AA5-4143-A95B-3979139E867E}" srcOrd="2" destOrd="0" presId="urn:microsoft.com/office/officeart/2005/8/layout/radial3"/>
    <dgm:cxn modelId="{E7218E32-519A-4638-B5DB-B4F82BB06877}" type="presParOf" srcId="{1C01A5B2-67EA-4686-B86C-CBFC598D5477}" destId="{E0DEE663-04E6-49D6-A3C7-F8FB5F8BE33B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6F5B5-CA2C-475F-A4B6-5AB59CD1A7CA}">
      <dsp:nvSpPr>
        <dsp:cNvPr id="0" name=""/>
        <dsp:cNvSpPr/>
      </dsp:nvSpPr>
      <dsp:spPr>
        <a:xfrm>
          <a:off x="1088256" y="1250741"/>
          <a:ext cx="2624086" cy="262408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Semiconductor materials</a:t>
          </a:r>
        </a:p>
      </dsp:txBody>
      <dsp:txXfrm>
        <a:off x="1472544" y="1635029"/>
        <a:ext cx="1855510" cy="1855510"/>
      </dsp:txXfrm>
    </dsp:sp>
    <dsp:sp modelId="{E7BFA9EE-B858-4016-80BA-575963560F75}">
      <dsp:nvSpPr>
        <dsp:cNvPr id="0" name=""/>
        <dsp:cNvSpPr/>
      </dsp:nvSpPr>
      <dsp:spPr>
        <a:xfrm>
          <a:off x="1744278" y="199549"/>
          <a:ext cx="1312043" cy="1312043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Vishaka</a:t>
          </a:r>
        </a:p>
      </dsp:txBody>
      <dsp:txXfrm>
        <a:off x="1936422" y="391693"/>
        <a:ext cx="927755" cy="927755"/>
      </dsp:txXfrm>
    </dsp:sp>
    <dsp:sp modelId="{BCC6AE36-1AA5-4143-A95B-3979139E867E}">
      <dsp:nvSpPr>
        <dsp:cNvPr id="0" name=""/>
        <dsp:cNvSpPr/>
      </dsp:nvSpPr>
      <dsp:spPr>
        <a:xfrm>
          <a:off x="3222768" y="2760370"/>
          <a:ext cx="1312043" cy="131204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Taiba</a:t>
          </a:r>
          <a:r>
            <a:rPr lang="en-US" sz="2000" kern="1200" dirty="0"/>
            <a:t> </a:t>
          </a:r>
        </a:p>
      </dsp:txBody>
      <dsp:txXfrm>
        <a:off x="3414912" y="2952514"/>
        <a:ext cx="927755" cy="927755"/>
      </dsp:txXfrm>
    </dsp:sp>
    <dsp:sp modelId="{E0DEE663-04E6-49D6-A3C7-F8FB5F8BE33B}">
      <dsp:nvSpPr>
        <dsp:cNvPr id="0" name=""/>
        <dsp:cNvSpPr/>
      </dsp:nvSpPr>
      <dsp:spPr>
        <a:xfrm>
          <a:off x="265788" y="2760370"/>
          <a:ext cx="1312043" cy="131204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Simran</a:t>
          </a:r>
        </a:p>
      </dsp:txBody>
      <dsp:txXfrm>
        <a:off x="457932" y="2952514"/>
        <a:ext cx="927755" cy="927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3605-0C0C-4258-9724-5F2F9BB3BC90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FFE7F-C917-439A-8026-3D301EB5C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31B3D-E4E3-4A80-AB70-C5564C267266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B30D-C07A-425B-A90C-BA7BEB191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245434"/>
            <a:ext cx="8686800" cy="1464906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5731795"/>
            <a:ext cx="8686800" cy="44040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242816"/>
            <a:ext cx="8686800" cy="14630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99" y="5733288"/>
            <a:ext cx="8686800" cy="43891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04999"/>
            <a:ext cx="4800600" cy="4271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772815"/>
            <a:ext cx="4800600" cy="73712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9937"/>
            <a:ext cx="4800600" cy="36622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0672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457200"/>
            <a:ext cx="5410201" cy="5715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760" y="3093099"/>
            <a:ext cx="4663440" cy="18288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760" y="4983480"/>
            <a:ext cx="4663440" cy="118872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457200"/>
            <a:ext cx="18288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457200"/>
            <a:ext cx="7955280" cy="57197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7518"/>
            <a:ext cx="10058400" cy="11887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1"/>
            <a:ext cx="10058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680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2849" y="6400800"/>
            <a:ext cx="7315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7920" y="6400800"/>
            <a:ext cx="109728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5"/>
        </a:buClr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5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SzPct val="9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SzPct val="9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Physics presentation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Sir Sahib khan</a:t>
            </a:r>
          </a:p>
        </p:txBody>
      </p:sp>
    </p:spTree>
    <p:extLst>
      <p:ext uri="{BB962C8B-B14F-4D97-AF65-F5344CB8AC3E}">
        <p14:creationId xmlns:p14="http://schemas.microsoft.com/office/powerpoint/2010/main" val="237011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31392"/>
            <a:ext cx="10058400" cy="118872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introduction Semiconductor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Types of semiconductor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Dopping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P_type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N_type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Different b/w p and n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5_How these types are created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ontent Placeholder 4" descr="Radial venn diagram with four groups clustered around one group title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47756413"/>
              </p:ext>
            </p:extLst>
          </p:nvPr>
        </p:nvGraphicFramePr>
        <p:xfrm>
          <a:off x="6324600" y="1905000"/>
          <a:ext cx="4800600" cy="4271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31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F8AEDA-6A16-E42D-95B1-EDC5A4ED8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731519"/>
            <a:ext cx="10360549" cy="620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6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introduction to </a:t>
            </a:r>
            <a:r>
              <a:rPr lang="en-US"/>
              <a:t>semiconductor materials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44189"/>
            <a:ext cx="10058400" cy="4267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 A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</a:rPr>
              <a:t>semiconductor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 is a material that has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</a:rPr>
              <a:t>electrical conductivity between a conductor and an             insulator</a:t>
            </a:r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</a:rPr>
              <a:t> that can sometimes conduct electricity and sometimes block it, depending on the conditions like temperature or voltage.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</a:rPr>
              <a:t> t is not as good at conducting electricity as a metal, and not as bad as an insulator — it's in the middle.</a:t>
            </a:r>
          </a:p>
          <a:p>
            <a:pPr marL="0" indent="0">
              <a:buNone/>
            </a:pPr>
            <a:r>
              <a:rPr lang="en-US" sz="2800" b="1" dirty="0"/>
              <a:t>Example of semiconductor</a:t>
            </a:r>
          </a:p>
          <a:p>
            <a:pPr marL="0" indent="0">
              <a:buNone/>
            </a:pPr>
            <a:r>
              <a:rPr lang="en-US" b="1" dirty="0"/>
              <a:t>Silicon(SI)</a:t>
            </a:r>
          </a:p>
          <a:p>
            <a:pPr marL="0" indent="0">
              <a:buNone/>
            </a:pPr>
            <a:r>
              <a:rPr lang="en-US" b="1" dirty="0"/>
              <a:t>Germanium(Ge)</a:t>
            </a:r>
          </a:p>
          <a:p>
            <a:pPr marL="0" indent="0">
              <a:buNone/>
            </a:pPr>
            <a:r>
              <a:rPr lang="en-US" b="1" dirty="0"/>
              <a:t>Gallium Arsenide(GaAs)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sz="2800" dirty="0"/>
              <a:t> </a:t>
            </a:r>
            <a:endParaRPr lang="en-US" sz="28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53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Why are Semicondutors special?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Semiconductors are </a:t>
            </a:r>
            <a:r>
              <a:rPr lang="en-US" b="1" dirty="0"/>
              <a:t>unique</a:t>
            </a:r>
            <a:r>
              <a:rPr lang="en-US" dirty="0"/>
              <a:t> because we can control how much electricity they allow to pass. This control makes them </a:t>
            </a:r>
            <a:r>
              <a:rPr lang="en-US" b="1" dirty="0"/>
              <a:t>perfect for electronics</a:t>
            </a:r>
            <a:r>
              <a:rPr lang="en-US" dirty="0"/>
              <a:t>.</a:t>
            </a:r>
          </a:p>
          <a:p>
            <a:r>
              <a:rPr lang="en-US" dirty="0"/>
              <a:t>They are the building blocks of:</a:t>
            </a:r>
          </a:p>
          <a:p>
            <a:r>
              <a:rPr lang="en-US" dirty="0"/>
              <a:t>Transistors</a:t>
            </a:r>
          </a:p>
          <a:p>
            <a:r>
              <a:rPr lang="en-US" dirty="0"/>
              <a:t>Diodes</a:t>
            </a:r>
          </a:p>
          <a:p>
            <a:r>
              <a:rPr lang="en-US" dirty="0"/>
              <a:t>Integrated Circuits (ICs)</a:t>
            </a:r>
          </a:p>
          <a:p>
            <a:r>
              <a:rPr lang="en-US" dirty="0"/>
              <a:t>Microprocessors (in computers and phones)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5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Semiconductors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Intrinsic Semiconductor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Extrinsic Semiconductor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724989" y="2730548"/>
            <a:ext cx="537101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pure semiconductor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(like pure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silicon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No other elements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are mixed 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It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very few free electrons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so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does not conduct electricity well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Only when we heat it,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some electrons move and carry current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193972" y="2730548"/>
            <a:ext cx="57534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modified semiconductor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We add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small amount of impurity atom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(this is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doping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Doping helps the material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conduct electricity better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90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588146"/>
            <a:ext cx="10058400" cy="1188720"/>
          </a:xfrm>
        </p:spPr>
        <p:txBody>
          <a:bodyPr/>
          <a:lstStyle/>
          <a:p>
            <a:r>
              <a:rPr lang="en-US" b="1" dirty="0"/>
              <a:t>Two types</a:t>
            </a:r>
            <a:r>
              <a:rPr lang="en-US" dirty="0"/>
              <a:t> of extrinsic semiconductors: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N-Type Semiconductor (N = Negative)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We add an atom that gives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extra electrons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(like Phosphorus).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Now the material has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more free electrons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to carry current.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P-Type Semiconductor (P = Positive)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We add an atom that creates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holes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(spaces where electrons are missing).</a:t>
            </a:r>
          </a:p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These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holes help electrons move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, so current flows.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43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6281"/>
              </p:ext>
            </p:extLst>
          </p:nvPr>
        </p:nvGraphicFramePr>
        <p:xfrm>
          <a:off x="692331" y="1750421"/>
          <a:ext cx="10855236" cy="3474720"/>
        </p:xfrm>
        <a:graphic>
          <a:graphicData uri="http://schemas.openxmlformats.org/drawingml/2006/table">
            <a:tbl>
              <a:tblPr/>
              <a:tblGrid>
                <a:gridCol w="3618412">
                  <a:extLst>
                    <a:ext uri="{9D8B030D-6E8A-4147-A177-3AD203B41FA5}">
                      <a16:colId xmlns:a16="http://schemas.microsoft.com/office/drawing/2014/main" val="1609169815"/>
                    </a:ext>
                  </a:extLst>
                </a:gridCol>
                <a:gridCol w="3618412">
                  <a:extLst>
                    <a:ext uri="{9D8B030D-6E8A-4147-A177-3AD203B41FA5}">
                      <a16:colId xmlns:a16="http://schemas.microsoft.com/office/drawing/2014/main" val="884692544"/>
                    </a:ext>
                  </a:extLst>
                </a:gridCol>
                <a:gridCol w="3618412">
                  <a:extLst>
                    <a:ext uri="{9D8B030D-6E8A-4147-A177-3AD203B41FA5}">
                      <a16:colId xmlns:a16="http://schemas.microsoft.com/office/drawing/2014/main" val="3402663289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P-Type</a:t>
                      </a:r>
                      <a:endParaRPr 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N-Type</a:t>
                      </a:r>
                      <a:endParaRPr 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49156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Stands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08285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Added 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Boron (3 electrons)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Phosphorus (5 electrons)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4068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What is added?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Holes (missing electrons)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Extra electrons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51713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Main carriers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Holes (+)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Electrons (–)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75918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Charge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Positive-like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Negative-like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735529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1337" y="796834"/>
            <a:ext cx="9470572" cy="796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Different between p type and n type 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8434" y="129322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50423" y="1146264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614" y="232519"/>
            <a:ext cx="8686800" cy="603504"/>
          </a:xfrm>
        </p:spPr>
        <p:txBody>
          <a:bodyPr>
            <a:noAutofit/>
          </a:bodyPr>
          <a:lstStyle/>
          <a:p>
            <a:r>
              <a:rPr lang="en-US" sz="2400" b="1" dirty="0"/>
              <a:t>      How Are P-type and N-type Semiconductors Created?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4217" y="1293223"/>
            <a:ext cx="10070156" cy="3344092"/>
          </a:xfrm>
        </p:spPr>
        <p:txBody>
          <a:bodyPr/>
          <a:lstStyle/>
          <a:p>
            <a:r>
              <a:rPr lang="en-US" b="1" dirty="0"/>
              <a:t>P-type and N-type semiconductors are created by doping pure (intrinsic) semiconductors like silicon (Si) or germanium (Ge) with small amounts of impurity atoms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What is Doping?</a:t>
            </a:r>
          </a:p>
          <a:p>
            <a:endParaRPr lang="en-US" b="1" dirty="0"/>
          </a:p>
          <a:p>
            <a:r>
              <a:rPr lang="en-US" b="1" dirty="0"/>
              <a:t>Doping is the process of adding impurity atoms to a pure semiconductor to change its electrical properties.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513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N-type Semiconductor (Negative-type):</a:t>
            </a:r>
          </a:p>
          <a:p>
            <a:r>
              <a:rPr lang="en-US" dirty="0"/>
              <a:t>How it's made:</a:t>
            </a:r>
            <a:br>
              <a:rPr lang="en-US" dirty="0"/>
            </a:br>
            <a:r>
              <a:rPr lang="en-US" dirty="0"/>
              <a:t>We add a tiny bit of a material like phosphorus (which has 5 outer electrons) to silicon (which has 4).</a:t>
            </a:r>
          </a:p>
          <a:p>
            <a:r>
              <a:rPr lang="en-US" dirty="0"/>
              <a:t>Why it works:</a:t>
            </a:r>
            <a:br>
              <a:rPr lang="en-US" dirty="0"/>
            </a:br>
            <a:r>
              <a:rPr lang="en-US" dirty="0"/>
              <a:t>Phosphorus uses 4 of its electrons to make bonds with nearby silicon atoms. The 1 extra electron is left over.</a:t>
            </a:r>
            <a:br>
              <a:rPr lang="en-US" dirty="0"/>
            </a:br>
            <a:r>
              <a:rPr lang="en-US" dirty="0"/>
              <a:t>This extra electron can move around and carry electricity.</a:t>
            </a:r>
          </a:p>
          <a:p>
            <a:r>
              <a:rPr lang="en-US" dirty="0"/>
              <a:t>Result:</a:t>
            </a:r>
            <a:br>
              <a:rPr lang="en-US" dirty="0"/>
            </a:br>
            <a:r>
              <a:rPr lang="en-US" dirty="0"/>
              <a:t>There are more free electrons, so the material conducts electricity better.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P-type Semiconductor (Positive-type):</a:t>
            </a:r>
          </a:p>
          <a:p>
            <a:r>
              <a:rPr lang="en-US" dirty="0"/>
              <a:t>How it's made:</a:t>
            </a:r>
            <a:br>
              <a:rPr lang="en-US" dirty="0"/>
            </a:br>
            <a:r>
              <a:rPr lang="en-US" dirty="0"/>
              <a:t>We add a tiny bit of a material like boron (which has only 3 outer electrons) to silicon.</a:t>
            </a:r>
          </a:p>
          <a:p>
            <a:r>
              <a:rPr lang="en-US" dirty="0"/>
              <a:t>Why it works:</a:t>
            </a:r>
            <a:br>
              <a:rPr lang="en-US" dirty="0"/>
            </a:br>
            <a:r>
              <a:rPr lang="en-US" dirty="0"/>
              <a:t>Boron can only make 3 bonds with silicon atom, one is missing an electron — this is called a hole.</a:t>
            </a:r>
          </a:p>
          <a:p>
            <a:r>
              <a:rPr lang="en-US" dirty="0"/>
              <a:t>Result:</a:t>
            </a:r>
            <a:br>
              <a:rPr lang="en-US" dirty="0"/>
            </a:br>
            <a:r>
              <a:rPr lang="en-US" dirty="0"/>
              <a:t>Electrons from nearby atoms try to fill the hole, and as they move, the hole seems to move too — this is how electricity flows.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4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457200"/>
            <a:ext cx="10909301" cy="5715000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</a:rPr>
              <a:t>P-type :a semiconductor with added impurities  creating positive charge carriers(holes) </a:t>
            </a:r>
          </a:p>
          <a:p>
            <a:r>
              <a:rPr lang="en-US" sz="3200" b="1" dirty="0">
                <a:solidFill>
                  <a:srgbClr val="00B0F0"/>
                </a:solidFill>
              </a:rPr>
              <a:t>benefits</a:t>
            </a:r>
            <a:endParaRPr lang="en-US" dirty="0"/>
          </a:p>
          <a:p>
            <a:r>
              <a:rPr lang="en-US" dirty="0"/>
              <a:t>1. improve device performance: P-type materials have an excess of holes (positive charge carriers), which can improve device performance.</a:t>
            </a:r>
          </a:p>
          <a:p>
            <a:r>
              <a:rPr lang="en-US" dirty="0"/>
              <a:t>2. Enhanced conductivity: P-type doping can increase the conductivity of semiconductors.</a:t>
            </a:r>
          </a:p>
          <a:p>
            <a:r>
              <a:rPr lang="en-US" dirty="0"/>
              <a:t>3. Used in various applications: P-type materials are used in transistors, diodes, and solar cells.</a:t>
            </a:r>
          </a:p>
        </p:txBody>
      </p:sp>
    </p:spTree>
    <p:extLst>
      <p:ext uri="{BB962C8B-B14F-4D97-AF65-F5344CB8AC3E}">
        <p14:creationId xmlns:p14="http://schemas.microsoft.com/office/powerpoint/2010/main" val="249301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39" y="352698"/>
            <a:ext cx="8580991" cy="142123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N-type : a semiconductor with extra electrons due to added impurities.</a:t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dirty="0">
                <a:solidFill>
                  <a:srgbClr val="00B0F0"/>
                </a:solidFill>
              </a:rPr>
              <a:t>benefits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39" y="2207623"/>
            <a:ext cx="9170126" cy="40661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1. improve device performance : N-type materials have an excess of electrons (negative charge carriers), which can improve device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2. Increased conductivity: N-type doping can also increase the conductivity of semiconductors.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3. Used in various applications: N-type materials are used in transistors, diodes, and solar cells.</a:t>
            </a:r>
          </a:p>
        </p:txBody>
      </p:sp>
    </p:spTree>
    <p:extLst>
      <p:ext uri="{BB962C8B-B14F-4D97-AF65-F5344CB8AC3E}">
        <p14:creationId xmlns:p14="http://schemas.microsoft.com/office/powerpoint/2010/main" val="281170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1457050"/>
            <a:ext cx="6963747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0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78777" y="2756263"/>
            <a:ext cx="5434149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THANKYOU </a:t>
            </a:r>
          </a:p>
        </p:txBody>
      </p:sp>
    </p:spTree>
    <p:extLst>
      <p:ext uri="{BB962C8B-B14F-4D97-AF65-F5344CB8AC3E}">
        <p14:creationId xmlns:p14="http://schemas.microsoft.com/office/powerpoint/2010/main" val="91212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erry Blossom 16x9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17.potx" id="{A8D831F9-2DA4-4700-B230-431725864604}" vid="{ED9A2A59-32A4-4461-8593-D9E87F204B18}"/>
    </a:ext>
  </a:extLst>
</a:theme>
</file>

<file path=ppt/theme/theme2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rryBlossom">
      <a:dk1>
        <a:srgbClr val="595959"/>
      </a:dk1>
      <a:lt1>
        <a:sysClr val="window" lastClr="FFFFFF"/>
      </a:lt1>
      <a:dk2>
        <a:srgbClr val="000000"/>
      </a:dk2>
      <a:lt2>
        <a:srgbClr val="F6F7E4"/>
      </a:lt2>
      <a:accent1>
        <a:srgbClr val="C44475"/>
      </a:accent1>
      <a:accent2>
        <a:srgbClr val="FA906A"/>
      </a:accent2>
      <a:accent3>
        <a:srgbClr val="FCB268"/>
      </a:accent3>
      <a:accent4>
        <a:srgbClr val="DB6B70"/>
      </a:accent4>
      <a:accent5>
        <a:srgbClr val="D680A5"/>
      </a:accent5>
      <a:accent6>
        <a:srgbClr val="BA7362"/>
      </a:accent6>
      <a:hlink>
        <a:srgbClr val="DB6B70"/>
      </a:hlink>
      <a:folHlink>
        <a:srgbClr val="969696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Cherry blossom nature presentation (widescreen)</Template>
  <TotalTime>598</TotalTime>
  <Words>757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</vt:lpstr>
      <vt:lpstr>Wingdings</vt:lpstr>
      <vt:lpstr>Cherry Blossom 16x9</vt:lpstr>
      <vt:lpstr>Physics presentation </vt:lpstr>
      <vt:lpstr>objectives</vt:lpstr>
      <vt:lpstr>PowerPoint Presentation</vt:lpstr>
      <vt:lpstr>         introduction to semiconductor materials</vt:lpstr>
      <vt:lpstr> Why are Semicondutors special?</vt:lpstr>
      <vt:lpstr>Types of Semiconductors</vt:lpstr>
      <vt:lpstr>Two types of extrinsic semiconductors:</vt:lpstr>
      <vt:lpstr>PowerPoint Presentation</vt:lpstr>
      <vt:lpstr>      How Are P-type and N-type Semiconductors Created?</vt:lpstr>
      <vt:lpstr>PowerPoint Presentation</vt:lpstr>
      <vt:lpstr>PowerPoint Presentation</vt:lpstr>
      <vt:lpstr>N-type : a semiconductor with extra electrons due to added impurities. benefits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presentation</dc:title>
  <dc:creator>Noman Traders</dc:creator>
  <cp:lastModifiedBy>vishaka sachdev</cp:lastModifiedBy>
  <cp:revision>21</cp:revision>
  <dcterms:created xsi:type="dcterms:W3CDTF">2025-04-14T17:53:49Z</dcterms:created>
  <dcterms:modified xsi:type="dcterms:W3CDTF">2025-04-21T05:31:03Z</dcterms:modified>
</cp:coreProperties>
</file>