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70" r:id="rId6"/>
    <p:sldId id="279" r:id="rId7"/>
    <p:sldId id="276" r:id="rId8"/>
    <p:sldId id="277" r:id="rId9"/>
    <p:sldId id="275" r:id="rId10"/>
    <p:sldId id="278" r:id="rId11"/>
    <p:sldId id="268" r:id="rId12"/>
    <p:sldId id="272" r:id="rId13"/>
    <p:sldId id="262" r:id="rId14"/>
    <p:sldId id="267" r:id="rId15"/>
    <p:sldId id="261" r:id="rId16"/>
    <p:sldId id="269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113891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hiding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Encapsulation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modifiers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Getter and Setter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it 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Advantages and 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Real-World Example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13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HIDING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894" y="2209046"/>
            <a:ext cx="1122077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Data Hiding?</a:t>
            </a:r>
          </a:p>
          <a:p>
            <a:r>
              <a:rPr lang="en-US" sz="2000" b="1" dirty="0"/>
              <a:t>Data hiding</a:t>
            </a:r>
            <a:r>
              <a:rPr lang="en-US" sz="2000" dirty="0"/>
              <a:t> means </a:t>
            </a:r>
            <a:r>
              <a:rPr lang="en-US" sz="2000" b="1" dirty="0"/>
              <a:t>keeping some information private</a:t>
            </a:r>
            <a:r>
              <a:rPr lang="en-US" sz="2000" dirty="0"/>
              <a:t> so that no one can change it directly from outside the class.</a:t>
            </a:r>
          </a:p>
          <a:p>
            <a:r>
              <a:rPr lang="en-US" sz="2000" dirty="0"/>
              <a:t>Just like in real life, if you keep your money in a locker, only you have the key. Others can't open it directly. But you can give them access </a:t>
            </a:r>
            <a:r>
              <a:rPr lang="en-US" sz="2000" b="1" dirty="0"/>
              <a:t>if you want</a:t>
            </a:r>
            <a:r>
              <a:rPr lang="en-US" sz="2000" dirty="0"/>
              <a:t>, in a </a:t>
            </a:r>
            <a:r>
              <a:rPr lang="en-US" sz="2000" b="1" dirty="0"/>
              <a:t>controlled way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000" b="1" dirty="0"/>
              <a:t>Why Use It?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b="1" dirty="0"/>
              <a:t>protect important data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b="1" dirty="0"/>
              <a:t>control how data is changed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avoid </a:t>
            </a:r>
            <a:r>
              <a:rPr lang="en-US" sz="2000" b="1" dirty="0"/>
              <a:t>accidental mistakes</a:t>
            </a:r>
            <a:r>
              <a:rPr lang="en-US" sz="2000" dirty="0"/>
              <a:t> in code</a:t>
            </a:r>
            <a:r>
              <a:rPr lang="en-US" sz="2800" dirty="0"/>
              <a:t>.</a:t>
            </a:r>
          </a:p>
          <a:p>
            <a:endParaRPr lang="en-US" sz="2400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039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ENCAPSULATION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63785" y="2328098"/>
            <a:ext cx="109792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Defintion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core concept in object-oriented programming (OOP) where data (variables)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the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that works on that data (methods) are wrapped together into a single unit called 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62778" y="4005129"/>
            <a:ext cx="10848354" cy="1646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meaning of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is to make sure that "sensitive" data is hidden from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achieve this, you must: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declare class variables/attributes as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private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provide public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methods to access and update the value of a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&lt;strong&gt;Encapsulation in Java&lt;/strong&gt; | How to master OOPs with &lt;strong&gt;Encapsulation&lt;/strong&gt;? | Edurek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" y="599440"/>
            <a:ext cx="11308080" cy="590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4971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RELATIONSHIP BETWEEN DATA HIDING AND ENCAPSULATION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6085" y="2706986"/>
            <a:ext cx="109094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hiding and encapsulation are connected ideas in programming. Encapsulation means putting data and the code that works on it together in one place, like a class. Data hiding means keeping the details private so that outside code can't directly change the data. Encapsulation helps to hide the data and protect it from unwanted access.</a:t>
            </a:r>
          </a:p>
        </p:txBody>
      </p:sp>
    </p:spTree>
    <p:extLst>
      <p:ext uri="{BB962C8B-B14F-4D97-AF65-F5344CB8AC3E}">
        <p14:creationId xmlns:p14="http://schemas.microsoft.com/office/powerpoint/2010/main" val="260754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Access modifiers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75894" y="1991762"/>
            <a:ext cx="112841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controls the access level.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secure our data.</a:t>
            </a:r>
          </a:p>
          <a:p>
            <a:endParaRPr lang="en-US" dirty="0"/>
          </a:p>
          <a:p>
            <a:pPr marL="457200" indent="-457200">
              <a:buAutoNum type="arabicParenR"/>
            </a:pPr>
            <a:r>
              <a:rPr lang="en-US" b="1" dirty="0"/>
              <a:t>Public : </a:t>
            </a:r>
            <a:r>
              <a:rPr lang="en-US" dirty="0"/>
              <a:t>The code is accessible for all classes.</a:t>
            </a:r>
          </a:p>
          <a:p>
            <a:endParaRPr lang="en-US" dirty="0"/>
          </a:p>
          <a:p>
            <a:r>
              <a:rPr lang="en-US" dirty="0"/>
              <a:t> class Person {</a:t>
            </a:r>
          </a:p>
          <a:p>
            <a:r>
              <a:rPr lang="en-US" dirty="0"/>
              <a:t>    public String name;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displayName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("Name: " + name);</a:t>
            </a:r>
          </a:p>
          <a:p>
            <a:r>
              <a:rPr lang="en-US" sz="1600" dirty="0"/>
              <a:t>     }</a:t>
            </a:r>
          </a:p>
          <a:p>
            <a:r>
              <a:rPr lang="en-US" sz="1600" dirty="0"/>
              <a:t>}</a:t>
            </a:r>
          </a:p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Person </a:t>
            </a:r>
            <a:r>
              <a:rPr lang="en-US" dirty="0" err="1"/>
              <a:t>person</a:t>
            </a:r>
            <a:r>
              <a:rPr lang="en-US" dirty="0"/>
              <a:t> = new Person();</a:t>
            </a:r>
          </a:p>
          <a:p>
            <a:r>
              <a:rPr lang="en-US" dirty="0"/>
              <a:t>        person.name = "Alice";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public access</a:t>
            </a:r>
          </a:p>
          <a:p>
            <a:r>
              <a:rPr lang="en-US" dirty="0"/>
              <a:t>        </a:t>
            </a:r>
            <a:r>
              <a:rPr lang="en-US" dirty="0" err="1"/>
              <a:t>person.displayName</a:t>
            </a:r>
            <a:r>
              <a:rPr lang="en-US" dirty="0"/>
              <a:t>();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public access</a:t>
            </a:r>
          </a:p>
          <a:p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08544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Access modifiers </a:t>
            </a:r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92145" y="2099352"/>
            <a:ext cx="108133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2) Default : </a:t>
            </a:r>
            <a:r>
              <a:rPr lang="en-US" dirty="0"/>
              <a:t>The code is only accessible in the same package ,this is used when you </a:t>
            </a:r>
            <a:r>
              <a:rPr lang="en-US" dirty="0" err="1"/>
              <a:t>don,t</a:t>
            </a:r>
            <a:r>
              <a:rPr lang="en-US" dirty="0"/>
              <a:t> specify a modifier.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MyClass</a:t>
            </a:r>
            <a:r>
              <a:rPr lang="en-US" dirty="0"/>
              <a:t> {</a:t>
            </a:r>
          </a:p>
          <a:p>
            <a:r>
              <a:rPr lang="en-US" dirty="0"/>
              <a:t>    void </a:t>
            </a:r>
            <a:r>
              <a:rPr lang="en-US" dirty="0" err="1"/>
              <a:t>showMessage</a:t>
            </a:r>
            <a:r>
              <a:rPr lang="en-US" dirty="0"/>
              <a:t>() {     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//default access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("This is a default access modifier.");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obj</a:t>
            </a:r>
            <a:r>
              <a:rPr lang="en-US" dirty="0"/>
              <a:t> = new </a:t>
            </a:r>
            <a:r>
              <a:rPr lang="en-US" dirty="0" err="1"/>
              <a:t>MyClass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obj.showMessage</a:t>
            </a:r>
            <a:r>
              <a:rPr lang="en-US" dirty="0"/>
              <a:t>();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Works because it's in the same package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78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729657"/>
            <a:ext cx="11121183" cy="1008607"/>
          </a:xfrm>
        </p:spPr>
        <p:txBody>
          <a:bodyPr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Access modifiers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2286" y="1865015"/>
            <a:ext cx="112647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3) Protected : </a:t>
            </a:r>
            <a:r>
              <a:rPr lang="en-US" dirty="0"/>
              <a:t>The code is accessible in the same package and subclasses.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Base class</a:t>
            </a:r>
          </a:p>
          <a:p>
            <a:r>
              <a:rPr lang="en-US" dirty="0"/>
              <a:t>class Person {</a:t>
            </a:r>
          </a:p>
          <a:p>
            <a:r>
              <a:rPr lang="en-US" dirty="0"/>
              <a:t>    protected String name = "Alice";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Protected member</a:t>
            </a:r>
          </a:p>
          <a:p>
            <a:r>
              <a:rPr lang="en-US" sz="1600" dirty="0"/>
              <a:t>}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Subclass that inherits from Person</a:t>
            </a:r>
          </a:p>
          <a:p>
            <a:r>
              <a:rPr lang="en-US" dirty="0"/>
              <a:t>class Student extends Person {</a:t>
            </a:r>
          </a:p>
          <a:p>
            <a:r>
              <a:rPr lang="en-US" dirty="0"/>
              <a:t>    void </a:t>
            </a:r>
            <a:r>
              <a:rPr lang="en-US" dirty="0" err="1"/>
              <a:t>showName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("Name: " + name);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Accessing protected member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Main class with the main method</a:t>
            </a:r>
          </a:p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Student s = new Student();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Create Student object</a:t>
            </a:r>
          </a:p>
          <a:p>
            <a:r>
              <a:rPr lang="en-US" dirty="0"/>
              <a:t>        </a:t>
            </a:r>
            <a:r>
              <a:rPr lang="en-US" dirty="0" err="1"/>
              <a:t>s.showName</a:t>
            </a:r>
            <a:r>
              <a:rPr lang="en-US" dirty="0"/>
              <a:t>();            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 Call method to display name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6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Access modifiers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3534" y="2018923"/>
            <a:ext cx="11171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4) Private  : </a:t>
            </a:r>
            <a:r>
              <a:rPr lang="en-US" dirty="0"/>
              <a:t>The code is only accessible within the declared class.</a:t>
            </a:r>
          </a:p>
          <a:p>
            <a:endParaRPr lang="en-US" dirty="0"/>
          </a:p>
          <a:p>
            <a:r>
              <a:rPr lang="en-US" dirty="0"/>
              <a:t>class pen{</a:t>
            </a:r>
          </a:p>
          <a:p>
            <a:r>
              <a:rPr lang="en-US" dirty="0"/>
              <a:t>    private String type = "Ball point"; 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//private variable</a:t>
            </a:r>
          </a:p>
          <a:p>
            <a:r>
              <a:rPr lang="en-US" dirty="0"/>
              <a:t>    private void </a:t>
            </a:r>
            <a:r>
              <a:rPr lang="en-US" dirty="0" err="1"/>
              <a:t>ent</a:t>
            </a:r>
            <a:r>
              <a:rPr lang="en-US" dirty="0"/>
              <a:t>(){                     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//private method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("pen type : " + type);</a:t>
            </a:r>
          </a:p>
          <a:p>
            <a:r>
              <a:rPr lang="en-US" dirty="0"/>
              <a:t>}    </a:t>
            </a:r>
          </a:p>
          <a:p>
            <a:r>
              <a:rPr lang="en-US" dirty="0"/>
              <a:t>}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//main class</a:t>
            </a:r>
          </a:p>
          <a:p>
            <a:r>
              <a:rPr lang="en-US" dirty="0"/>
              <a:t>public class Pattern {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pen </a:t>
            </a:r>
            <a:r>
              <a:rPr lang="en-US" dirty="0" err="1"/>
              <a:t>obj</a:t>
            </a:r>
            <a:r>
              <a:rPr lang="en-US" dirty="0"/>
              <a:t> = new pen();               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//error occurs in this code  we can't access private variable in main function </a:t>
            </a:r>
          </a:p>
          <a:p>
            <a:r>
              <a:rPr lang="en-US" dirty="0"/>
              <a:t>      </a:t>
            </a:r>
            <a:r>
              <a:rPr lang="en-US" dirty="0" err="1"/>
              <a:t>obj.ent</a:t>
            </a:r>
            <a:r>
              <a:rPr lang="en-US" dirty="0"/>
              <a:t>();                   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2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3200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Getter and Setter</a:t>
            </a:r>
            <a:endParaRPr lang="en-US" altLang="en-US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4395" y="2556523"/>
            <a:ext cx="11320885" cy="16363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Get and 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variables can only be accessed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within the same class (an outside class has no access to it). However, it is possible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access them if we provide public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32709" y="4163450"/>
            <a:ext cx="11322411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the value of the variable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takes a parameter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newName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 and assigns it to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variable.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keyword is used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refer to the current object.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However, as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variable is declared as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we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cannot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access it from outside this class: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52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This keyword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sz="half" idx="1"/>
          </p:nvPr>
        </p:nvSpPr>
        <p:spPr bwMode="auto">
          <a:xfrm>
            <a:off x="5534932" y="1944490"/>
            <a:ext cx="509306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 Example: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class Student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private String name;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public void 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setName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(String name)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this.name = name;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Unicode MS"/>
              </a:rPr>
              <a:t>// 'this.name' = class variable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public String </a:t>
            </a:r>
            <a:r>
              <a:rPr lang="en-US" altLang="en-US" dirty="0" err="1">
                <a:solidFill>
                  <a:schemeClr val="tx1"/>
                </a:solidFill>
                <a:latin typeface="Arial Unicode MS"/>
              </a:rPr>
              <a:t>getName</a:t>
            </a: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return name;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 Unicode MS"/>
              </a:rPr>
              <a:t>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Arial Unicode MS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}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sz="half" idx="1"/>
          </p:nvPr>
        </p:nvSpPr>
        <p:spPr bwMode="auto">
          <a:xfrm>
            <a:off x="528873" y="2504978"/>
            <a:ext cx="495752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this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in encapsulation to refer to the current class’s variables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setters or constructors.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Why use it? To clearly say “I'm talking about the class variable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266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Advantages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25691" y="2421058"/>
            <a:ext cx="5422390" cy="3633047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Advantages of Encapsulation :</a:t>
            </a:r>
          </a:p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Protects data by keeping it private.</a:t>
            </a:r>
          </a:p>
          <a:p>
            <a:endParaRPr lang="en-US" sz="2000" dirty="0"/>
          </a:p>
          <a:p>
            <a:r>
              <a:rPr lang="en-US" sz="2000" dirty="0"/>
              <a:t>Controls how data is accessed or changed using methods.</a:t>
            </a:r>
          </a:p>
          <a:p>
            <a:endParaRPr lang="en-US" sz="2000" dirty="0"/>
          </a:p>
          <a:p>
            <a:r>
              <a:rPr lang="en-US" sz="2000" dirty="0"/>
              <a:t>Makes code easier to maintain and update.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Helps in organizing and structuring code better.</a:t>
            </a:r>
          </a:p>
        </p:txBody>
      </p:sp>
    </p:spTree>
    <p:extLst>
      <p:ext uri="{BB962C8B-B14F-4D97-AF65-F5344CB8AC3E}">
        <p14:creationId xmlns:p14="http://schemas.microsoft.com/office/powerpoint/2010/main" val="401019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Disadvantages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51438" y="2489703"/>
            <a:ext cx="10293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Disadvantages of Encapsulation :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Requires writing extra code like getters and setters.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Can make the code more complex for beginners.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Slows down access slightly compared to direct access.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Overuse can lead to unnecessary complication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1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How It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998" y="1874067"/>
            <a:ext cx="5534305" cy="44576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</a:rPr>
              <a:t>Define a Class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Make Data Private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Create Public Methods (setter and getter)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23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59603" y="757828"/>
            <a:ext cx="60960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JetBrains Mono"/>
              </a:rPr>
              <a:t>class Encapsulation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JetBrains Mono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accent2"/>
                </a:solidFill>
                <a:latin typeface="JetBrains Mono"/>
              </a:rPr>
              <a:t>   //declared variable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JetBrains Mono"/>
              </a:rPr>
              <a:t>   private String name;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</a:t>
            </a:r>
            <a:r>
              <a:rPr lang="en-US" altLang="en-US" sz="1400" dirty="0">
                <a:solidFill>
                  <a:schemeClr val="accent2"/>
                </a:solidFill>
                <a:latin typeface="JetBrains Mono"/>
              </a:rPr>
              <a:t>//setter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public void </a:t>
            </a:r>
            <a:r>
              <a:rPr lang="en-US" altLang="en-US" sz="1400" dirty="0" err="1">
                <a:latin typeface="JetBrains Mono"/>
              </a:rPr>
              <a:t>setName</a:t>
            </a:r>
            <a:r>
              <a:rPr lang="en-US" altLang="en-US" sz="1400" dirty="0">
                <a:latin typeface="JetBrains Mono"/>
              </a:rPr>
              <a:t> (String n) {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    name = n;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}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</a:t>
            </a:r>
            <a:r>
              <a:rPr lang="en-US" altLang="en-US" sz="1400" dirty="0">
                <a:solidFill>
                  <a:schemeClr val="accent2"/>
                </a:solidFill>
                <a:latin typeface="JetBrains Mono"/>
              </a:rPr>
              <a:t>//getter</a:t>
            </a:r>
            <a:br>
              <a:rPr lang="en-US" altLang="en-US" sz="1400" dirty="0">
                <a:solidFill>
                  <a:schemeClr val="accent2"/>
                </a:solidFill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public String </a:t>
            </a:r>
            <a:r>
              <a:rPr lang="en-US" altLang="en-US" sz="1400" dirty="0" err="1">
                <a:latin typeface="JetBrains Mono"/>
              </a:rPr>
              <a:t>getName</a:t>
            </a:r>
            <a:r>
              <a:rPr lang="en-US" altLang="en-US" sz="1400" dirty="0">
                <a:latin typeface="JetBrains Mono"/>
              </a:rPr>
              <a:t> () {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    return name;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JetBrains Mono"/>
              </a:rPr>
              <a:t>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accent2"/>
                </a:solidFill>
                <a:latin typeface="JetBrains Mono"/>
              </a:rPr>
              <a:t>//main method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public class </a:t>
            </a:r>
            <a:r>
              <a:rPr lang="en-US" altLang="en-US" sz="1400" dirty="0" err="1">
                <a:latin typeface="JetBrains Mono"/>
              </a:rPr>
              <a:t>data_hiding_code</a:t>
            </a:r>
            <a:r>
              <a:rPr lang="en-US" altLang="en-US" sz="1400" dirty="0">
                <a:latin typeface="JetBrains Mono"/>
              </a:rPr>
              <a:t>  {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public static void main(String[]  </a:t>
            </a:r>
            <a:r>
              <a:rPr lang="en-US" altLang="en-US" sz="1400" dirty="0" err="1">
                <a:latin typeface="JetBrains Mono"/>
              </a:rPr>
              <a:t>args</a:t>
            </a:r>
            <a:r>
              <a:rPr lang="en-US" altLang="en-US" sz="1400" dirty="0">
                <a:latin typeface="JetBrains Mono"/>
              </a:rPr>
              <a:t> 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    Encapsulation  </a:t>
            </a:r>
            <a:r>
              <a:rPr lang="en-US" altLang="en-US" sz="1400" dirty="0" err="1">
                <a:latin typeface="JetBrains Mono"/>
              </a:rPr>
              <a:t>obj</a:t>
            </a:r>
            <a:r>
              <a:rPr lang="en-US" altLang="en-US" sz="1400" dirty="0">
                <a:latin typeface="JetBrains Mono"/>
              </a:rPr>
              <a:t>  = new Encapsulation ();</a:t>
            </a:r>
            <a:br>
              <a:rPr lang="en-US" altLang="en-US" sz="1400" dirty="0">
                <a:latin typeface="JetBrains Mono"/>
              </a:rPr>
            </a:br>
            <a:endParaRPr lang="en-US" altLang="en-US" sz="1400" dirty="0">
              <a:latin typeface="JetBrains Mono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JetBrains Mono"/>
              </a:rPr>
              <a:t>     </a:t>
            </a:r>
            <a:r>
              <a:rPr lang="en-US" altLang="en-US" sz="1400" dirty="0" err="1">
                <a:latin typeface="JetBrains Mono"/>
              </a:rPr>
              <a:t>obj.setName</a:t>
            </a:r>
            <a:r>
              <a:rPr lang="en-US" altLang="en-US" sz="1400" dirty="0">
                <a:latin typeface="JetBrains Mono"/>
              </a:rPr>
              <a:t> (“Unknown");</a:t>
            </a:r>
            <a:br>
              <a:rPr lang="en-US" altLang="en-US" sz="1400" dirty="0">
                <a:latin typeface="JetBrains Mono"/>
              </a:rPr>
            </a:br>
            <a:endParaRPr lang="en-US" altLang="en-US" sz="1400" dirty="0">
              <a:latin typeface="JetBrains Mono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JetBrains Mono"/>
              </a:rPr>
              <a:t>      </a:t>
            </a:r>
            <a:r>
              <a:rPr lang="en-US" altLang="en-US" sz="1400" dirty="0" err="1">
                <a:latin typeface="JetBrains Mono"/>
              </a:rPr>
              <a:t>System.</a:t>
            </a:r>
            <a:r>
              <a:rPr lang="en-US" altLang="en-US" sz="1400" i="1" dirty="0" err="1">
                <a:latin typeface="JetBrains Mono"/>
              </a:rPr>
              <a:t>out</a:t>
            </a:r>
            <a:r>
              <a:rPr lang="en-US" altLang="en-US" sz="1400" dirty="0" err="1">
                <a:latin typeface="JetBrains Mono"/>
              </a:rPr>
              <a:t>.println</a:t>
            </a:r>
            <a:r>
              <a:rPr lang="en-US" altLang="en-US" sz="1400" dirty="0">
                <a:latin typeface="JetBrains Mono"/>
              </a:rPr>
              <a:t> ( “Name is :" + </a:t>
            </a:r>
            <a:r>
              <a:rPr lang="en-US" altLang="en-US" sz="1400" dirty="0" err="1">
                <a:latin typeface="JetBrains Mono"/>
              </a:rPr>
              <a:t>obj.getName</a:t>
            </a:r>
            <a:r>
              <a:rPr lang="en-US" altLang="en-US" sz="1400" dirty="0">
                <a:latin typeface="JetBrains Mono"/>
              </a:rPr>
              <a:t> ());</a:t>
            </a:r>
            <a:br>
              <a:rPr lang="en-US" altLang="en-US" sz="1400" dirty="0">
                <a:latin typeface="JetBrains Mono"/>
              </a:rPr>
            </a:b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}</a:t>
            </a:r>
            <a:br>
              <a:rPr lang="en-US" altLang="en-US" sz="1400" dirty="0">
                <a:latin typeface="JetBrains Mono"/>
              </a:rPr>
            </a:br>
            <a:r>
              <a:rPr lang="en-US" altLang="en-US" sz="1400" dirty="0">
                <a:latin typeface="JetBrains Mono"/>
              </a:rPr>
              <a:t>}</a:t>
            </a:r>
            <a:br>
              <a:rPr lang="en-US" altLang="en-US" sz="1100" dirty="0">
                <a:latin typeface="JetBrains Mono"/>
              </a:rPr>
            </a:br>
            <a:endParaRPr lang="en-US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74150" y="2782957"/>
            <a:ext cx="1884460" cy="78717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Thankyou </a:t>
            </a:r>
            <a:r>
              <a:rPr lang="en-US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</a:t>
            </a:r>
            <a:endParaRPr lang="en-US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32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Override1.xml><?xml version="1.0" encoding="utf-8"?>
<a:themeOverride xmlns:a="http://schemas.openxmlformats.org/drawingml/2006/main">
  <a:clrScheme name="Dividend">
    <a:dk1>
      <a:sysClr val="windowText" lastClr="000000"/>
    </a:dk1>
    <a:lt1>
      <a:sysClr val="window" lastClr="FFFFFF"/>
    </a:lt1>
    <a:dk2>
      <a:srgbClr val="3D3D3D"/>
    </a:dk2>
    <a:lt2>
      <a:srgbClr val="EBEBEB"/>
    </a:lt2>
    <a:accent1>
      <a:srgbClr val="4D1434"/>
    </a:accent1>
    <a:accent2>
      <a:srgbClr val="903163"/>
    </a:accent2>
    <a:accent3>
      <a:srgbClr val="B2324B"/>
    </a:accent3>
    <a:accent4>
      <a:srgbClr val="969FA7"/>
    </a:accent4>
    <a:accent5>
      <a:srgbClr val="66B1CE"/>
    </a:accent5>
    <a:accent6>
      <a:srgbClr val="40619D"/>
    </a:accent6>
    <a:hlink>
      <a:srgbClr val="828282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Words>1082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Unicode MS</vt:lpstr>
      <vt:lpstr>Arial</vt:lpstr>
      <vt:lpstr>Consolas</vt:lpstr>
      <vt:lpstr>Gill Sans MT</vt:lpstr>
      <vt:lpstr>JetBrains Mono</vt:lpstr>
      <vt:lpstr>Segoe UI</vt:lpstr>
      <vt:lpstr>Verdana</vt:lpstr>
      <vt:lpstr>Wingdings</vt:lpstr>
      <vt:lpstr>Wingdings 2</vt:lpstr>
      <vt:lpstr>Dividend</vt:lpstr>
      <vt:lpstr>Encapsulation</vt:lpstr>
      <vt:lpstr>Overview</vt:lpstr>
      <vt:lpstr>DATA HIDING  </vt:lpstr>
      <vt:lpstr>ENCAPSULATION </vt:lpstr>
      <vt:lpstr>PowerPoint Presentation</vt:lpstr>
      <vt:lpstr>RELATIONSHIP BETWEEN DATA HIDING AND ENCAPSULATION</vt:lpstr>
      <vt:lpstr>Access modifiers </vt:lpstr>
      <vt:lpstr>Access modifiers  </vt:lpstr>
      <vt:lpstr>Access modifiers </vt:lpstr>
      <vt:lpstr>Access modifiers </vt:lpstr>
      <vt:lpstr>Getter and Setter</vt:lpstr>
      <vt:lpstr>This keyword</vt:lpstr>
      <vt:lpstr>Advantages </vt:lpstr>
      <vt:lpstr>Disadvantages</vt:lpstr>
      <vt:lpstr>How It works?</vt:lpstr>
      <vt:lpstr>PowerPoint Presentation</vt:lpstr>
      <vt:lpstr>Thankyou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HP</dc:creator>
  <cp:lastModifiedBy>Ghulam Mustafa</cp:lastModifiedBy>
  <cp:revision>78</cp:revision>
  <dcterms:created xsi:type="dcterms:W3CDTF">2025-04-13T17:33:12Z</dcterms:created>
  <dcterms:modified xsi:type="dcterms:W3CDTF">2026-08-03T07:31:29Z</dcterms:modified>
</cp:coreProperties>
</file>