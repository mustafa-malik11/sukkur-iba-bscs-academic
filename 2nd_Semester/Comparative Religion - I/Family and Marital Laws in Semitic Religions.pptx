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Nuni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3a13e57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3a13e57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a34f93c8f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a34f93c8f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a34f93c8f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a34f93c8f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a34f93c8f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a34f93c8f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a34f93c8f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a34f93c8f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a34f93c8f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a34f93c8f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a34f93c8f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a34f93c8f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a34f93c8f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a34f93c8f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a34f93c8f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a34f93c8f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a34f93c8f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a34f93c8f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a34f93c8f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a34f93c8f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a34f93c8f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a34f93c8f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a34f93c8f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a34f93c8f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a34f93c8f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a34f93c8f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a34f93c8f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da34f93c8f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a34f93c8f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da34f93c8f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a34f93c8f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a34f93c8f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a34f93c8f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da34f93c8f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a34f93c8f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da34f93c8f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a34f93c8f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a34f93c8f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311708" y="14118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Family and Marital Laws in Semitic Religions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6605575" y="4605575"/>
            <a:ext cx="23844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</a:t>
            </a:r>
            <a:r>
              <a:rPr lang="en" sz="1300"/>
              <a:t>resented by: Rajesh Kumar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3475000" y="152200"/>
            <a:ext cx="171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/>
              <a:t>Introduction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49150" y="1083475"/>
            <a:ext cx="7505700" cy="3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Judaism:</a:t>
            </a:r>
            <a:r>
              <a:rPr lang="en" sz="1500"/>
              <a:t> Follows the line of Abraham’s son, </a:t>
            </a:r>
            <a:r>
              <a:rPr b="1" lang="en" sz="1500"/>
              <a:t>Isaac</a:t>
            </a:r>
            <a:r>
              <a:rPr lang="en" sz="1500"/>
              <a:t>, and his grandson, Jacob.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Christianity:</a:t>
            </a:r>
            <a:r>
              <a:rPr lang="en" sz="1500"/>
              <a:t> Also follows the line of </a:t>
            </a:r>
            <a:r>
              <a:rPr b="1" lang="en" sz="1500"/>
              <a:t>Isaac</a:t>
            </a:r>
            <a:r>
              <a:rPr lang="en" sz="1500"/>
              <a:t>, believing that Jesus was a descendant of this family.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Islam:</a:t>
            </a:r>
            <a:r>
              <a:rPr lang="en" sz="1500"/>
              <a:t> Follows the line of Abraham’s first son, </a:t>
            </a:r>
            <a:r>
              <a:rPr b="1" lang="en" sz="1500"/>
              <a:t>Ishmael</a:t>
            </a:r>
            <a:r>
              <a:rPr lang="en" sz="1500"/>
              <a:t>, leading to the Prophet Muhammad.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Because they share the same roots, these three religions have a lot in common: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en" sz="1500"/>
              <a:t>One God:</a:t>
            </a:r>
            <a:r>
              <a:rPr lang="en" sz="1500"/>
              <a:t> They all strictly believe in one Creator (Monotheism).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en" sz="1500"/>
              <a:t>Prophets:</a:t>
            </a:r>
            <a:r>
              <a:rPr lang="en" sz="1500"/>
              <a:t> They all believe God speaks to humans through special messengers (like Noah, Moses, and David).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en" sz="1500"/>
              <a:t>Holy Books:</a:t>
            </a:r>
            <a:r>
              <a:rPr lang="en" sz="1500"/>
              <a:t> They all value written scriptures (the Torah, the Bible, and the Quran) as guides for life.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en" sz="1500"/>
              <a:t>Accountability:</a:t>
            </a:r>
            <a:r>
              <a:rPr lang="en" sz="1500"/>
              <a:t> They all teach that our actions matter and that there is a life after death.</a:t>
            </a:r>
            <a:endParaRPr sz="2200"/>
          </a:p>
        </p:txBody>
      </p:sp>
      <p:sp>
        <p:nvSpPr>
          <p:cNvPr id="136" name="Google Shape;136;p14"/>
          <p:cNvSpPr txBox="1"/>
          <p:nvPr>
            <p:ph type="title"/>
          </p:nvPr>
        </p:nvSpPr>
        <p:spPr>
          <a:xfrm>
            <a:off x="3125800" y="582400"/>
            <a:ext cx="241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/>
              <a:t>Abrahamic roots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613175"/>
            <a:ext cx="75057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849150" y="14883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Judaism (Torah), Christianity (Bible), and Islam(Quran) share Abrahamic roots</a:t>
            </a:r>
            <a:endParaRPr sz="23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All three consider family as the foundation of society</a:t>
            </a:r>
            <a:endParaRPr sz="23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Marriage is sacred in all three religions</a:t>
            </a:r>
            <a:endParaRPr sz="23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However, each religion developed its own marriage laws</a:t>
            </a:r>
            <a:endParaRPr sz="23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This study compares marriage, divorce, and polygamy across all three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819150" y="763125"/>
            <a:ext cx="75057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819150" y="15633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258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Compare marriage contracts and ceremonies across the three religions</a:t>
            </a:r>
            <a:endParaRPr sz="2300"/>
          </a:p>
          <a:p>
            <a:pPr indent="-3225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Analyze how each religion handles divorce</a:t>
            </a:r>
            <a:endParaRPr sz="2300"/>
          </a:p>
          <a:p>
            <a:pPr indent="-3225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Examine positions on polygamy vs. monogamy</a:t>
            </a:r>
            <a:endParaRPr sz="2300"/>
          </a:p>
          <a:p>
            <a:pPr indent="-3225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Understand how shared roots led to different legal systems</a:t>
            </a:r>
            <a:endParaRPr sz="2300"/>
          </a:p>
          <a:p>
            <a:pPr indent="-3225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Study the role of Halakha, Canon Law, and Sharia in shaping family law</a:t>
            </a:r>
            <a:endParaRPr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type="title"/>
          </p:nvPr>
        </p:nvSpPr>
        <p:spPr>
          <a:xfrm>
            <a:off x="819150" y="778125"/>
            <a:ext cx="7505700" cy="7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Research Questions</a:t>
            </a:r>
            <a:endParaRPr/>
          </a:p>
        </p:txBody>
      </p:sp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819150" y="17058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2300"/>
              <a:t>How do marriage contracts in Judaism, Christianity, and Islam reflect each religion's beliefs?</a:t>
            </a:r>
            <a:endParaRPr sz="2300"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2300"/>
              <a:t>What are the key differences in divorce laws, and why?</a:t>
            </a:r>
            <a:endParaRPr sz="2300"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2300"/>
              <a:t>How has each religion dealt with polygamy over time?</a:t>
            </a:r>
            <a:endParaRPr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819150" y="845600"/>
            <a:ext cx="7505700" cy="7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</a:t>
            </a:r>
            <a:endParaRPr/>
          </a:p>
        </p:txBody>
      </p:sp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819150" y="17358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1496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All three religions value marriage but developed different rules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Judaism and Islam have more detailed legal systems for marriage and divorce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Christianity focuses more on marriage being permanent and sacred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All three traditions are moving toward protecting women's rights in marriage</a:t>
            </a:r>
            <a:endParaRPr sz="2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819150" y="845600"/>
            <a:ext cx="75057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Marriage in Judaism</a:t>
            </a:r>
            <a:endParaRPr/>
          </a:p>
        </p:txBody>
      </p:sp>
      <p:sp>
        <p:nvSpPr>
          <p:cNvPr id="166" name="Google Shape;166;p19"/>
          <p:cNvSpPr txBox="1"/>
          <p:nvPr>
            <p:ph idx="1" type="body"/>
          </p:nvPr>
        </p:nvSpPr>
        <p:spPr>
          <a:xfrm>
            <a:off x="819150" y="15708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1496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Marriage has two stages: Kiddushin (منگني) and Nissuin (شادي)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Ketubah is a written marriage contract protecting the wife's rights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Husband must provide food, clothing, and financial security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Ceremony happens under the Chuppah (canopy) with two witnesses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Groom places a ring on the bride's finger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Mohar (bride-price) evolved into financial protections in the Ketubah</a:t>
            </a:r>
            <a:endParaRPr sz="2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819150" y="845600"/>
            <a:ext cx="75057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Marriage in Christianity</a:t>
            </a:r>
            <a:endParaRPr/>
          </a:p>
        </p:txBody>
      </p:sp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819150" y="16683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0734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Marriage is considered a sacrament in Catholic teaching</a:t>
            </a:r>
            <a:endParaRPr sz="2300"/>
          </a:p>
          <a:p>
            <a:pPr indent="-3073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Based on Ephesians 5 — marriage reflects Christ's bond with the Church</a:t>
            </a:r>
            <a:endParaRPr sz="2300"/>
          </a:p>
          <a:p>
            <a:pPr indent="-3073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Spouses themselves administer the sacrament (مقدس رسم) through their vows (عہد)</a:t>
            </a:r>
            <a:endParaRPr sz="2300"/>
          </a:p>
          <a:p>
            <a:pPr indent="-3073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Canon Law requires: free consent, no impediments, openness to children</a:t>
            </a:r>
            <a:endParaRPr sz="2300"/>
          </a:p>
          <a:p>
            <a:pPr indent="-3073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Protestants see marriage as sacred but not a formal sacrament</a:t>
            </a:r>
            <a:endParaRPr sz="2300"/>
          </a:p>
          <a:p>
            <a:pPr indent="-3073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Orthodox Christianity allows remarriage in some cases</a:t>
            </a:r>
            <a:endParaRPr sz="2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819150" y="740625"/>
            <a:ext cx="7505700" cy="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Marriage in Islam</a:t>
            </a:r>
            <a:endParaRPr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819150" y="16308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1496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Nikah is a civil contract with spiritual meaning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Key elements: Ijab (offer), Qabul (acceptance), Mahr (dower), witnesses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Mahr is the wife's right — can be prompt or deferred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Hanafi school allows women to contract their own marriage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Other schools require a Wali (male guardian)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Prophet Muhammad said marriage is not valid without witnesses</a:t>
            </a:r>
            <a:endParaRPr sz="2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819150" y="748125"/>
            <a:ext cx="75057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Comparison: Marriage Across Three Religion</a:t>
            </a:r>
            <a:endParaRPr/>
          </a:p>
        </p:txBody>
      </p:sp>
      <p:sp>
        <p:nvSpPr>
          <p:cNvPr id="184" name="Google Shape;184;p22"/>
          <p:cNvSpPr txBox="1"/>
          <p:nvPr>
            <p:ph idx="1" type="body"/>
          </p:nvPr>
        </p:nvSpPr>
        <p:spPr>
          <a:xfrm>
            <a:off x="819150" y="15858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1496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Judaism and Islam: Marriage is a contract with financial protections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Christianity: Marriage is a sacrament and spiritual covenant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All three require witnesses and consent (رضامندی)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Judaism has Ketubah, Islam has Mahr — both protect the wife financially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Christianity focuses on permanence and sacredness of the bond</a:t>
            </a:r>
            <a:endParaRPr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title"/>
          </p:nvPr>
        </p:nvSpPr>
        <p:spPr>
          <a:xfrm>
            <a:off x="819150" y="845600"/>
            <a:ext cx="7505700" cy="6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Divorce in Judaism</a:t>
            </a:r>
            <a:endParaRPr/>
          </a:p>
        </p:txBody>
      </p:sp>
      <p:sp>
        <p:nvSpPr>
          <p:cNvPr id="190" name="Google Shape;190;p23"/>
          <p:cNvSpPr txBox="1"/>
          <p:nvPr>
            <p:ph idx="1" type="body"/>
          </p:nvPr>
        </p:nvSpPr>
        <p:spPr>
          <a:xfrm>
            <a:off x="819150" y="1675800"/>
            <a:ext cx="7795800" cy="25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1496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Divorce is allowed but discouraged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Based on Deuteronomy 24:1-4 (the fifth and final book of the Torah)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Shammai school: divorce only for adultery (زنا)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Hillel school: divorce for any reason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Get (divorce document) must be given by husband to wife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Beth Din (rabbinical court) supervises the process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Agunah problem: wife is "chained" if husband refuses to give the Get</a:t>
            </a:r>
            <a:endParaRPr sz="2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>
            <p:ph type="title"/>
          </p:nvPr>
        </p:nvSpPr>
        <p:spPr>
          <a:xfrm>
            <a:off x="819150" y="763125"/>
            <a:ext cx="7505700" cy="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Divorce in Christianity</a:t>
            </a:r>
            <a:endParaRPr/>
          </a:p>
        </p:txBody>
      </p:sp>
      <p:sp>
        <p:nvSpPr>
          <p:cNvPr id="196" name="Google Shape;196;p24"/>
          <p:cNvSpPr txBox="1"/>
          <p:nvPr>
            <p:ph idx="1" type="body"/>
          </p:nvPr>
        </p:nvSpPr>
        <p:spPr>
          <a:xfrm>
            <a:off x="819150" y="1642750"/>
            <a:ext cx="7683300" cy="26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1496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Catholic Church does not allow divorce — only annulment (ختم)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Based on Jesus's teaching: "What God has joined, let no one separate"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Annulment means the marriage was never valid in the first place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Protestants allow divorce in cases of adultery </a:t>
            </a:r>
            <a:r>
              <a:rPr lang="en" sz="2300"/>
              <a:t>(زنا)</a:t>
            </a:r>
            <a:r>
              <a:rPr lang="en" sz="2300"/>
              <a:t> or abandonment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Orthodox Church allows divorce and remarriage up to three times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Orthodox use the principle of Oikonomia (pastoral mercy)</a:t>
            </a:r>
            <a:endParaRPr sz="2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type="title"/>
          </p:nvPr>
        </p:nvSpPr>
        <p:spPr>
          <a:xfrm>
            <a:off x="721675" y="568175"/>
            <a:ext cx="75057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Divorce in Islam</a:t>
            </a:r>
            <a:endParaRPr/>
          </a:p>
        </p:txBody>
      </p:sp>
      <p:sp>
        <p:nvSpPr>
          <p:cNvPr id="202" name="Google Shape;202;p25"/>
          <p:cNvSpPr txBox="1"/>
          <p:nvPr>
            <p:ph idx="1" type="body"/>
          </p:nvPr>
        </p:nvSpPr>
        <p:spPr>
          <a:xfrm>
            <a:off x="721675" y="1340275"/>
            <a:ext cx="8073300" cy="28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258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80"/>
              <a:buChar char="●"/>
            </a:pPr>
            <a:r>
              <a:rPr lang="en" sz="2128"/>
              <a:t>Most detailed divorce system among the three religions</a:t>
            </a:r>
            <a:endParaRPr sz="2128"/>
          </a:p>
          <a:p>
            <a:pPr indent="-32258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0"/>
              <a:buChar char="●"/>
            </a:pPr>
            <a:r>
              <a:rPr lang="en" sz="2128"/>
              <a:t>Talaq: husband-initiated divorce (revocable and irrevocable types)</a:t>
            </a:r>
            <a:endParaRPr sz="2128"/>
          </a:p>
          <a:p>
            <a:pPr indent="-32258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0"/>
              <a:buChar char="●"/>
            </a:pPr>
            <a:r>
              <a:rPr lang="en" sz="2128"/>
              <a:t>Khula: wife-initiated divorce, usually returns the Mahr</a:t>
            </a:r>
            <a:endParaRPr sz="2128"/>
          </a:p>
          <a:p>
            <a:pPr indent="-32258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0"/>
              <a:buChar char="●"/>
            </a:pPr>
            <a:r>
              <a:rPr lang="en" sz="2128"/>
              <a:t>Mubarat: divorce by mutual agreement</a:t>
            </a:r>
            <a:endParaRPr sz="2128"/>
          </a:p>
          <a:p>
            <a:pPr indent="-32258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0"/>
              <a:buChar char="●"/>
            </a:pPr>
            <a:r>
              <a:rPr lang="en" sz="2128"/>
              <a:t>Faskh: court annulment on grounds like cruelty (ظلم) or neglect</a:t>
            </a:r>
            <a:endParaRPr sz="2128"/>
          </a:p>
          <a:p>
            <a:pPr indent="-32258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0"/>
              <a:buChar char="●"/>
            </a:pPr>
            <a:r>
              <a:rPr lang="en" sz="2128"/>
              <a:t>Iddah: mandatory waiting period (about 3 months) after divorce</a:t>
            </a:r>
            <a:endParaRPr sz="2128"/>
          </a:p>
          <a:p>
            <a:pPr indent="-32258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0"/>
              <a:buChar char="●"/>
            </a:pPr>
            <a:r>
              <a:rPr lang="en" sz="2128"/>
              <a:t>Modern reforms: many countries now require court approval for Talaq</a:t>
            </a:r>
            <a:endParaRPr sz="2128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819150" y="845600"/>
            <a:ext cx="75057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Comparison: Divorce Across Three Religions</a:t>
            </a:r>
            <a:endParaRPr/>
          </a:p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819150" y="1593350"/>
            <a:ext cx="7848300" cy="27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258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Judaism and Islam both provide structured divorce procedures</a:t>
            </a:r>
            <a:endParaRPr sz="2300"/>
          </a:p>
          <a:p>
            <a:pPr indent="-3225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Christianity (Catholic) is the most restrictive — no divorce, only annulment</a:t>
            </a:r>
            <a:endParaRPr sz="2300"/>
          </a:p>
          <a:p>
            <a:pPr indent="-3225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Judaism: husband must give Get; wife cannot divorce on her own in traditional law</a:t>
            </a:r>
            <a:endParaRPr sz="2300"/>
          </a:p>
          <a:p>
            <a:pPr indent="-3225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Islam: both husband and wife have paths to divorce (Talaq and Khula)</a:t>
            </a:r>
            <a:endParaRPr sz="2300"/>
          </a:p>
          <a:p>
            <a:pPr indent="-3225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All three traditions are evolving to better protect women's rights</a:t>
            </a:r>
            <a:endParaRPr sz="2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/>
          <p:nvPr>
            <p:ph type="title"/>
          </p:nvPr>
        </p:nvSpPr>
        <p:spPr>
          <a:xfrm>
            <a:off x="819150" y="845600"/>
            <a:ext cx="75057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Polygamy in Judaism</a:t>
            </a:r>
            <a:endParaRPr/>
          </a:p>
        </p:txBody>
      </p:sp>
      <p:sp>
        <p:nvSpPr>
          <p:cNvPr id="214" name="Google Shape;214;p27"/>
          <p:cNvSpPr txBox="1"/>
          <p:nvPr>
            <p:ph idx="1" type="body"/>
          </p:nvPr>
        </p:nvSpPr>
        <p:spPr>
          <a:xfrm>
            <a:off x="819150" y="1578350"/>
            <a:ext cx="7780800" cy="28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2300"/>
              <a:t>Biblical patriarchs practiced polygamy (Abraham, Jacob, Solomon)</a:t>
            </a:r>
            <a:endParaRPr sz="2300"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2300"/>
              <a:t>Solomon had 700 wives and 300 concubines (لونڈیاں)</a:t>
            </a:r>
            <a:endParaRPr sz="2300"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2300"/>
              <a:t>Rabbenu Gershom (Jewish scholar) banned polygamy for Ashkenazi Jews around 1000 CE</a:t>
            </a:r>
            <a:endParaRPr sz="2300"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2300"/>
              <a:t>Reason: protect women from abandonment</a:t>
            </a:r>
            <a:endParaRPr sz="2300"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2300"/>
              <a:t>Sephardic Jews continued polygamy until the 20th century</a:t>
            </a:r>
            <a:endParaRPr sz="2300"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2300"/>
              <a:t>Today: monogamy is universal in Judaism</a:t>
            </a:r>
            <a:endParaRPr sz="2300"/>
          </a:p>
        </p:txBody>
      </p:sp>
      <p:sp>
        <p:nvSpPr>
          <p:cNvPr id="215" name="Google Shape;215;p27"/>
          <p:cNvSpPr txBox="1"/>
          <p:nvPr/>
        </p:nvSpPr>
        <p:spPr>
          <a:xfrm>
            <a:off x="4240500" y="4835700"/>
            <a:ext cx="490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* </a:t>
            </a:r>
            <a:r>
              <a:rPr lang="en" sz="800">
                <a:solidFill>
                  <a:schemeClr val="dk1"/>
                </a:solidFill>
              </a:rPr>
              <a:t>Sephardic Jews are a Jewish ethnic group originating from the Iberian Peninsula (Spain and Portugal)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/>
          <p:nvPr>
            <p:ph type="title"/>
          </p:nvPr>
        </p:nvSpPr>
        <p:spPr>
          <a:xfrm>
            <a:off x="871650" y="680650"/>
            <a:ext cx="7505700" cy="6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Monogamy in Christianity</a:t>
            </a:r>
            <a:endParaRPr/>
          </a:p>
        </p:txBody>
      </p:sp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819150" y="1533350"/>
            <a:ext cx="7780800" cy="27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1496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Christianity has always taught monogamy — one husband, one wife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Based on Genesis 2:24 — "the two shall become one flesh"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St. Paul required bishops (priest (پادری) of christian church) to be husband of one wife (1 Timothy 3:2)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Church Fathers (Augustine, Chrysostom) strongly supported monogamy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Marriage reflects Christ's exclusive relationship with the Church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Most consistent position on monogamy among all three religions</a:t>
            </a:r>
            <a:endParaRPr sz="23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819150" y="665650"/>
            <a:ext cx="75057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Polygamy in Islam</a:t>
            </a:r>
            <a:endParaRPr/>
          </a:p>
        </p:txBody>
      </p:sp>
      <p:sp>
        <p:nvSpPr>
          <p:cNvPr id="227" name="Google Shape;227;p29"/>
          <p:cNvSpPr txBox="1"/>
          <p:nvPr>
            <p:ph idx="1" type="body"/>
          </p:nvPr>
        </p:nvSpPr>
        <p:spPr>
          <a:xfrm>
            <a:off x="819150" y="1390900"/>
            <a:ext cx="7930800" cy="28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1496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Quran allows up to four wives — but only with equal justice (Surah 4:3)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Revealed after Battle of Uhud — to care for widows and orphans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Quran also says perfect justice between wives is impossible (Surah 4:129)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Many scholars argue this effectively recommends monogamy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Tunisia and Turkey have banned polygamy completely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Pakistan, Egypt, Morocco require court permission for second marriage</a:t>
            </a:r>
            <a:endParaRPr sz="2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title"/>
          </p:nvPr>
        </p:nvSpPr>
        <p:spPr>
          <a:xfrm>
            <a:off x="819150" y="845600"/>
            <a:ext cx="75057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Comparison: Polygamy Across Three Religions</a:t>
            </a:r>
            <a:endParaRPr/>
          </a:p>
        </p:txBody>
      </p:sp>
      <p:sp>
        <p:nvSpPr>
          <p:cNvPr id="233" name="Google Shape;233;p30"/>
          <p:cNvSpPr txBox="1"/>
          <p:nvPr>
            <p:ph idx="1" type="body"/>
          </p:nvPr>
        </p:nvSpPr>
        <p:spPr>
          <a:xfrm>
            <a:off x="819150" y="1499600"/>
            <a:ext cx="7690800" cy="25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1496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Judaism: allowed in Bible, banned by rabbinical decree (1000 CE)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Christianity: always monogamous from the beginning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Islam: conditionally permitted, increasingly restricted by modern laws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All three traditions are moving toward monogamy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Each took a different path: decree (فرمان), doctrine (نظریہ), or legislation (قانون سازی)</a:t>
            </a:r>
            <a:endParaRPr sz="23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type="title"/>
          </p:nvPr>
        </p:nvSpPr>
        <p:spPr>
          <a:xfrm>
            <a:off x="819150" y="620650"/>
            <a:ext cx="7505700" cy="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</a:t>
            </a:r>
            <a:endParaRPr/>
          </a:p>
        </p:txBody>
      </p:sp>
      <p:sp>
        <p:nvSpPr>
          <p:cNvPr id="239" name="Google Shape;239;p31"/>
          <p:cNvSpPr txBox="1"/>
          <p:nvPr>
            <p:ph idx="1" type="body"/>
          </p:nvPr>
        </p:nvSpPr>
        <p:spPr>
          <a:xfrm>
            <a:off x="819150" y="1417075"/>
            <a:ext cx="7870800" cy="27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1496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All three religions treat marriage as sacred and divinely ordained (خدا کی طرف سے مقرر کردہ)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Judaism and Islam share a contract-based approach to marriage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Christianity uniquely treats marriage as an unbreakable sacrament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Divorce is most structured in Islam, most restricted in Catholicism (</a:t>
            </a:r>
            <a:r>
              <a:rPr lang="en" sz="1044"/>
              <a:t>They believe the Pope (who lives in Vatican City, Rome) is the top leader of the Church on Earth.</a:t>
            </a:r>
            <a:r>
              <a:rPr lang="en" sz="2300"/>
              <a:t>)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All three religions are trending toward greater women's rights</a:t>
            </a:r>
            <a:endParaRPr sz="2300"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9565"/>
              <a:buChar char="●"/>
            </a:pPr>
            <a:r>
              <a:rPr lang="en" sz="2300"/>
              <a:t>The differences come from Halakha, Canon Law, and Sharia — not from scripture alone</a:t>
            </a:r>
            <a:endParaRPr sz="2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>
            <p:ph type="title"/>
          </p:nvPr>
        </p:nvSpPr>
        <p:spPr>
          <a:xfrm>
            <a:off x="819150" y="613175"/>
            <a:ext cx="7505700" cy="7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</a:t>
            </a:r>
            <a:endParaRPr/>
          </a:p>
        </p:txBody>
      </p:sp>
      <p:sp>
        <p:nvSpPr>
          <p:cNvPr id="245" name="Google Shape;245;p32"/>
          <p:cNvSpPr txBox="1"/>
          <p:nvPr>
            <p:ph idx="1" type="body"/>
          </p:nvPr>
        </p:nvSpPr>
        <p:spPr>
          <a:xfrm>
            <a:off x="819150" y="1409575"/>
            <a:ext cx="7870800" cy="29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369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40"/>
              <a:buChar char="●"/>
            </a:pPr>
            <a:r>
              <a:rPr lang="en" sz="1883"/>
              <a:t>Shared Abrahamic roots, but different legal systems</a:t>
            </a:r>
            <a:endParaRPr sz="1883"/>
          </a:p>
          <a:p>
            <a:pPr indent="-31369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40"/>
              <a:buChar char="●"/>
            </a:pPr>
            <a:r>
              <a:rPr lang="en" sz="1883"/>
              <a:t>Marriage contracts: Ketubah (Judaism), Vows (Christianity), Nikah (Islam)</a:t>
            </a:r>
            <a:endParaRPr sz="1883"/>
          </a:p>
          <a:p>
            <a:pPr indent="-31369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40"/>
              <a:buChar char="●"/>
            </a:pPr>
            <a:r>
              <a:rPr lang="en" sz="1883"/>
              <a:t>Divorce: Get, Annulment, and Talaq/Khula — three different approaches</a:t>
            </a:r>
            <a:endParaRPr sz="1883"/>
          </a:p>
          <a:p>
            <a:pPr indent="-31369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40"/>
              <a:buChar char="●"/>
            </a:pPr>
            <a:r>
              <a:rPr lang="en" sz="1883"/>
              <a:t>Polygamy to monogamy: all three traditions moving in the same direction</a:t>
            </a:r>
            <a:endParaRPr sz="1883"/>
          </a:p>
          <a:p>
            <a:pPr indent="-31369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40"/>
              <a:buChar char="●"/>
            </a:pPr>
            <a:r>
              <a:rPr lang="en" sz="1883"/>
              <a:t>Future research: how religious family law interacts with modern secular law</a:t>
            </a:r>
            <a:endParaRPr sz="1883"/>
          </a:p>
          <a:p>
            <a:pPr indent="-31369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40"/>
              <a:buChar char="●"/>
            </a:pPr>
            <a:r>
              <a:rPr lang="en" sz="1883"/>
              <a:t>Understanding these laws helps appreciate how billions of people live their lives</a:t>
            </a:r>
            <a:endParaRPr sz="1883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/>
          <p:nvPr>
            <p:ph type="ctrTitle"/>
          </p:nvPr>
        </p:nvSpPr>
        <p:spPr>
          <a:xfrm>
            <a:off x="1322552" y="1653650"/>
            <a:ext cx="6498900" cy="16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Thank You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