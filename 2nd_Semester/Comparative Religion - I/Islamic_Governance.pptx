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71600"/>
            <a:ext cx="54864" cy="2377440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Islamic System of Governance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4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Economic, Legal &amp; Divine Framework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200400" cy="27432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Way of Life — Guided by Divine Wisdom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47472" cy="34747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694944"/>
            <a:ext cx="2286000" cy="36576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is a complete way of life that provides guidance in economic, legal, and governance matters. Its system is based on justice, equality, and divine guidance from Allah.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51760" cy="169164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468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 — fairness for 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377440"/>
            <a:ext cx="2651760" cy="16916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468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equal before law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2651760" cy="169164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468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&amp; Sunnah as source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841248"/>
            <a:ext cx="2834640" cy="132588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841248"/>
            <a:ext cx="2834640" cy="13258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"Sovereignty belongs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to Allah"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Quran 12:40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47472" cy="34747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Divine Governance Framework in Islam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694944"/>
            <a:ext cx="2286000" cy="36576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412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governance is based on the belief that sovereignty belongs only to Allah.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8138160" cy="65836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63040"/>
            <a:ext cx="64008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087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is the ultimate law-maker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8138160" cy="658368"/>
          </a:xfrm>
          <a:prstGeom prst="rect">
            <a:avLst/>
          </a:prstGeom>
          <a:solidFill>
            <a:srgbClr val="F4E4B0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67712"/>
            <a:ext cx="64008" cy="658368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3134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Quran and Sunnah are main sources of law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072384"/>
            <a:ext cx="8138160" cy="658368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072384"/>
            <a:ext cx="64008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11810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act as trustees (Khalifa)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8138160" cy="658368"/>
          </a:xfrm>
          <a:prstGeom prst="rect">
            <a:avLst/>
          </a:prstGeom>
          <a:solidFill>
            <a:srgbClr val="F4E4B0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877056"/>
            <a:ext cx="64008" cy="658368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2277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must follow divine rules, not personal desires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47472" cy="34747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 of Islamic Governance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694944"/>
            <a:ext cx="2286000" cy="36576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1440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14400"/>
            <a:ext cx="269748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Justice (Adl)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69748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people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91440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914400"/>
            <a:ext cx="269748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371600"/>
            <a:ext cx="269748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in decision-making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91440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914400"/>
            <a:ext cx="2697480" cy="3840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9144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269748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rulers to the people &amp; Allah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69748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792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697480"/>
            <a:ext cx="2697480" cy="384048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97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154680"/>
            <a:ext cx="269748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humans are equal before law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2697480"/>
            <a:ext cx="26974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2697480"/>
            <a:ext cx="269748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97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Law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154680"/>
            <a:ext cx="269748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Shariah principles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697480"/>
            <a:ext cx="2697480" cy="1645920"/>
          </a:xfrm>
          <a:prstGeom prst="rect">
            <a:avLst/>
          </a:prstGeom>
          <a:solidFill>
            <a:srgbClr val="D8F3DC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697480"/>
            <a:ext cx="269748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 these form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of an Islamic State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47472" cy="34747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Protocol in Islam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694944"/>
            <a:ext cx="2286000" cy="36576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provides a fair economic system: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53312"/>
            <a:ext cx="502920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533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1353312"/>
            <a:ext cx="7498080" cy="54864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3533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 — </a:t>
            </a:r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poverty and supports poor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50292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482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2048256"/>
            <a:ext cx="7498080" cy="548640"/>
          </a:xfrm>
          <a:prstGeom prst="rect">
            <a:avLst/>
          </a:prstGeom>
          <a:solidFill>
            <a:srgbClr val="F4E4B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0482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Riba Prohibited — </a:t>
            </a:r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is strictly forbidden in Islam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502920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432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2743200"/>
            <a:ext cx="7498080" cy="54864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 — </a:t>
            </a:r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dealing is encouraged in all transactions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502920" cy="5486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381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97280" y="3438144"/>
            <a:ext cx="7498080" cy="548640"/>
          </a:xfrm>
          <a:prstGeom prst="rect">
            <a:avLst/>
          </a:prstGeom>
          <a:solidFill>
            <a:srgbClr val="F4E4B0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4381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Distribution — </a:t>
            </a:r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wealth is maintained in society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133088"/>
            <a:ext cx="502920" cy="5486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97280" y="4133088"/>
            <a:ext cx="7498080" cy="54864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1330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Hoarding — </a:t>
            </a:r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and hoarding are discouraged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47472" cy="34747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Protocol in Islam (Shariah System)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694944"/>
            <a:ext cx="2286000" cy="36576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412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legal system is based on Quran and Sunnah: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365760" cy="36576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1353312"/>
            <a:ext cx="763524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5331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justice for all individuals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139696"/>
            <a:ext cx="365760" cy="36576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048256"/>
            <a:ext cx="7635240" cy="54864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04825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rights of life, property, and honor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365760" cy="36576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2743200"/>
            <a:ext cx="763524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7432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 system for crimes (Hudood, Qisas)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529584"/>
            <a:ext cx="365760" cy="36576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3438144"/>
            <a:ext cx="7635240" cy="54864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43814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treatment for rich and poor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365760" cy="36576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" y="4133088"/>
            <a:ext cx="763524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13308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is based on morality and divine guidance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347472" cy="34747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Between These Systems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694944"/>
            <a:ext cx="2286000" cy="36576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60120"/>
            <a:ext cx="2514600" cy="182880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51460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514600" cy="1828800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97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System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1828800"/>
            <a:ext cx="251460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justice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960120"/>
            <a:ext cx="2514600" cy="1828800"/>
          </a:xfrm>
          <a:prstGeom prst="rect">
            <a:avLst/>
          </a:prstGeom>
          <a:solidFill>
            <a:srgbClr val="B792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097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251460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fairness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1874520"/>
            <a:ext cx="228600" cy="3657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1874520"/>
            <a:ext cx="228600" cy="3657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017520"/>
            <a:ext cx="8138160" cy="9144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175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👉  Together they create a balanced and just Islamic society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347472" cy="347472"/>
          </a:xfrm>
          <a:prstGeom prst="ellipse">
            <a:avLst/>
          </a:prstGeom>
          <a:solidFill>
            <a:srgbClr val="B7921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645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E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731520"/>
            <a:ext cx="2286000" cy="3657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4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system of governance integrates divine authority, legal justice, and economic fairness to build a peaceful and just society.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651760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Divine Authority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2240280"/>
            <a:ext cx="2651760" cy="6400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Justice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240280"/>
            <a:ext cx="2651760" cy="640080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Fairness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solidFill>
            <a:srgbClr val="1A3A28"/>
          </a:solidFill>
          <a:ln w="12700">
            <a:solidFill>
              <a:srgbClr val="B792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08960"/>
            <a:ext cx="64008" cy="1463040"/>
          </a:xfrm>
          <a:prstGeom prst="rect">
            <a:avLst/>
          </a:prstGeom>
          <a:solidFill>
            <a:srgbClr val="B7921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54680"/>
            <a:ext cx="7635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D4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"Indeed, Allah commands you to render trusts to whom they are due
</a:t>
            </a:r>
            <a:pPr algn="l"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D4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you judge between people to judge with justice."
</a:t>
            </a:r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4E4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Surah An-Nisa 4:58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Islamic System of Governance</dc:title>
  <dc:subject>PptxGenJS Presentation</dc:subject>
  <dc:creator>PptxGenJS</dc:creator>
  <cp:lastModifiedBy>PptxGenJS</cp:lastModifiedBy>
  <cp:revision>1</cp:revision>
  <dcterms:created xsi:type="dcterms:W3CDTF">2026-05-06T19:56:11Z</dcterms:created>
  <dcterms:modified xsi:type="dcterms:W3CDTF">2026-05-06T19:56:11Z</dcterms:modified>
</cp:coreProperties>
</file>