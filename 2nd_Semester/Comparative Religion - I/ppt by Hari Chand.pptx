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0FA24BA-A18D-4AFE-BD68-FF7449B54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45A650EB-6E26-4580-AB72-E111E1270EC4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600200"/>
            <a:ext cx="8062912" cy="1470025"/>
          </a:xfrm>
        </p:spPr>
        <p:txBody>
          <a:bodyPr>
            <a:noAutofit/>
          </a:bodyPr>
          <a:lstStyle/>
          <a:p>
            <a:pPr algn="ctr"/>
            <a:r>
              <a:rPr lang="en-US" sz="4200" dirty="0" smtClean="0"/>
              <a:t>Concepts of Prophet hood, Revelation and Salvation in Semitic Religions</a:t>
            </a:r>
            <a:endParaRPr lang="en-US" sz="4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648200"/>
            <a:ext cx="8062912" cy="1752600"/>
          </a:xfrm>
        </p:spPr>
        <p:txBody>
          <a:bodyPr/>
          <a:lstStyle/>
          <a:p>
            <a:r>
              <a:rPr lang="en-US" dirty="0" smtClean="0"/>
              <a:t>Hari chand </a:t>
            </a:r>
          </a:p>
          <a:p>
            <a:r>
              <a:rPr lang="en-US" dirty="0" smtClean="0"/>
              <a:t>MS Mathematics</a:t>
            </a:r>
          </a:p>
          <a:p>
            <a:r>
              <a:rPr lang="en-US" dirty="0" smtClean="0"/>
              <a:t>IBA SUKKUR-26  </a:t>
            </a: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Objectives </a:t>
            </a:r>
          </a:p>
          <a:p>
            <a:r>
              <a:rPr lang="en-US" dirty="0" smtClean="0"/>
              <a:t>Research Question</a:t>
            </a:r>
          </a:p>
          <a:p>
            <a:r>
              <a:rPr lang="en-US" dirty="0" smtClean="0"/>
              <a:t>Hypothesis</a:t>
            </a:r>
          </a:p>
          <a:p>
            <a:r>
              <a:rPr lang="en-US" dirty="0" smtClean="0"/>
              <a:t>Background of Semitic Religions</a:t>
            </a:r>
          </a:p>
          <a:p>
            <a:r>
              <a:rPr lang="en-US" dirty="0" err="1" smtClean="0"/>
              <a:t>Prophethood</a:t>
            </a:r>
            <a:endParaRPr lang="en-US" dirty="0" smtClean="0"/>
          </a:p>
          <a:p>
            <a:r>
              <a:rPr lang="en-US" dirty="0" smtClean="0"/>
              <a:t>Revelation</a:t>
            </a:r>
          </a:p>
          <a:p>
            <a:r>
              <a:rPr lang="en-US" dirty="0" smtClean="0"/>
              <a:t>Salvation</a:t>
            </a:r>
          </a:p>
          <a:p>
            <a:r>
              <a:rPr lang="en-US" dirty="0" smtClean="0"/>
              <a:t>Comparative Analysis</a:t>
            </a:r>
          </a:p>
          <a:p>
            <a:r>
              <a:rPr lang="en-US" dirty="0" smtClean="0"/>
              <a:t>Discussion/ Conclusion/ References</a:t>
            </a:r>
          </a:p>
          <a:p>
            <a:endParaRPr lang="en-US" dirty="0" smtClean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</a:t>
            </a:r>
            <a:r>
              <a:rPr lang="en-US" dirty="0" smtClean="0"/>
              <a:t>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Originated in Middle East. Includes Judaism, Christianity and Islam.</a:t>
            </a:r>
          </a:p>
          <a:p>
            <a:r>
              <a:rPr lang="en-US" dirty="0" smtClean="0"/>
              <a:t>Based on Monotheism</a:t>
            </a:r>
          </a:p>
          <a:p>
            <a:r>
              <a:rPr lang="en-US" dirty="0" smtClean="0"/>
              <a:t>Provide guidance for both worldly life &amp; hereafter.</a:t>
            </a:r>
          </a:p>
          <a:p>
            <a:r>
              <a:rPr lang="en-US" dirty="0" smtClean="0"/>
              <a:t>Core concepts: Prophet hood, Revelation, Salvation</a:t>
            </a:r>
          </a:p>
          <a:p>
            <a:endParaRPr lang="en-US" dirty="0" smtClean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explain key theological concepts</a:t>
            </a:r>
          </a:p>
          <a:p>
            <a:r>
              <a:rPr lang="en-US" dirty="0" smtClean="0"/>
              <a:t>To compare religious perspectives</a:t>
            </a:r>
          </a:p>
          <a:p>
            <a:r>
              <a:rPr lang="en-US" dirty="0" smtClean="0"/>
              <a:t>To analyze similarities &amp; differences</a:t>
            </a:r>
          </a:p>
          <a:p>
            <a:r>
              <a:rPr lang="en-US" dirty="0" smtClean="0"/>
              <a:t>To understand role of divine guidance in human life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the role of prophet hood in guiding humanity?</a:t>
            </a:r>
          </a:p>
          <a:p>
            <a:r>
              <a:rPr lang="en-US" dirty="0" smtClean="0"/>
              <a:t>How does revelation communicate divine will?</a:t>
            </a:r>
          </a:p>
          <a:p>
            <a:r>
              <a:rPr lang="en-US" dirty="0" smtClean="0"/>
              <a:t>How is salvation achieved in different religions?</a:t>
            </a:r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three religions share a common divine structure (Monotheist structure)</a:t>
            </a:r>
          </a:p>
          <a:p>
            <a:r>
              <a:rPr lang="en-US" dirty="0" smtClean="0"/>
              <a:t>Differences exist mainly in salvation concepts</a:t>
            </a:r>
          </a:p>
          <a:p>
            <a:r>
              <a:rPr lang="en-US" dirty="0" smtClean="0"/>
              <a:t>Religious teachings influence ethical behavior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Background of Semitic Religions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Judaism</a:t>
            </a:r>
            <a:r>
              <a:rPr lang="en-US" dirty="0" smtClean="0"/>
              <a:t>: oldest monotheistic tradition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Christianity</a:t>
            </a:r>
            <a:r>
              <a:rPr lang="en-US" dirty="0" smtClean="0"/>
              <a:t>: developed from Jewish teachings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Islam</a:t>
            </a:r>
            <a:r>
              <a:rPr lang="en-US" dirty="0" smtClean="0"/>
              <a:t>: Final and complete form of monotheism</a:t>
            </a:r>
          </a:p>
          <a:p>
            <a:r>
              <a:rPr lang="en-US" dirty="0" smtClean="0"/>
              <a:t>Share prophets like Abraham, Moses etc</a:t>
            </a:r>
          </a:p>
          <a:p>
            <a:r>
              <a:rPr lang="en-US" dirty="0" smtClean="0"/>
              <a:t>Emphasize divine guidance and accountability</a:t>
            </a: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Prophet hood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Prophets are chosen by God</a:t>
            </a:r>
          </a:p>
          <a:p>
            <a:r>
              <a:rPr lang="en-US" dirty="0" smtClean="0"/>
              <a:t>Act as messengers and reforms</a:t>
            </a:r>
          </a:p>
          <a:p>
            <a:r>
              <a:rPr lang="en-US" dirty="0" smtClean="0"/>
              <a:t>Convey divine laws and moral teachings</a:t>
            </a:r>
          </a:p>
          <a:p>
            <a:r>
              <a:rPr lang="en-US" dirty="0" smtClean="0"/>
              <a:t>Serve as role models for society</a:t>
            </a:r>
          </a:p>
          <a:p>
            <a:r>
              <a:rPr lang="en-US" dirty="0" smtClean="0"/>
              <a:t>Do not act on personal desires</a:t>
            </a: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Prophet hood Comparative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Judaism</a:t>
            </a:r>
            <a:r>
              <a:rPr lang="en-US" dirty="0" smtClean="0"/>
              <a:t>: Prophets mainly for Israelites like Moses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Christianity</a:t>
            </a:r>
            <a:r>
              <a:rPr lang="en-US" dirty="0" smtClean="0"/>
              <a:t>: Jesus is central figure and seen as divine in many beliefs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Islam</a:t>
            </a:r>
            <a:r>
              <a:rPr lang="en-US" dirty="0" smtClean="0"/>
              <a:t>: Universal message and prophet Muhammad S.A.W is the final prophet</a:t>
            </a:r>
            <a:endParaRPr lang="en-US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Revelation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Means communication from God to humans</a:t>
            </a:r>
          </a:p>
          <a:p>
            <a:r>
              <a:rPr lang="en-US" dirty="0" smtClean="0"/>
              <a:t>Delivered through: Angles, Direct communication, dreams, source of all religious teachings</a:t>
            </a:r>
            <a:endParaRPr lang="en-US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Revelation Comparative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accent1"/>
                </a:solidFill>
              </a:rPr>
              <a:t>Judaism</a:t>
            </a:r>
          </a:p>
          <a:p>
            <a:pPr>
              <a:buNone/>
            </a:pPr>
            <a:r>
              <a:rPr lang="en-US" dirty="0" smtClean="0"/>
              <a:t>Torah: focuses on law &amp; commandments</a:t>
            </a:r>
          </a:p>
          <a:p>
            <a:pPr>
              <a:buNone/>
            </a:pPr>
            <a:r>
              <a:rPr lang="en-US" dirty="0" smtClean="0">
                <a:solidFill>
                  <a:schemeClr val="accent1"/>
                </a:solidFill>
              </a:rPr>
              <a:t>Christianity</a:t>
            </a:r>
          </a:p>
          <a:p>
            <a:pPr>
              <a:buNone/>
            </a:pPr>
            <a:r>
              <a:rPr lang="en-US" dirty="0" smtClean="0"/>
              <a:t>Bible: emphasis on love and forgiveness</a:t>
            </a:r>
          </a:p>
          <a:p>
            <a:pPr>
              <a:buNone/>
            </a:pPr>
            <a:r>
              <a:rPr lang="en-US" dirty="0" smtClean="0">
                <a:solidFill>
                  <a:schemeClr val="accent1"/>
                </a:solidFill>
              </a:rPr>
              <a:t>Islam</a:t>
            </a:r>
          </a:p>
          <a:p>
            <a:pPr>
              <a:buNone/>
            </a:pPr>
            <a:r>
              <a:rPr lang="en-US" dirty="0" smtClean="0"/>
              <a:t>Quran: final revelation &amp; complete guidance for life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Salvation Concept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Means success in the hereafter</a:t>
            </a:r>
          </a:p>
          <a:p>
            <a:r>
              <a:rPr lang="en-US" dirty="0" smtClean="0"/>
              <a:t>Freedom from punishment</a:t>
            </a:r>
          </a:p>
          <a:p>
            <a:r>
              <a:rPr lang="en-US" dirty="0" smtClean="0"/>
              <a:t>Achieving eternal life or paradise</a:t>
            </a:r>
          </a:p>
          <a:p>
            <a:r>
              <a:rPr lang="en-US" dirty="0" smtClean="0"/>
              <a:t>Central goal of human existence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Salvation Comparative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accent1"/>
                </a:solidFill>
              </a:rPr>
              <a:t>Judaism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Obedience to divine law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chemeClr val="accent1"/>
                </a:solidFill>
              </a:rPr>
              <a:t>Christianity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Faith in Jesus Christ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chemeClr val="accent1"/>
                </a:solidFill>
              </a:rPr>
              <a:t>Islam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Faith + good deeds + God’s Mercy</a:t>
            </a:r>
            <a:endParaRPr lang="en-US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Comparative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Similarities </a:t>
            </a:r>
          </a:p>
          <a:p>
            <a:pPr marL="578358" indent="-514350">
              <a:buAutoNum type="arabicPeriod"/>
            </a:pPr>
            <a:r>
              <a:rPr lang="en-US" dirty="0" smtClean="0"/>
              <a:t>One God</a:t>
            </a:r>
          </a:p>
          <a:p>
            <a:pPr marL="578358" indent="-514350">
              <a:buAutoNum type="arabicPeriod"/>
            </a:pPr>
            <a:r>
              <a:rPr lang="en-US" dirty="0" smtClean="0"/>
              <a:t>Prophets</a:t>
            </a:r>
          </a:p>
          <a:p>
            <a:pPr marL="578358" indent="-514350">
              <a:buAutoNum type="arabicPeriod"/>
            </a:pPr>
            <a:r>
              <a:rPr lang="en-US" dirty="0" smtClean="0"/>
              <a:t>Divine </a:t>
            </a:r>
            <a:r>
              <a:rPr lang="en-US" dirty="0" smtClean="0"/>
              <a:t>revelation</a:t>
            </a:r>
          </a:p>
          <a:p>
            <a:pPr marL="578358" indent="-514350">
              <a:buNone/>
            </a:pPr>
            <a:endParaRPr lang="en-US" dirty="0" smtClean="0"/>
          </a:p>
          <a:p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Differences</a:t>
            </a:r>
          </a:p>
          <a:p>
            <a:pPr marL="578358" indent="-514350">
              <a:buAutoNum type="arabicPeriod"/>
            </a:pPr>
            <a:r>
              <a:rPr lang="en-US" dirty="0" smtClean="0"/>
              <a:t>Scope of prophet hood</a:t>
            </a:r>
          </a:p>
          <a:p>
            <a:pPr marL="578358" indent="-514350">
              <a:buAutoNum type="arabicPeriod"/>
            </a:pPr>
            <a:r>
              <a:rPr lang="en-US" dirty="0" smtClean="0"/>
              <a:t>Nature of revelation </a:t>
            </a:r>
          </a:p>
          <a:p>
            <a:pPr marL="578358" indent="-514350">
              <a:buAutoNum type="arabicPeriod"/>
            </a:pPr>
            <a:r>
              <a:rPr lang="en-US" dirty="0" smtClean="0"/>
              <a:t>Method of salvation</a:t>
            </a:r>
          </a:p>
          <a:p>
            <a:pPr marL="578358" indent="-514350">
              <a:buNone/>
            </a:pPr>
            <a:endParaRPr lang="en-US" dirty="0"/>
          </a:p>
        </p:txBody>
      </p:sp>
    </p:spTree>
  </p:cSld>
  <p:clrMapOvr>
    <a:masterClrMapping/>
  </p:clrMapOvr>
  <p:transition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Religions shape moral and social systems</a:t>
            </a:r>
          </a:p>
          <a:p>
            <a:r>
              <a:rPr lang="en-US" dirty="0" smtClean="0"/>
              <a:t>Provide ethical frameworks</a:t>
            </a:r>
          </a:p>
          <a:p>
            <a:r>
              <a:rPr lang="en-US" dirty="0" smtClean="0"/>
              <a:t>Promote accountability &amp; justice</a:t>
            </a:r>
          </a:p>
          <a:p>
            <a:r>
              <a:rPr lang="en-US" dirty="0" smtClean="0"/>
              <a:t>Differences create diverse interpretations</a:t>
            </a:r>
          </a:p>
          <a:p>
            <a:r>
              <a:rPr lang="en-US" dirty="0" smtClean="0"/>
              <a:t>Similarities show shared origins</a:t>
            </a: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Common structure</a:t>
            </a:r>
          </a:p>
          <a:p>
            <a:pPr>
              <a:buNone/>
            </a:pPr>
            <a:r>
              <a:rPr lang="en-US" dirty="0" smtClean="0"/>
              <a:t>God            Revelation            Prophet          </a:t>
            </a:r>
          </a:p>
          <a:p>
            <a:pPr>
              <a:buNone/>
            </a:pPr>
            <a:r>
              <a:rPr lang="en-US" dirty="0" smtClean="0"/>
              <a:t>Humanity           Salvation</a:t>
            </a:r>
          </a:p>
          <a:p>
            <a:r>
              <a:rPr lang="en-US" dirty="0" smtClean="0"/>
              <a:t> </a:t>
            </a:r>
            <a:r>
              <a:rPr lang="en-US" dirty="0" smtClean="0"/>
              <a:t>prophet hood and revelation are central</a:t>
            </a:r>
          </a:p>
          <a:p>
            <a:r>
              <a:rPr lang="en-US" dirty="0" smtClean="0"/>
              <a:t>Salvation differs in approach</a:t>
            </a:r>
          </a:p>
          <a:p>
            <a:r>
              <a:rPr lang="en-US" dirty="0" smtClean="0"/>
              <a:t>All aim to guide humanity towards truth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Notched Right Arrow 3"/>
          <p:cNvSpPr/>
          <p:nvPr/>
        </p:nvSpPr>
        <p:spPr>
          <a:xfrm>
            <a:off x="1600200" y="25146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Notched Right Arrow 4"/>
          <p:cNvSpPr/>
          <p:nvPr/>
        </p:nvSpPr>
        <p:spPr>
          <a:xfrm>
            <a:off x="4800600" y="25146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Notched Right Arrow 5"/>
          <p:cNvSpPr/>
          <p:nvPr/>
        </p:nvSpPr>
        <p:spPr>
          <a:xfrm>
            <a:off x="7391400" y="25146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Notched Right Arrow 6"/>
          <p:cNvSpPr/>
          <p:nvPr/>
        </p:nvSpPr>
        <p:spPr>
          <a:xfrm>
            <a:off x="2438400" y="3048000"/>
            <a:ext cx="9784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Quran (33:40, 26:192, 02:25)</a:t>
            </a:r>
          </a:p>
          <a:p>
            <a:r>
              <a:rPr lang="en-US" dirty="0" smtClean="0"/>
              <a:t>Torah (Deuteronomy) 18:18, Leviticus 18:5)</a:t>
            </a:r>
          </a:p>
          <a:p>
            <a:r>
              <a:rPr lang="en-US" dirty="0" smtClean="0"/>
              <a:t>Bible (John 3:16, 14:6, 2 Timothy 3:16)</a:t>
            </a:r>
            <a:endParaRPr lang="en-US" dirty="0"/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1000" y="4419600"/>
            <a:ext cx="8062912" cy="1470025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>
                <a:latin typeface="Brush Script MT" pitchFamily="66" charset="0"/>
              </a:rPr>
              <a:t>Thanks</a:t>
            </a:r>
            <a:br>
              <a:rPr lang="en-US" sz="9600" dirty="0" smtClean="0">
                <a:latin typeface="Brush Script MT" pitchFamily="66" charset="0"/>
              </a:rPr>
            </a:br>
            <a:endParaRPr lang="en-US" sz="9600" dirty="0">
              <a:latin typeface="Brush Script MT" pitchFamily="66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374856" cy="17526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Suggestions are highly welcomed</a:t>
            </a:r>
            <a:endParaRPr lang="en-US" sz="4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62</TotalTime>
  <Words>447</Words>
  <Application>Microsoft Office PowerPoint</Application>
  <PresentationFormat>On-screen Show (4:3)</PresentationFormat>
  <Paragraphs>102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Verve</vt:lpstr>
      <vt:lpstr>Concepts of Prophet hood, Revelation and Salvation in Semitic Religions</vt:lpstr>
      <vt:lpstr>Contents</vt:lpstr>
      <vt:lpstr>Introduction</vt:lpstr>
      <vt:lpstr>Objectives</vt:lpstr>
      <vt:lpstr>Research Questions</vt:lpstr>
      <vt:lpstr>Hypothesis</vt:lpstr>
      <vt:lpstr>Background of Semitic Religions</vt:lpstr>
      <vt:lpstr>Prophet hood concept</vt:lpstr>
      <vt:lpstr>Prophet hood Comparative view</vt:lpstr>
      <vt:lpstr>Revelation concept</vt:lpstr>
      <vt:lpstr>Revelation Comparative view</vt:lpstr>
      <vt:lpstr>Salvation Concept</vt:lpstr>
      <vt:lpstr>Salvation Comparative view</vt:lpstr>
      <vt:lpstr>Comparative Analysis</vt:lpstr>
      <vt:lpstr>Discussion</vt:lpstr>
      <vt:lpstr>Conclusion</vt:lpstr>
      <vt:lpstr>References</vt:lpstr>
      <vt:lpstr>Thanks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Concepts of Prophet hood, Revelation and Salvation in Semitic Religions</dc:title>
  <dc:creator>acer</dc:creator>
  <cp:lastModifiedBy>acer</cp:lastModifiedBy>
  <cp:revision>7</cp:revision>
  <dcterms:created xsi:type="dcterms:W3CDTF">2026-03-30T07:26:30Z</dcterms:created>
  <dcterms:modified xsi:type="dcterms:W3CDTF">2026-03-30T08:28:43Z</dcterms:modified>
</cp:coreProperties>
</file>