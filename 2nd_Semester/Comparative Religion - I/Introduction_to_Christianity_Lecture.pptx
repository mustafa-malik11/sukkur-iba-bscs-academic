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Christianity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Slides</a:t>
            </a:r>
          </a:p>
          <a:p>
            <a:r>
              <a:t>World Religions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 and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Christianity is a monotheistic religion</a:t>
            </a:r>
          </a:p>
          <a:p>
            <a:pPr/>
            <a:r>
              <a:t>Followers are called Christians</a:t>
            </a:r>
          </a:p>
          <a:p>
            <a:pPr/>
            <a:r>
              <a:t>Founder: Jesus Christ (Peace be upon him)</a:t>
            </a:r>
          </a:p>
          <a:p>
            <a:pPr/>
            <a:r>
              <a:t>Holy Book: The Bible</a:t>
            </a:r>
          </a:p>
          <a:p>
            <a:pPr/>
            <a:r>
              <a:t>One of the world's largest religions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Christianity began in 1st century CE</a:t>
            </a:r>
          </a:p>
          <a:p>
            <a:pPr/>
            <a:r>
              <a:t>Originated in Palestine</a:t>
            </a:r>
          </a:p>
          <a:p>
            <a:pPr/>
            <a:r>
              <a:t>Based on teachings of Jesus Christ</a:t>
            </a:r>
          </a:p>
          <a:p>
            <a:pPr/>
            <a:r>
              <a:t>Spread through Roman Empire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Jesus Christ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Born to Virgin Mary</a:t>
            </a:r>
          </a:p>
          <a:p>
            <a:pPr/>
            <a:r>
              <a:t>Preached love, peace, and forgiveness</a:t>
            </a:r>
          </a:p>
          <a:p>
            <a:pPr/>
            <a:r>
              <a:t>Performed miracles</a:t>
            </a:r>
          </a:p>
          <a:p>
            <a:pPr/>
            <a:r>
              <a:t>Crucifixion and Resurrection beliefs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Holy Scriptures: The Bible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Old Testament</a:t>
            </a:r>
          </a:p>
          <a:p>
            <a:pPr/>
            <a:r>
              <a:t>New Testament</a:t>
            </a:r>
          </a:p>
          <a:p>
            <a:pPr/>
            <a:r>
              <a:t>Gospels: Matthew, Mark, Luke, John</a:t>
            </a:r>
          </a:p>
          <a:p>
            <a:pPr/>
            <a:r>
              <a:t>Letters and Revelation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Beliefs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Belief in One God</a:t>
            </a:r>
          </a:p>
          <a:p>
            <a:pPr/>
            <a:r>
              <a:t>Trinity: Father, Son, Holy Spirit</a:t>
            </a:r>
          </a:p>
          <a:p>
            <a:pPr/>
            <a:r>
              <a:t>Divinity of Jesus</a:t>
            </a:r>
          </a:p>
          <a:p>
            <a:pPr/>
            <a:r>
              <a:t>Salvation and forgiveness</a:t>
            </a:r>
          </a:p>
          <a:p>
            <a:pPr/>
            <a:r>
              <a:t>Day of Judgment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Prayer</a:t>
            </a:r>
          </a:p>
          <a:p>
            <a:pPr/>
            <a:r>
              <a:t>Church worship</a:t>
            </a:r>
          </a:p>
          <a:p>
            <a:pPr/>
            <a:r>
              <a:t>Baptism</a:t>
            </a:r>
          </a:p>
          <a:p>
            <a:pPr/>
            <a:r>
              <a:t>Communion</a:t>
            </a:r>
          </a:p>
          <a:p>
            <a:pPr/>
            <a:r>
              <a:t>Charity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Denominations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Roman Catholic</a:t>
            </a:r>
          </a:p>
          <a:p>
            <a:pPr/>
            <a:r>
              <a:t>Protestant</a:t>
            </a:r>
          </a:p>
          <a:p>
            <a:pPr/>
            <a:r>
              <a:t>Eastern Orthodox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 of Christianity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Europe</a:t>
            </a:r>
          </a:p>
          <a:p>
            <a:pPr/>
            <a:r>
              <a:t>Americas</a:t>
            </a:r>
          </a:p>
          <a:p>
            <a:pPr/>
            <a:r>
              <a:t>Africa</a:t>
            </a:r>
          </a:p>
          <a:p>
            <a:pPr/>
            <a:r>
              <a:t>Asia</a:t>
            </a:r>
          </a:p>
          <a:p>
            <a:pPr/>
            <a:r>
              <a:t>Missionary activities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Festivals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Christmas</a:t>
            </a:r>
          </a:p>
          <a:p>
            <a:pPr/>
            <a:r>
              <a:t>Easter</a:t>
            </a:r>
          </a:p>
          <a:p>
            <a:pPr/>
            <a:r>
              <a:t>Good Friday</a:t>
            </a:r>
          </a:p>
          <a:p>
            <a:pPr/>
            <a:r>
              <a:t>Pentecost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Moral and Ethical Teachings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Love and compassion</a:t>
            </a:r>
          </a:p>
          <a:p>
            <a:pPr/>
            <a:r>
              <a:t>Forgiveness</a:t>
            </a:r>
          </a:p>
          <a:p>
            <a:pPr/>
            <a:r>
              <a:t>Peace</a:t>
            </a:r>
          </a:p>
          <a:p>
            <a:pPr/>
            <a:r>
              <a:t>Charity</a:t>
            </a:r>
          </a:p>
          <a:p>
            <a:pPr/>
            <a:r>
              <a:t>Justice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Christianity is a global religion</a:t>
            </a:r>
          </a:p>
          <a:p>
            <a:pPr/>
            <a:r>
              <a:t>Influenced world civilization</a:t>
            </a:r>
          </a:p>
          <a:p>
            <a:pPr/>
            <a:r>
              <a:t>Continues to shape modern societies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