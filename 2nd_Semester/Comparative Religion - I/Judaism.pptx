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9089" y="1378059"/>
            <a:ext cx="8085868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Calibri"/>
              </a:defRPr>
            </a:pPr>
            <a:r>
              <a:rPr dirty="0"/>
              <a:t>Judaism: History, Theology, Law </a:t>
            </a:r>
            <a:endParaRPr lang="en-US" dirty="0"/>
          </a:p>
          <a:p>
            <a:pPr algn="ctr">
              <a:defRPr sz="4400" b="1">
                <a:solidFill>
                  <a:srgbClr val="D4AF37"/>
                </a:solidFill>
                <a:latin typeface="Calibri"/>
              </a:defRPr>
            </a:pPr>
            <a:r>
              <a:rPr dirty="0"/>
              <a:t>and Contemporary Developments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47436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rPr sz="3600" dirty="0"/>
              <a:t>Introduction to Judaism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588" y="1828800"/>
            <a:ext cx="8785412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rPr sz="2400" dirty="0"/>
              <a:t>• One of the oldest monotheistic religions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sz="2400" dirty="0"/>
              <a:t>• Covenant-based religious community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sz="2400" dirty="0"/>
              <a:t>• Foundational to Christianity and Islam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sz="2400" dirty="0"/>
              <a:t>• Around 15 million adherents worldwide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rPr dirty="0"/>
              <a:t>Patriarchal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7724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rPr dirty="0"/>
              <a:t>• Abraham as founding patriarch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Covenant (Berit) theology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Promise of land and descendants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Formation of Israelite identity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rPr dirty="0"/>
              <a:t>Mosaic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rPr dirty="0"/>
              <a:t>• Moses as central prophet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Exodus from Egypt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Revelation at Mount Sinai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Torah as divine constitution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81399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rPr dirty="0"/>
              <a:t>Scripture and Canon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rPr dirty="0"/>
              <a:t>• Torah (Five Books of Moses)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Tanakh (Hebrew Bible)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Oral Torah → Mishnah → Talmud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Rabbinic interpretive tradition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rPr dirty="0"/>
              <a:t>Core Beliefs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7724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rPr dirty="0"/>
              <a:t>• Absolute Monotheism (Shema)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Covenant relationship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Chosenness as responsibility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Ethical monotheism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rPr dirty="0"/>
              <a:t>Temple and Exile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rPr dirty="0"/>
              <a:t>• First and Second Temples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Babylonian Exile (586 BCE)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Roman destruction (70 CE)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Rise of Rabbinic Judaism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121615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rPr dirty="0"/>
              <a:t>Jewish Law (</a:t>
            </a:r>
            <a:r>
              <a:rPr dirty="0" err="1"/>
              <a:t>Halakhah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rPr dirty="0"/>
              <a:t>• Comprehensive legal system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Sabbath (Shabbat) observance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Dietary laws (Kashrut)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rPr dirty="0"/>
              <a:t>• Life-cycle rituals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Major Festivals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t>• Passover (Pesach)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Yom Kippur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Rosh Hashanah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Hanukkah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Medieval Jewish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t>• Interaction with Islamic philosophy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Maimonides’ rational theology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Integration of reason and revelation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Mysticism (Kabbalah)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t>• Emergence in medieval Spain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Concept of Sefirot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Mystical Torah interpretation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Hasidic spirituality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Modern Movements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t>• Orthodox Judaism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Conservative Judaism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Reform Judaism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Secular Jewish identity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Zionism and Statehood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t>• 19th century political Zionism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Holocaust impact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Establishment of Israel (1948)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Religious vs secular debates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Contemporary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t>• Identity and assimilation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Interfaith dialogue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Religion and nationalism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Minority survival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Comparative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t>• Halakhah and Shariah comparison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Covenant vs Ummah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Shared Abrahamic heritage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7724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5F5F5"/>
                </a:solidFill>
              </a:defRPr>
            </a:pPr>
            <a:r>
              <a:t>• Law-centered covenantal tradition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Historical resilience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• Ongoing global significance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313</Words>
  <Application>Microsoft Office PowerPoint</Application>
  <PresentationFormat>On-screen Show (4:3)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Dr. Arbab Manzoor</cp:lastModifiedBy>
  <cp:revision>10</cp:revision>
  <dcterms:created xsi:type="dcterms:W3CDTF">2013-01-27T09:14:16Z</dcterms:created>
  <dcterms:modified xsi:type="dcterms:W3CDTF">2026-02-24T07:45:39Z</dcterms:modified>
  <cp:category/>
</cp:coreProperties>
</file>