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70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9" r:id="rId13"/>
    <p:sldId id="265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38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429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43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6303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355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651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800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9411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686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184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6030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95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604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61503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514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1148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99014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24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10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Ideology of Pakistan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Ideology?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Ideology = </a:t>
            </a:r>
            <a:r>
              <a:rPr lang="en-US" sz="2000" dirty="0" smtClean="0"/>
              <a:t>ideology means </a:t>
            </a:r>
            <a:r>
              <a:rPr sz="2000" dirty="0" smtClean="0"/>
              <a:t>s</a:t>
            </a:r>
            <a:r>
              <a:rPr lang="en-US" sz="2000" dirty="0" smtClean="0"/>
              <a:t>et</a:t>
            </a:r>
            <a:r>
              <a:rPr sz="2000" dirty="0" smtClean="0"/>
              <a:t> </a:t>
            </a:r>
            <a:r>
              <a:rPr sz="2000" dirty="0"/>
              <a:t>of ideas guiding a group or </a:t>
            </a:r>
            <a:r>
              <a:rPr sz="2000" dirty="0" smtClean="0"/>
              <a:t>nation</a:t>
            </a:r>
            <a:r>
              <a:rPr lang="en-US" sz="2000" dirty="0" smtClean="0"/>
              <a:t>.</a:t>
            </a:r>
            <a:endParaRPr sz="2000" dirty="0"/>
          </a:p>
          <a:p>
            <a:r>
              <a:rPr sz="2000" dirty="0"/>
              <a:t>- Word origin: Ideo (ideas) + Logos (study)</a:t>
            </a:r>
          </a:p>
          <a:p>
            <a:r>
              <a:rPr sz="2000" dirty="0"/>
              <a:t>- Different meanings:</a:t>
            </a:r>
          </a:p>
          <a:p>
            <a:r>
              <a:rPr sz="2000" dirty="0"/>
              <a:t>   • De Tracy: study of ideas</a:t>
            </a:r>
          </a:p>
          <a:p>
            <a:r>
              <a:rPr sz="2000" dirty="0"/>
              <a:t>   • Karl Marx: ideas protecting ruling </a:t>
            </a:r>
            <a:r>
              <a:rPr sz="2000" dirty="0" smtClean="0"/>
              <a:t>class</a:t>
            </a:r>
            <a:endParaRPr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2138" y="3172179"/>
            <a:ext cx="905395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Regionalism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loyalty to region.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Linguistic Nationalism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unity by language.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Racialism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race superiority.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Ethnic Nationalism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unity by tribe/culture.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Western Nationalism(Europe)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unity by land &amp; rights (not religion).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Islamic Nationalism</a:t>
            </a:r>
            <a:r>
              <a:rPr kumimoji="0" lang="en-US" alt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= unity by Islam &amp; religion.</a:t>
            </a:r>
          </a:p>
        </p:txBody>
      </p:sp>
    </p:spTree>
    <p:extLst>
      <p:ext uri="{BB962C8B-B14F-4D97-AF65-F5344CB8AC3E}">
        <p14:creationId xmlns:p14="http://schemas.microsoft.com/office/powerpoint/2010/main" val="2281732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Karl </a:t>
            </a:r>
            <a:r>
              <a:rPr dirty="0" smtClean="0"/>
              <a:t>Marx</a:t>
            </a:r>
            <a:r>
              <a:rPr lang="en-US" dirty="0" smtClean="0"/>
              <a:t> </a:t>
            </a:r>
            <a:r>
              <a:rPr lang="en-US" dirty="0"/>
              <a:t>&amp; </a:t>
            </a:r>
            <a:r>
              <a:rPr lang="en-US" dirty="0" smtClean="0"/>
              <a:t>Dialect(Accent)</a:t>
            </a:r>
            <a:r>
              <a:rPr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Society = struggle between classes</a:t>
            </a:r>
          </a:p>
          <a:p>
            <a:r>
              <a:rPr sz="2400" dirty="0"/>
              <a:t>- Thesis: rich ruling class</a:t>
            </a:r>
          </a:p>
          <a:p>
            <a:r>
              <a:rPr sz="2400" dirty="0"/>
              <a:t>- Antithesis: poor </a:t>
            </a:r>
            <a:r>
              <a:rPr lang="en-US" sz="2400" dirty="0" smtClean="0"/>
              <a:t>class</a:t>
            </a:r>
            <a:endParaRPr sz="2400" dirty="0"/>
          </a:p>
          <a:p>
            <a:r>
              <a:rPr sz="2400" dirty="0" smtClean="0"/>
              <a:t>- </a:t>
            </a:r>
            <a:r>
              <a:rPr lang="en-US" sz="2400" dirty="0" smtClean="0"/>
              <a:t>It </a:t>
            </a:r>
            <a:r>
              <a:rPr lang="en-US" sz="2400" dirty="0"/>
              <a:t>s</a:t>
            </a:r>
            <a:r>
              <a:rPr sz="2400" dirty="0" smtClean="0"/>
              <a:t>hows </a:t>
            </a:r>
            <a:r>
              <a:rPr sz="2400" dirty="0"/>
              <a:t>how ideologies protect the rich but also change society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Ideology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</a:t>
            </a:r>
            <a:r>
              <a:rPr lang="en-US" sz="2000" dirty="0" smtClean="0"/>
              <a:t>its </a:t>
            </a:r>
            <a:r>
              <a:rPr lang="en-US" sz="2000" dirty="0"/>
              <a:t>b</a:t>
            </a:r>
            <a:r>
              <a:rPr sz="2000" dirty="0" smtClean="0"/>
              <a:t>ased </a:t>
            </a:r>
            <a:r>
              <a:rPr sz="2000" dirty="0"/>
              <a:t>on Islam: religion + way of life</a:t>
            </a:r>
          </a:p>
          <a:p>
            <a:r>
              <a:rPr sz="2000" dirty="0"/>
              <a:t>- Famous slogan: 'Pakistan </a:t>
            </a:r>
            <a:r>
              <a:rPr sz="2000" dirty="0" err="1"/>
              <a:t>ka</a:t>
            </a:r>
            <a:r>
              <a:rPr sz="2000" dirty="0"/>
              <a:t> </a:t>
            </a:r>
            <a:r>
              <a:rPr sz="2000" dirty="0" err="1"/>
              <a:t>Matlab</a:t>
            </a:r>
            <a:r>
              <a:rPr sz="2000" dirty="0"/>
              <a:t> Kya? La </a:t>
            </a:r>
            <a:r>
              <a:rPr sz="2000" dirty="0" err="1"/>
              <a:t>ilaha</a:t>
            </a:r>
            <a:r>
              <a:rPr sz="2000" dirty="0"/>
              <a:t> </a:t>
            </a:r>
            <a:r>
              <a:rPr sz="2000" dirty="0" err="1"/>
              <a:t>illallah</a:t>
            </a:r>
            <a:r>
              <a:rPr sz="2000" dirty="0"/>
              <a:t>'</a:t>
            </a:r>
          </a:p>
          <a:p>
            <a:r>
              <a:rPr sz="2000" dirty="0"/>
              <a:t>- </a:t>
            </a:r>
            <a:r>
              <a:rPr sz="2000" dirty="0" smtClean="0"/>
              <a:t>Muslims</a:t>
            </a:r>
            <a:r>
              <a:rPr lang="en-US" sz="2000" dirty="0" smtClean="0"/>
              <a:t> are a</a:t>
            </a:r>
            <a:r>
              <a:rPr sz="2000" dirty="0" smtClean="0"/>
              <a:t> </a:t>
            </a:r>
            <a:r>
              <a:rPr sz="2000" dirty="0"/>
              <a:t>separate nation from Hindus</a:t>
            </a:r>
          </a:p>
          <a:p>
            <a:r>
              <a:rPr sz="2000" dirty="0"/>
              <a:t>- Rooted in Two Nation Theory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Nation Theory (TNT)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Muslims and Hindus are two different nations</a:t>
            </a:r>
          </a:p>
          <a:p>
            <a:r>
              <a:t>- Different religion, culture, laws, customs</a:t>
            </a:r>
          </a:p>
          <a:p>
            <a:r>
              <a:t>- Cannot merge into one system</a:t>
            </a:r>
          </a:p>
          <a:p>
            <a:r>
              <a:t>- Stages:</a:t>
            </a:r>
          </a:p>
          <a:p>
            <a:r>
              <a:t>   1. Separate Identity</a:t>
            </a:r>
          </a:p>
          <a:p>
            <a:r>
              <a:t>   2. Separate Electorate</a:t>
            </a:r>
          </a:p>
          <a:p>
            <a:r>
              <a:t>   3. Separate State (Pakistan)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Aims &amp; Objectives of Pakistan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- </a:t>
            </a:r>
            <a:r>
              <a:rPr sz="2000" dirty="0" smtClean="0"/>
              <a:t>Sovereignty</a:t>
            </a:r>
            <a:r>
              <a:rPr lang="en-US" sz="2000" dirty="0" smtClean="0"/>
              <a:t> (supreme </a:t>
            </a:r>
            <a:r>
              <a:rPr lang="en-US" sz="2000" dirty="0"/>
              <a:t>power or highest </a:t>
            </a:r>
            <a:r>
              <a:rPr lang="en-US" sz="2000" dirty="0" smtClean="0"/>
              <a:t>authority)</a:t>
            </a:r>
            <a:r>
              <a:rPr sz="2000" dirty="0" smtClean="0"/>
              <a:t> </a:t>
            </a:r>
            <a:r>
              <a:rPr sz="2000" dirty="0"/>
              <a:t>of Allah</a:t>
            </a:r>
          </a:p>
          <a:p>
            <a:r>
              <a:rPr sz="2000" dirty="0"/>
              <a:t>- Islamic Democracy: equality, justice, brotherhood</a:t>
            </a:r>
          </a:p>
          <a:p>
            <a:r>
              <a:rPr sz="2000" dirty="0"/>
              <a:t>- Revival </a:t>
            </a:r>
            <a:r>
              <a:rPr lang="en-US" sz="2000" dirty="0"/>
              <a:t>(bring </a:t>
            </a:r>
            <a:r>
              <a:rPr lang="en-US" sz="2000" dirty="0" smtClean="0"/>
              <a:t>back) </a:t>
            </a:r>
            <a:r>
              <a:rPr sz="2000" dirty="0" smtClean="0"/>
              <a:t>of </a:t>
            </a:r>
            <a:r>
              <a:rPr sz="2000" dirty="0"/>
              <a:t>Muslim </a:t>
            </a:r>
            <a:r>
              <a:rPr sz="2000" dirty="0" smtClean="0"/>
              <a:t>identity</a:t>
            </a:r>
            <a:r>
              <a:rPr lang="en-US" sz="2000" dirty="0" smtClean="0"/>
              <a:t>.</a:t>
            </a:r>
            <a:endParaRPr sz="2000" dirty="0"/>
          </a:p>
          <a:p>
            <a:r>
              <a:rPr sz="2000" dirty="0"/>
              <a:t>- Protection of Muslim culture &amp; </a:t>
            </a:r>
            <a:r>
              <a:rPr lang="en-US" sz="2000" dirty="0" smtClean="0"/>
              <a:t>beliefs.</a:t>
            </a:r>
            <a:endParaRPr sz="2000" dirty="0"/>
          </a:p>
          <a:p>
            <a:r>
              <a:rPr sz="2000" dirty="0"/>
              <a:t>- Balanced economy, no </a:t>
            </a:r>
            <a:r>
              <a:rPr sz="2000" dirty="0" smtClean="0"/>
              <a:t>exploitation</a:t>
            </a:r>
            <a:r>
              <a:rPr lang="en-US" sz="2000" dirty="0" smtClean="0"/>
              <a:t>(</a:t>
            </a:r>
            <a:r>
              <a:rPr lang="ar-AE" sz="2000" dirty="0">
                <a:latin typeface="Bodoni MT Poster Compressed" panose="02070706080601050204" pitchFamily="18" charset="0"/>
              </a:rPr>
              <a:t>ناجائز </a:t>
            </a:r>
            <a:r>
              <a:rPr lang="ar-AE" sz="2000" dirty="0" smtClean="0">
                <a:latin typeface="Bodoni MT Poster Compressed" panose="02070706080601050204" pitchFamily="18" charset="0"/>
              </a:rPr>
              <a:t>فائدہ</a:t>
            </a:r>
            <a:r>
              <a:rPr lang="en-US" sz="2000" dirty="0" smtClean="0">
                <a:latin typeface="Bodoni MT Poster Compressed" panose="02070706080601050204" pitchFamily="18" charset="0"/>
              </a:rPr>
              <a:t>)</a:t>
            </a:r>
            <a:endParaRPr sz="2000" dirty="0">
              <a:latin typeface="Bodoni MT Poster Compressed" panose="02070706080601050204" pitchFamily="18" charset="0"/>
            </a:endParaRPr>
          </a:p>
          <a:p>
            <a:r>
              <a:rPr sz="2000" dirty="0"/>
              <a:t>- Freedom from Hindu domination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Allama Muhammad Iqbal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- Poet-philosopher, Father of Pakistan </a:t>
            </a:r>
            <a:r>
              <a:rPr sz="2400" dirty="0" smtClean="0"/>
              <a:t>Idea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/>
              <a:t>- Allahabad Address (1930): suggested Muslim state in NW </a:t>
            </a:r>
            <a:r>
              <a:rPr sz="2400" dirty="0" smtClean="0"/>
              <a:t>India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/>
              <a:t>- Believed Islam = complete code of life (politics + religion</a:t>
            </a:r>
            <a:r>
              <a:rPr sz="2400" dirty="0" smtClean="0"/>
              <a:t>)</a:t>
            </a:r>
            <a:r>
              <a:rPr lang="en-US" sz="2400" dirty="0" smtClean="0"/>
              <a:t>.</a:t>
            </a:r>
            <a:endParaRPr sz="2400" dirty="0"/>
          </a:p>
          <a:p>
            <a:r>
              <a:rPr sz="2400" dirty="0"/>
              <a:t>- Inspired Muslims to demand </a:t>
            </a:r>
            <a:r>
              <a:rPr sz="2400" dirty="0" smtClean="0"/>
              <a:t>homeland</a:t>
            </a:r>
            <a:r>
              <a:rPr lang="en-US" sz="2400" dirty="0" smtClean="0"/>
              <a:t>.</a:t>
            </a:r>
            <a:endParaRPr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Chaudhry Rehmat Ali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In 1933, Chaudhry </a:t>
            </a:r>
            <a:r>
              <a:rPr lang="en-US" sz="2000" dirty="0" err="1"/>
              <a:t>Rehmat</a:t>
            </a:r>
            <a:r>
              <a:rPr lang="en-US" sz="2000" dirty="0"/>
              <a:t> Ali gave the name </a:t>
            </a:r>
            <a:r>
              <a:rPr lang="en-US" sz="2000" dirty="0" smtClean="0"/>
              <a:t>'Pakistan‘</a:t>
            </a:r>
          </a:p>
          <a:p>
            <a:r>
              <a:rPr sz="2000" dirty="0" smtClean="0"/>
              <a:t>- Pamphlet</a:t>
            </a:r>
            <a:r>
              <a:rPr lang="en-US" sz="2000" dirty="0"/>
              <a:t>(A small </a:t>
            </a:r>
            <a:r>
              <a:rPr lang="en-US" sz="2000" dirty="0" smtClean="0"/>
              <a:t>booklet)</a:t>
            </a:r>
            <a:r>
              <a:rPr sz="2000" dirty="0" smtClean="0"/>
              <a:t>: </a:t>
            </a:r>
            <a:r>
              <a:rPr sz="2000" dirty="0"/>
              <a:t>'Now or Never'</a:t>
            </a:r>
          </a:p>
          <a:p>
            <a:r>
              <a:rPr sz="2000" dirty="0"/>
              <a:t>- Acronym: Punjab, </a:t>
            </a:r>
            <a:r>
              <a:rPr sz="2000" dirty="0" smtClean="0"/>
              <a:t>Afghania</a:t>
            </a:r>
            <a:r>
              <a:rPr lang="en-US" sz="2000" dirty="0" smtClean="0"/>
              <a:t>(present KPK)</a:t>
            </a:r>
            <a:r>
              <a:rPr sz="2000" dirty="0" smtClean="0"/>
              <a:t>, </a:t>
            </a:r>
            <a:r>
              <a:rPr sz="2000" dirty="0"/>
              <a:t>Kashmir, Sindh, </a:t>
            </a:r>
            <a:r>
              <a:rPr sz="2000" dirty="0" err="1" smtClean="0"/>
              <a:t>Bal</a:t>
            </a:r>
            <a:r>
              <a:rPr lang="en-US" sz="2000" dirty="0" err="1" smtClean="0"/>
              <a:t>o</a:t>
            </a:r>
            <a:r>
              <a:rPr sz="2000" dirty="0" err="1" smtClean="0"/>
              <a:t>chistan</a:t>
            </a:r>
            <a:r>
              <a:rPr lang="en-US" sz="2000" dirty="0" smtClean="0"/>
              <a:t>.</a:t>
            </a:r>
            <a:endParaRPr sz="2000" dirty="0"/>
          </a:p>
          <a:p>
            <a:r>
              <a:rPr sz="2000" dirty="0"/>
              <a:t>- Strongly rejected 'Composite Nationalism</a:t>
            </a:r>
            <a:r>
              <a:rPr sz="2000" dirty="0" smtClean="0"/>
              <a:t>'</a:t>
            </a:r>
            <a:r>
              <a:rPr lang="en-US" sz="2000" dirty="0" smtClean="0"/>
              <a:t>(to live together).</a:t>
            </a:r>
            <a:endParaRPr sz="2000" dirty="0"/>
          </a:p>
          <a:p>
            <a:r>
              <a:rPr sz="2000" dirty="0"/>
              <a:t>- Called Muslims a separate '</a:t>
            </a:r>
            <a:r>
              <a:rPr sz="2000" dirty="0" err="1"/>
              <a:t>Millat</a:t>
            </a:r>
            <a:r>
              <a:rPr sz="2000" dirty="0"/>
              <a:t>' (Nation)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Quaid-e-</a:t>
            </a:r>
            <a:r>
              <a:rPr dirty="0" err="1"/>
              <a:t>Azam</a:t>
            </a:r>
            <a:r>
              <a:rPr dirty="0"/>
              <a:t> Muhammad Ali </a:t>
            </a:r>
            <a:r>
              <a:rPr dirty="0" smtClean="0"/>
              <a:t>Jinnah</a:t>
            </a:r>
            <a:r>
              <a:rPr lang="en-US" dirty="0" smtClean="0"/>
              <a:t>(1876-1948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5970" y="2494507"/>
            <a:ext cx="6628239" cy="4368800"/>
          </a:xfrm>
        </p:spPr>
        <p:txBody>
          <a:bodyPr>
            <a:noAutofit/>
          </a:bodyPr>
          <a:lstStyle/>
          <a:p>
            <a:r>
              <a:rPr lang="en-US" b="1" dirty="0"/>
              <a:t>Early </a:t>
            </a:r>
            <a:r>
              <a:rPr lang="en-US" b="1" dirty="0" smtClean="0"/>
              <a:t>Career:</a:t>
            </a:r>
            <a:endParaRPr lang="en-US" b="1" dirty="0"/>
          </a:p>
          <a:p>
            <a:r>
              <a:rPr lang="en-US" dirty="0"/>
              <a:t>At first, people called him the </a:t>
            </a:r>
            <a:r>
              <a:rPr lang="en-US" b="1" dirty="0"/>
              <a:t>Ambassador of Hindu-Muslim Unity</a:t>
            </a:r>
            <a:r>
              <a:rPr lang="en-US" dirty="0"/>
              <a:t>.</a:t>
            </a:r>
          </a:p>
          <a:p>
            <a:r>
              <a:rPr lang="en-US" dirty="0"/>
              <a:t>He worked with both Congress and Muslim League to fight British rule.</a:t>
            </a:r>
          </a:p>
          <a:p>
            <a:r>
              <a:rPr lang="en-US" b="1" dirty="0" smtClean="0"/>
              <a:t>Realization:</a:t>
            </a:r>
            <a:endParaRPr lang="en-US" b="1" dirty="0"/>
          </a:p>
          <a:p>
            <a:r>
              <a:rPr lang="en-US" dirty="0"/>
              <a:t>Later, Jinnah saw that </a:t>
            </a:r>
            <a:r>
              <a:rPr lang="en-US" b="1" dirty="0"/>
              <a:t>Hindus and Muslims are very different</a:t>
            </a:r>
            <a:r>
              <a:rPr lang="en-US" dirty="0"/>
              <a:t> in religion, culture, and way of life.</a:t>
            </a:r>
          </a:p>
          <a:p>
            <a:r>
              <a:rPr lang="en-US" dirty="0"/>
              <a:t>Congress mostly cared about Hindu interests and ignored Muslims.</a:t>
            </a:r>
          </a:p>
          <a:p>
            <a:r>
              <a:rPr lang="en-US" dirty="0"/>
              <a:t>So he decided Muslims need their </a:t>
            </a:r>
            <a:r>
              <a:rPr lang="en-US" b="1" dirty="0"/>
              <a:t>own political platform</a:t>
            </a:r>
            <a:r>
              <a:rPr lang="en-US" dirty="0"/>
              <a:t>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556793"/>
          </a:xfrm>
        </p:spPr>
        <p:txBody>
          <a:bodyPr/>
          <a:lstStyle/>
          <a:p>
            <a:r>
              <a:rPr lang="pt-BR" dirty="0"/>
              <a:t>Quaid-e-Azam Muhammad Ali Jinnah (1876–1948)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>
          <a:xfrm>
            <a:off x="409433" y="3057100"/>
            <a:ext cx="8557145" cy="3684894"/>
          </a:xfrm>
        </p:spPr>
        <p:txBody>
          <a:bodyPr/>
          <a:lstStyle/>
          <a:p>
            <a:r>
              <a:rPr lang="en-US" b="1" dirty="0"/>
              <a:t>Role in Pakistan </a:t>
            </a:r>
            <a:r>
              <a:rPr lang="en-US" b="1" dirty="0" smtClean="0"/>
              <a:t>Movement:</a:t>
            </a:r>
            <a:endParaRPr lang="en-US" b="1" dirty="0"/>
          </a:p>
          <a:p>
            <a:r>
              <a:rPr lang="en-US" dirty="0"/>
              <a:t>Became the leader of </a:t>
            </a:r>
            <a:r>
              <a:rPr lang="en-US" b="1" dirty="0"/>
              <a:t>All India Muslim League</a:t>
            </a:r>
            <a:r>
              <a:rPr lang="en-US" dirty="0"/>
              <a:t>.</a:t>
            </a:r>
          </a:p>
          <a:p>
            <a:r>
              <a:rPr lang="en-US" dirty="0"/>
              <a:t>Turned the demand for a separate homeland into a </a:t>
            </a:r>
            <a:r>
              <a:rPr lang="en-US" b="1" dirty="0"/>
              <a:t>mass movement</a:t>
            </a:r>
            <a:r>
              <a:rPr lang="en-US" dirty="0"/>
              <a:t>.</a:t>
            </a:r>
          </a:p>
          <a:p>
            <a:r>
              <a:rPr lang="en-US" dirty="0"/>
              <a:t>He said: </a:t>
            </a:r>
            <a:r>
              <a:rPr lang="en-US" i="1" dirty="0"/>
              <a:t>“Muslims are not a minority, they are a nation by every definition.”</a:t>
            </a:r>
            <a:endParaRPr lang="en-US" dirty="0"/>
          </a:p>
          <a:p>
            <a:r>
              <a:rPr lang="en-US" dirty="0"/>
              <a:t>After </a:t>
            </a:r>
            <a:r>
              <a:rPr lang="en-US" b="1" dirty="0"/>
              <a:t>Lahore Resolution 1940</a:t>
            </a:r>
            <a:r>
              <a:rPr lang="en-US" dirty="0"/>
              <a:t>, he fully focused on Pakistan.</a:t>
            </a:r>
          </a:p>
          <a:p>
            <a:r>
              <a:rPr lang="en-US" b="1" dirty="0"/>
              <a:t>Vision of Pakistan</a:t>
            </a:r>
          </a:p>
          <a:p>
            <a:r>
              <a:rPr lang="en-US" dirty="0"/>
              <a:t>Pakistan should not be “just land,” but a place where </a:t>
            </a:r>
            <a:r>
              <a:rPr lang="en-US" b="1" dirty="0"/>
              <a:t>Islamic principles of justice, equality, and democracy</a:t>
            </a:r>
            <a:r>
              <a:rPr lang="en-US" dirty="0"/>
              <a:t> are followed.</a:t>
            </a:r>
          </a:p>
          <a:p>
            <a:r>
              <a:rPr lang="en-US" dirty="0"/>
              <a:t>He also promised </a:t>
            </a:r>
            <a:r>
              <a:rPr lang="en-US" b="1" dirty="0"/>
              <a:t>equal rights for minorities</a:t>
            </a:r>
            <a:r>
              <a:rPr lang="en-US" dirty="0"/>
              <a:t> (Hindus, Christians, Parsis etc).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267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Quaid-e-Azam Muhammad Ali Jinnah (1876–1948)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sz="2400" b="1" dirty="0"/>
              <a:t>Famous </a:t>
            </a:r>
            <a:r>
              <a:rPr lang="en-US" sz="2400" b="1" dirty="0" smtClean="0"/>
              <a:t>Quotes:</a:t>
            </a:r>
            <a:endParaRPr lang="en-US" sz="2400" b="1" dirty="0"/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“No power on earth can undo Pakistan.”</a:t>
            </a:r>
          </a:p>
          <a:p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“You are free to go to your temples, you are free to go to your mosques … in the State of Pakistan.”</a:t>
            </a:r>
          </a:p>
          <a:p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23331" y="5934670"/>
            <a:ext cx="78201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Jinnah became Pakistan’s </a:t>
            </a:r>
            <a:r>
              <a:rPr lang="en-US" b="1" dirty="0"/>
              <a:t>first Governor-General</a:t>
            </a:r>
            <a:r>
              <a:rPr lang="en-US" dirty="0"/>
              <a:t>.</a:t>
            </a:r>
          </a:p>
          <a:p>
            <a:r>
              <a:rPr lang="en-US" dirty="0"/>
              <a:t>He is honored as </a:t>
            </a:r>
            <a:r>
              <a:rPr lang="en-US" b="1" dirty="0"/>
              <a:t>Quaid-e-</a:t>
            </a:r>
            <a:r>
              <a:rPr lang="en-US" b="1" dirty="0" err="1"/>
              <a:t>Azam</a:t>
            </a:r>
            <a:r>
              <a:rPr lang="en-US" dirty="0"/>
              <a:t> (Great Leader).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5365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Lahore Resolution (1940)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- Muslim League resolution for independent states</a:t>
            </a:r>
          </a:p>
          <a:p>
            <a:r>
              <a:rPr dirty="0"/>
              <a:t>- March 23, 1940 at </a:t>
            </a:r>
            <a:r>
              <a:rPr dirty="0" smtClean="0"/>
              <a:t>Lahore</a:t>
            </a:r>
            <a:r>
              <a:rPr lang="en-US" dirty="0" smtClean="0"/>
              <a:t>.</a:t>
            </a:r>
            <a:endParaRPr dirty="0"/>
          </a:p>
          <a:p>
            <a:r>
              <a:rPr dirty="0"/>
              <a:t>- Asked for Muslim-majority areas to be grouped as separate states</a:t>
            </a:r>
          </a:p>
          <a:p>
            <a:r>
              <a:rPr dirty="0"/>
              <a:t>- Turning point towards </a:t>
            </a:r>
            <a:r>
              <a:rPr dirty="0" smtClean="0"/>
              <a:t>Pakistan</a:t>
            </a:r>
            <a:r>
              <a:rPr lang="en-US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Composite vs Islamic Nationalism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912280"/>
            <a:ext cx="6345260" cy="3530600"/>
          </a:xfrm>
        </p:spPr>
        <p:txBody>
          <a:bodyPr>
            <a:normAutofit/>
          </a:bodyPr>
          <a:lstStyle/>
          <a:p>
            <a:r>
              <a:rPr sz="2400" dirty="0"/>
              <a:t>- Composite Nationalism: Hindus + Muslims = one nation (Congress)</a:t>
            </a:r>
          </a:p>
          <a:p>
            <a:r>
              <a:rPr sz="2400" dirty="0"/>
              <a:t>- Islamic Nationalism: Muslims = separate nation (Muslim League)</a:t>
            </a:r>
          </a:p>
          <a:p>
            <a:r>
              <a:rPr sz="2400" dirty="0"/>
              <a:t>- Ideology of Pakistan followed Islamic Nationalism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Ideology of Pakistan = Islam as foundation</a:t>
            </a:r>
          </a:p>
          <a:p>
            <a:r>
              <a:t>- Two Nation Theory = Muslims &amp; Hindus are separate nations</a:t>
            </a:r>
          </a:p>
          <a:p>
            <a:r>
              <a:t>- Leaders (Iqbal, Rehmat Ali, Jinnah) played key roles</a:t>
            </a:r>
          </a:p>
          <a:p>
            <a:r>
              <a:t>- Aims: Islamic democracy, justice, protection of Muslim identity</a:t>
            </a:r>
          </a:p>
          <a:p>
            <a:r>
              <a:t>- Pakistan created in 1947 based on this ideology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</TotalTime>
  <Words>763</Words>
  <Application>Microsoft Office PowerPoint</Application>
  <PresentationFormat>On-screen Show (4:3)</PresentationFormat>
  <Paragraphs>87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Bodoni MT Poster Compressed</vt:lpstr>
      <vt:lpstr>Century Gothic</vt:lpstr>
      <vt:lpstr>Times New Roman</vt:lpstr>
      <vt:lpstr>Wingdings 3</vt:lpstr>
      <vt:lpstr>Ion Boardroom</vt:lpstr>
      <vt:lpstr>Ideology of Pakistan</vt:lpstr>
      <vt:lpstr>What is Ideology?</vt:lpstr>
      <vt:lpstr>PowerPoint Presentation</vt:lpstr>
      <vt:lpstr>Karl Marx &amp; Dialect(Accent) </vt:lpstr>
      <vt:lpstr>Ideology of Pakistan</vt:lpstr>
      <vt:lpstr>Two Nation Theory (TNT)</vt:lpstr>
      <vt:lpstr>Aims &amp; Objectives of Pakistan</vt:lpstr>
      <vt:lpstr>Allama Muhammad Iqbal</vt:lpstr>
      <vt:lpstr>Chaudhry Rehmat Ali</vt:lpstr>
      <vt:lpstr>Quaid-e-Azam Muhammad Ali Jinnah(1876-1948</vt:lpstr>
      <vt:lpstr>Quaid-e-Azam Muhammad Ali Jinnah (1876–1948)</vt:lpstr>
      <vt:lpstr>Quaid-e-Azam Muhammad Ali Jinnah (1876–1948)</vt:lpstr>
      <vt:lpstr>Lahore Resolution (1940)</vt:lpstr>
      <vt:lpstr>Composite vs Islamic Nationalism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Ideology of Pakistan</dc:title>
  <dc:subject/>
  <dc:creator/>
  <cp:keywords/>
  <dc:description>generated using python-pptx</dc:description>
  <cp:lastModifiedBy>Shayaan</cp:lastModifiedBy>
  <cp:revision>5</cp:revision>
  <dcterms:created xsi:type="dcterms:W3CDTF">2013-01-27T09:14:16Z</dcterms:created>
  <dcterms:modified xsi:type="dcterms:W3CDTF">2025-09-23T03:03:50Z</dcterms:modified>
  <cp:category/>
</cp:coreProperties>
</file>