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6.xml" ContentType="application/vnd.openxmlformats-officedocument.presentationml.notesSlide+xml"/>
  <Override PartName="/ppt/notesSlides/notesSlide7.xml" ContentType="application/vnd.openxmlformats-officedocument.presentationml.notesSl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notesSlides/notesSlide8.xml" ContentType="application/vnd.openxmlformats-officedocument.presentationml.notesSlide+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notesSlides/notesSlide9.xml" ContentType="application/vnd.openxmlformats-officedocument.presentationml.notesSlide+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notesSlides/notesSlide10.xml" ContentType="application/vnd.openxmlformats-officedocument.presentationml.notesSlide+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notesSlides/notesSlide11.xml" ContentType="application/vnd.openxmlformats-officedocument.presentationml.notesSlide+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ppt/notesSlides/notesSlide12.xml" ContentType="application/vnd.openxmlformats-officedocument.presentationml.notesSlide+xml"/>
  <Override PartName="/ppt/diagrams/data12.xml" ContentType="application/vnd.openxmlformats-officedocument.drawingml.diagramData+xml"/>
  <Override PartName="/ppt/diagrams/layout12.xml" ContentType="application/vnd.openxmlformats-officedocument.drawingml.diagramLayout+xml"/>
  <Override PartName="/ppt/diagrams/quickStyle12.xml" ContentType="application/vnd.openxmlformats-officedocument.drawingml.diagramStyle+xml"/>
  <Override PartName="/ppt/diagrams/colors12.xml" ContentType="application/vnd.openxmlformats-officedocument.drawingml.diagramColors+xml"/>
  <Override PartName="/ppt/diagrams/drawing12.xml" ContentType="application/vnd.ms-office.drawingml.diagramDrawing+xml"/>
  <Override PartName="/ppt/diagrams/data13.xml" ContentType="application/vnd.openxmlformats-officedocument.drawingml.diagramData+xml"/>
  <Override PartName="/ppt/diagrams/layout13.xml" ContentType="application/vnd.openxmlformats-officedocument.drawingml.diagramLayout+xml"/>
  <Override PartName="/ppt/diagrams/quickStyle13.xml" ContentType="application/vnd.openxmlformats-officedocument.drawingml.diagramStyle+xml"/>
  <Override PartName="/ppt/diagrams/colors13.xml" ContentType="application/vnd.openxmlformats-officedocument.drawingml.diagramColors+xml"/>
  <Override PartName="/ppt/diagrams/drawing13.xml" ContentType="application/vnd.ms-office.drawingml.diagramDrawing+xml"/>
  <Override PartName="/ppt/notesSlides/notesSlide13.xml" ContentType="application/vnd.openxmlformats-officedocument.presentationml.notesSlide+xml"/>
  <Override PartName="/ppt/diagrams/data14.xml" ContentType="application/vnd.openxmlformats-officedocument.drawingml.diagramData+xml"/>
  <Override PartName="/ppt/diagrams/layout14.xml" ContentType="application/vnd.openxmlformats-officedocument.drawingml.diagramLayout+xml"/>
  <Override PartName="/ppt/diagrams/quickStyle14.xml" ContentType="application/vnd.openxmlformats-officedocument.drawingml.diagramStyle+xml"/>
  <Override PartName="/ppt/diagrams/colors14.xml" ContentType="application/vnd.openxmlformats-officedocument.drawingml.diagramColors+xml"/>
  <Override PartName="/ppt/diagrams/drawing14.xml" ContentType="application/vnd.ms-office.drawingml.diagramDrawing+xml"/>
  <Override PartName="/ppt/notesSlides/notesSlide14.xml" ContentType="application/vnd.openxmlformats-officedocument.presentationml.notesSlide+xml"/>
  <Override PartName="/ppt/diagrams/data15.xml" ContentType="application/vnd.openxmlformats-officedocument.drawingml.diagramData+xml"/>
  <Override PartName="/ppt/diagrams/layout15.xml" ContentType="application/vnd.openxmlformats-officedocument.drawingml.diagramLayout+xml"/>
  <Override PartName="/ppt/diagrams/quickStyle15.xml" ContentType="application/vnd.openxmlformats-officedocument.drawingml.diagramStyle+xml"/>
  <Override PartName="/ppt/diagrams/colors15.xml" ContentType="application/vnd.openxmlformats-officedocument.drawingml.diagramColors+xml"/>
  <Override PartName="/ppt/diagrams/drawing15.xml" ContentType="application/vnd.ms-office.drawingml.diagramDrawing+xml"/>
  <Override PartName="/ppt/diagrams/data16.xml" ContentType="application/vnd.openxmlformats-officedocument.drawingml.diagramData+xml"/>
  <Override PartName="/ppt/diagrams/layout16.xml" ContentType="application/vnd.openxmlformats-officedocument.drawingml.diagramLayout+xml"/>
  <Override PartName="/ppt/diagrams/quickStyle16.xml" ContentType="application/vnd.openxmlformats-officedocument.drawingml.diagramStyle+xml"/>
  <Override PartName="/ppt/diagrams/colors16.xml" ContentType="application/vnd.openxmlformats-officedocument.drawingml.diagramColors+xml"/>
  <Override PartName="/ppt/diagrams/drawing16.xml" ContentType="application/vnd.ms-office.drawingml.diagramDrawing+xml"/>
  <Override PartName="/ppt/notesSlides/notesSlide15.xml" ContentType="application/vnd.openxmlformats-officedocument.presentationml.notesSlide+xml"/>
  <Override PartName="/ppt/diagrams/data17.xml" ContentType="application/vnd.openxmlformats-officedocument.drawingml.diagramData+xml"/>
  <Override PartName="/ppt/diagrams/layout17.xml" ContentType="application/vnd.openxmlformats-officedocument.drawingml.diagramLayout+xml"/>
  <Override PartName="/ppt/diagrams/quickStyle17.xml" ContentType="application/vnd.openxmlformats-officedocument.drawingml.diagramStyle+xml"/>
  <Override PartName="/ppt/diagrams/colors17.xml" ContentType="application/vnd.openxmlformats-officedocument.drawingml.diagramColors+xml"/>
  <Override PartName="/ppt/diagrams/drawing17.xml" ContentType="application/vnd.ms-office.drawingml.diagramDrawing+xml"/>
  <Override PartName="/ppt/notesSlides/notesSlide16.xml" ContentType="application/vnd.openxmlformats-officedocument.presentationml.notesSlide+xml"/>
  <Override PartName="/ppt/media/image21.jpg" ContentType="image/jpg"/>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80" r:id="rId1"/>
  </p:sldMasterIdLst>
  <p:notesMasterIdLst>
    <p:notesMasterId r:id="rId36"/>
  </p:notesMasterIdLst>
  <p:handoutMasterIdLst>
    <p:handoutMasterId r:id="rId37"/>
  </p:handoutMasterIdLst>
  <p:sldIdLst>
    <p:sldId id="288" r:id="rId2"/>
    <p:sldId id="278" r:id="rId3"/>
    <p:sldId id="298" r:id="rId4"/>
    <p:sldId id="299" r:id="rId5"/>
    <p:sldId id="272" r:id="rId6"/>
    <p:sldId id="256" r:id="rId7"/>
    <p:sldId id="280" r:id="rId8"/>
    <p:sldId id="296" r:id="rId9"/>
    <p:sldId id="283" r:id="rId10"/>
    <p:sldId id="281" r:id="rId11"/>
    <p:sldId id="273" r:id="rId12"/>
    <p:sldId id="300" r:id="rId13"/>
    <p:sldId id="301" r:id="rId14"/>
    <p:sldId id="302" r:id="rId15"/>
    <p:sldId id="275" r:id="rId16"/>
    <p:sldId id="304" r:id="rId17"/>
    <p:sldId id="303" r:id="rId18"/>
    <p:sldId id="282" r:id="rId19"/>
    <p:sldId id="284" r:id="rId20"/>
    <p:sldId id="305" r:id="rId21"/>
    <p:sldId id="285" r:id="rId22"/>
    <p:sldId id="290" r:id="rId23"/>
    <p:sldId id="286" r:id="rId24"/>
    <p:sldId id="291" r:id="rId25"/>
    <p:sldId id="287" r:id="rId26"/>
    <p:sldId id="292" r:id="rId27"/>
    <p:sldId id="263" r:id="rId28"/>
    <p:sldId id="264" r:id="rId29"/>
    <p:sldId id="265" r:id="rId30"/>
    <p:sldId id="271" r:id="rId31"/>
    <p:sldId id="267" r:id="rId32"/>
    <p:sldId id="270" r:id="rId33"/>
    <p:sldId id="289" r:id="rId34"/>
    <p:sldId id="293" r:id="rId35"/>
  </p:sldIdLst>
  <p:sldSz cx="12192000" cy="6858000"/>
  <p:notesSz cx="9296400" cy="7010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7CE84F3-28C3-443E-9E96-99CF82512B78}" styleName="Dark Style 1 - Accent 2">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2"/>
          </a:solidFill>
        </a:fill>
      </a:tcStyle>
    </a:wholeTbl>
    <a:band1H>
      <a:tcStyle>
        <a:tcBdr/>
        <a:fill>
          <a:solidFill>
            <a:schemeClr val="accent2">
              <a:shade val="60000"/>
            </a:schemeClr>
          </a:solidFill>
        </a:fill>
      </a:tcStyle>
    </a:band1H>
    <a:band1V>
      <a:tcStyle>
        <a:tcBdr/>
        <a:fill>
          <a:solidFill>
            <a:schemeClr val="accent2">
              <a:shade val="60000"/>
            </a:schemeClr>
          </a:solidFill>
        </a:fill>
      </a:tcStyle>
    </a:band1V>
    <a:lastCol>
      <a:tcTxStyle b="on"/>
      <a:tcStyle>
        <a:tcBdr>
          <a:left>
            <a:ln w="25400" cmpd="sng">
              <a:solidFill>
                <a:schemeClr val="lt1"/>
              </a:solidFill>
            </a:ln>
          </a:left>
        </a:tcBdr>
        <a:fill>
          <a:solidFill>
            <a:schemeClr val="accent2">
              <a:shade val="60000"/>
            </a:schemeClr>
          </a:solidFill>
        </a:fill>
      </a:tcStyle>
    </a:lastCol>
    <a:firstCol>
      <a:tcTxStyle b="on"/>
      <a:tcStyle>
        <a:tcBdr>
          <a:right>
            <a:ln w="25400" cmpd="sng">
              <a:solidFill>
                <a:schemeClr val="lt1"/>
              </a:solidFill>
            </a:ln>
          </a:right>
        </a:tcBdr>
        <a:fill>
          <a:solidFill>
            <a:schemeClr val="accent2">
              <a:shade val="60000"/>
            </a:schemeClr>
          </a:solidFill>
        </a:fill>
      </a:tcStyle>
    </a:firstCol>
    <a:lastRow>
      <a:tcTxStyle b="on"/>
      <a:tcStyle>
        <a:tcBdr>
          <a:top>
            <a:ln w="25400" cmpd="sng">
              <a:solidFill>
                <a:schemeClr val="lt1"/>
              </a:solidFill>
            </a:ln>
          </a:top>
        </a:tcBdr>
        <a:fill>
          <a:solidFill>
            <a:schemeClr val="accent2">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5202B0CA-FC54-4496-8BCA-5EF66A818D29}" styleName="Dark Style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dk1">
              <a:tint val="20000"/>
            </a:schemeClr>
          </a:solidFill>
        </a:fill>
      </a:tcStyle>
    </a:lastRow>
    <a:firstRow>
      <a:tcTxStyle b="on">
        <a:fontRef idx="minor">
          <a:scrgbClr r="0" g="0" b="0"/>
        </a:fontRef>
        <a:schemeClr val="lt1"/>
      </a:tcTxStyle>
      <a:tcStyle>
        <a:tcBdr/>
        <a:fill>
          <a:solidFill>
            <a:schemeClr val="dk1"/>
          </a:solid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4" d="100"/>
          <a:sy n="64" d="100"/>
        </p:scale>
        <p:origin x="738" y="60"/>
      </p:cViewPr>
      <p:guideLst>
        <p:guide orient="horz" pos="2880"/>
        <p:guide pos="2880"/>
      </p:guideLst>
    </p:cSldViewPr>
  </p:slid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handoutMaster" Target="handoutMasters/handoutMaster1.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s>
</file>

<file path=ppt/diagrams/colors1.xml><?xml version="1.0" encoding="utf-8"?>
<dgm:colorsDef xmlns:dgm="http://schemas.openxmlformats.org/drawingml/2006/diagram" xmlns:a="http://schemas.openxmlformats.org/drawingml/2006/main" uniqueId="urn:microsoft.com/office/officeart/2005/8/colors/accent3_1">
  <dgm:title val=""/>
  <dgm:desc val=""/>
  <dgm:catLst>
    <dgm:cat type="accent3" pri="11100"/>
  </dgm:catLst>
  <dgm:styleLbl name="node0">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3">
        <a:shade val="80000"/>
      </a:schemeClr>
    </dgm:linClrLst>
    <dgm:effectClrLst/>
    <dgm:txLinClrLst/>
    <dgm:txFillClrLst/>
    <dgm:txEffectClrLst/>
  </dgm:styleLbl>
  <dgm:styleLbl name="node2">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fgImgPlace1">
    <dgm:fillClrLst meth="repeat">
      <a:schemeClr val="accent3">
        <a:tint val="40000"/>
      </a:schemeClr>
    </dgm:fillClrLst>
    <dgm:linClrLst meth="repeat">
      <a:schemeClr val="accent3">
        <a:shade val="80000"/>
      </a:schemeClr>
    </dgm:linClrLst>
    <dgm:effectClrLst/>
    <dgm:txLinClrLst/>
    <dgm:txFillClrLst meth="repeat">
      <a:schemeClr val="lt1"/>
    </dgm:txFillClrLst>
    <dgm:txEffectClrLst/>
  </dgm:styleLbl>
  <dgm:styleLbl name="alignImgPlace1">
    <dgm:fillClrLst meth="repeat">
      <a:schemeClr val="accent3">
        <a:tint val="40000"/>
      </a:schemeClr>
    </dgm:fillClrLst>
    <dgm:linClrLst meth="repeat">
      <a:schemeClr val="accent3">
        <a:shade val="80000"/>
      </a:schemeClr>
    </dgm:linClrLst>
    <dgm:effectClrLst/>
    <dgm:txLinClrLst/>
    <dgm:txFillClrLst meth="repeat">
      <a:schemeClr val="lt1"/>
    </dgm:txFillClrLst>
    <dgm:txEffectClrLst/>
  </dgm:styleLbl>
  <dgm:styleLbl name="bgImgPlace1">
    <dgm:fillClrLst meth="repeat">
      <a:schemeClr val="accent3">
        <a:tint val="40000"/>
      </a:schemeClr>
    </dgm:fillClrLst>
    <dgm:linClrLst meth="repeat">
      <a:schemeClr val="accent3">
        <a:shade val="80000"/>
      </a:schemeClr>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meth="repeat">
      <a:schemeClr val="dk1"/>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meth="repeat">
      <a:schemeClr val="dk1"/>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meth="repeat">
      <a:schemeClr val="dk1"/>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dgm:linClrLst>
    <dgm:effectClrLst/>
    <dgm:txLinClrLst/>
    <dgm:txFillClrLst meth="repeat">
      <a:schemeClr val="tx1"/>
    </dgm:txFillClrLst>
    <dgm:txEffectClrLst/>
  </dgm:styleLbl>
  <dgm:styleLbl name="asst0">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dgm:txEffectClrLst/>
  </dgm:styleLbl>
  <dgm:styleLbl name="parChTrans2D2">
    <dgm:fillClrLst meth="repeat">
      <a:schemeClr val="accent3"/>
    </dgm:fillClrLst>
    <dgm:linClrLst meth="repeat">
      <a:schemeClr val="accent3"/>
    </dgm:linClrLst>
    <dgm:effectClrLst/>
    <dgm:txLinClrLst/>
    <dgm:txFillClrLst/>
    <dgm:txEffectClrLst/>
  </dgm:styleLbl>
  <dgm:styleLbl name="parChTrans2D3">
    <dgm:fillClrLst meth="repeat">
      <a:schemeClr val="accent3"/>
    </dgm:fillClrLst>
    <dgm:linClrLst meth="repeat">
      <a:schemeClr val="accent3"/>
    </dgm:linClrLst>
    <dgm:effectClrLst/>
    <dgm:txLinClrLst/>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conFgAcc1">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alignAcc1">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trAlignAcc1">
    <dgm:fillClrLst meth="repeat">
      <a:schemeClr val="accent3">
        <a:alpha val="40000"/>
        <a:tint val="40000"/>
      </a:schemeClr>
    </dgm:fillClrLst>
    <dgm:linClrLst meth="repeat">
      <a:schemeClr val="accent3"/>
    </dgm:linClrLst>
    <dgm:effectClrLst/>
    <dgm:txLinClrLst/>
    <dgm:txFillClrLst meth="repeat">
      <a:schemeClr val="dk1"/>
    </dgm:txFillClrLst>
    <dgm:txEffectClrLst/>
  </dgm:styleLbl>
  <dgm:styleLbl name="bgAcc1">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3">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3">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3">
        <a:alpha val="90000"/>
      </a:schemeClr>
    </dgm:linClrLst>
    <dgm:effectClrLst/>
    <dgm:txLinClrLst/>
    <dgm:txFillClrLst meth="repeat">
      <a:schemeClr val="dk1"/>
    </dgm:txFillClrLst>
    <dgm:txEffectClrLst/>
  </dgm:styleLbl>
  <dgm:styleLbl name="fgAcc0">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fgAcc2">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fgAcc3">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fgAcc4">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2_1">
  <dgm:title val=""/>
  <dgm:desc val=""/>
  <dgm:catLst>
    <dgm:cat type="accent2" pri="11100"/>
  </dgm:catLst>
  <dgm:styleLbl name="node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2">
        <a:shade val="80000"/>
      </a:schemeClr>
    </dgm:linClrLst>
    <dgm:effectClrLst/>
    <dgm:txLinClrLst/>
    <dgm:txFillClrLst/>
    <dgm:txEffectClrLst/>
  </dgm:styleLbl>
  <dgm:styleLbl name="node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f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align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b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dgm:txEffectClrLst/>
  </dgm:styleLbl>
  <dgm:styleLbl name="parChTrans2D2">
    <dgm:fillClrLst meth="repeat">
      <a:schemeClr val="accent2"/>
    </dgm:fillClrLst>
    <dgm:linClrLst meth="repeat">
      <a:schemeClr val="accent2"/>
    </dgm:linClrLst>
    <dgm:effectClrLst/>
    <dgm:txLinClrLst/>
    <dgm:txFillClrLst/>
    <dgm:txEffectClrLst/>
  </dgm:styleLbl>
  <dgm:styleLbl name="parChTrans2D3">
    <dgm:fillClrLst meth="repeat">
      <a:schemeClr val="accent2"/>
    </dgm:fillClrLst>
    <dgm:linClrLst meth="repeat">
      <a:schemeClr val="accent2"/>
    </dgm:linClrLst>
    <dgm:effectClrLst/>
    <dgm:txLinClrLst/>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con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align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trAlignAcc1">
    <dgm:fillClrLst meth="repeat">
      <a:schemeClr val="accent2">
        <a:alpha val="40000"/>
        <a:tint val="40000"/>
      </a:schemeClr>
    </dgm:fillClrLst>
    <dgm:linClrLst meth="repeat">
      <a:schemeClr val="accent2"/>
    </dgm:linClrLst>
    <dgm:effectClrLst/>
    <dgm:txLinClrLst/>
    <dgm:txFillClrLst meth="repeat">
      <a:schemeClr val="dk1"/>
    </dgm:txFillClrLst>
    <dgm:txEffectClrLst/>
  </dgm:styleLbl>
  <dgm:styleLbl name="b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fgAcc0">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2">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3">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4">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2_1">
  <dgm:title val=""/>
  <dgm:desc val=""/>
  <dgm:catLst>
    <dgm:cat type="accent2" pri="11100"/>
  </dgm:catLst>
  <dgm:styleLbl name="node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2">
        <a:shade val="80000"/>
      </a:schemeClr>
    </dgm:linClrLst>
    <dgm:effectClrLst/>
    <dgm:txLinClrLst/>
    <dgm:txFillClrLst/>
    <dgm:txEffectClrLst/>
  </dgm:styleLbl>
  <dgm:styleLbl name="node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f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align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b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dgm:txEffectClrLst/>
  </dgm:styleLbl>
  <dgm:styleLbl name="parChTrans2D2">
    <dgm:fillClrLst meth="repeat">
      <a:schemeClr val="accent2"/>
    </dgm:fillClrLst>
    <dgm:linClrLst meth="repeat">
      <a:schemeClr val="accent2"/>
    </dgm:linClrLst>
    <dgm:effectClrLst/>
    <dgm:txLinClrLst/>
    <dgm:txFillClrLst/>
    <dgm:txEffectClrLst/>
  </dgm:styleLbl>
  <dgm:styleLbl name="parChTrans2D3">
    <dgm:fillClrLst meth="repeat">
      <a:schemeClr val="accent2"/>
    </dgm:fillClrLst>
    <dgm:linClrLst meth="repeat">
      <a:schemeClr val="accent2"/>
    </dgm:linClrLst>
    <dgm:effectClrLst/>
    <dgm:txLinClrLst/>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con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align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trAlignAcc1">
    <dgm:fillClrLst meth="repeat">
      <a:schemeClr val="accent2">
        <a:alpha val="40000"/>
        <a:tint val="40000"/>
      </a:schemeClr>
    </dgm:fillClrLst>
    <dgm:linClrLst meth="repeat">
      <a:schemeClr val="accent2"/>
    </dgm:linClrLst>
    <dgm:effectClrLst/>
    <dgm:txLinClrLst/>
    <dgm:txFillClrLst meth="repeat">
      <a:schemeClr val="dk1"/>
    </dgm:txFillClrLst>
    <dgm:txEffectClrLst/>
  </dgm:styleLbl>
  <dgm:styleLbl name="b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fgAcc0">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2">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3">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4">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accent2_1">
  <dgm:title val=""/>
  <dgm:desc val=""/>
  <dgm:catLst>
    <dgm:cat type="accent2" pri="11100"/>
  </dgm:catLst>
  <dgm:styleLbl name="node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2">
        <a:shade val="80000"/>
      </a:schemeClr>
    </dgm:linClrLst>
    <dgm:effectClrLst/>
    <dgm:txLinClrLst/>
    <dgm:txFillClrLst/>
    <dgm:txEffectClrLst/>
  </dgm:styleLbl>
  <dgm:styleLbl name="node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f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align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b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dgm:txEffectClrLst/>
  </dgm:styleLbl>
  <dgm:styleLbl name="parChTrans2D2">
    <dgm:fillClrLst meth="repeat">
      <a:schemeClr val="accent2"/>
    </dgm:fillClrLst>
    <dgm:linClrLst meth="repeat">
      <a:schemeClr val="accent2"/>
    </dgm:linClrLst>
    <dgm:effectClrLst/>
    <dgm:txLinClrLst/>
    <dgm:txFillClrLst/>
    <dgm:txEffectClrLst/>
  </dgm:styleLbl>
  <dgm:styleLbl name="parChTrans2D3">
    <dgm:fillClrLst meth="repeat">
      <a:schemeClr val="accent2"/>
    </dgm:fillClrLst>
    <dgm:linClrLst meth="repeat">
      <a:schemeClr val="accent2"/>
    </dgm:linClrLst>
    <dgm:effectClrLst/>
    <dgm:txLinClrLst/>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con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align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trAlignAcc1">
    <dgm:fillClrLst meth="repeat">
      <a:schemeClr val="accent2">
        <a:alpha val="40000"/>
        <a:tint val="40000"/>
      </a:schemeClr>
    </dgm:fillClrLst>
    <dgm:linClrLst meth="repeat">
      <a:schemeClr val="accent2"/>
    </dgm:linClrLst>
    <dgm:effectClrLst/>
    <dgm:txLinClrLst/>
    <dgm:txFillClrLst meth="repeat">
      <a:schemeClr val="dk1"/>
    </dgm:txFillClrLst>
    <dgm:txEffectClrLst/>
  </dgm:styleLbl>
  <dgm:styleLbl name="b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fgAcc0">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2">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3">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4">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accent2_1">
  <dgm:title val=""/>
  <dgm:desc val=""/>
  <dgm:catLst>
    <dgm:cat type="accent2" pri="11100"/>
  </dgm:catLst>
  <dgm:styleLbl name="node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2">
        <a:shade val="80000"/>
      </a:schemeClr>
    </dgm:linClrLst>
    <dgm:effectClrLst/>
    <dgm:txLinClrLst/>
    <dgm:txFillClrLst/>
    <dgm:txEffectClrLst/>
  </dgm:styleLbl>
  <dgm:styleLbl name="node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f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align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b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dgm:txEffectClrLst/>
  </dgm:styleLbl>
  <dgm:styleLbl name="parChTrans2D2">
    <dgm:fillClrLst meth="repeat">
      <a:schemeClr val="accent2"/>
    </dgm:fillClrLst>
    <dgm:linClrLst meth="repeat">
      <a:schemeClr val="accent2"/>
    </dgm:linClrLst>
    <dgm:effectClrLst/>
    <dgm:txLinClrLst/>
    <dgm:txFillClrLst/>
    <dgm:txEffectClrLst/>
  </dgm:styleLbl>
  <dgm:styleLbl name="parChTrans2D3">
    <dgm:fillClrLst meth="repeat">
      <a:schemeClr val="accent2"/>
    </dgm:fillClrLst>
    <dgm:linClrLst meth="repeat">
      <a:schemeClr val="accent2"/>
    </dgm:linClrLst>
    <dgm:effectClrLst/>
    <dgm:txLinClrLst/>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con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align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trAlignAcc1">
    <dgm:fillClrLst meth="repeat">
      <a:schemeClr val="accent2">
        <a:alpha val="40000"/>
        <a:tint val="40000"/>
      </a:schemeClr>
    </dgm:fillClrLst>
    <dgm:linClrLst meth="repeat">
      <a:schemeClr val="accent2"/>
    </dgm:linClrLst>
    <dgm:effectClrLst/>
    <dgm:txLinClrLst/>
    <dgm:txFillClrLst meth="repeat">
      <a:schemeClr val="dk1"/>
    </dgm:txFillClrLst>
    <dgm:txEffectClrLst/>
  </dgm:styleLbl>
  <dgm:styleLbl name="b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fgAcc0">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2">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3">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4">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xml><?xml version="1.0" encoding="utf-8"?>
<dgm:colorsDef xmlns:dgm="http://schemas.openxmlformats.org/drawingml/2006/diagram" xmlns:a="http://schemas.openxmlformats.org/drawingml/2006/main" uniqueId="urn:microsoft.com/office/officeart/2005/8/colors/accent3_1">
  <dgm:title val=""/>
  <dgm:desc val=""/>
  <dgm:catLst>
    <dgm:cat type="accent3" pri="11100"/>
  </dgm:catLst>
  <dgm:styleLbl name="node0">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3">
        <a:shade val="80000"/>
      </a:schemeClr>
    </dgm:linClrLst>
    <dgm:effectClrLst/>
    <dgm:txLinClrLst/>
    <dgm:txFillClrLst/>
    <dgm:txEffectClrLst/>
  </dgm:styleLbl>
  <dgm:styleLbl name="node2">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fgImgPlace1">
    <dgm:fillClrLst meth="repeat">
      <a:schemeClr val="accent3">
        <a:tint val="40000"/>
      </a:schemeClr>
    </dgm:fillClrLst>
    <dgm:linClrLst meth="repeat">
      <a:schemeClr val="accent3">
        <a:shade val="80000"/>
      </a:schemeClr>
    </dgm:linClrLst>
    <dgm:effectClrLst/>
    <dgm:txLinClrLst/>
    <dgm:txFillClrLst meth="repeat">
      <a:schemeClr val="lt1"/>
    </dgm:txFillClrLst>
    <dgm:txEffectClrLst/>
  </dgm:styleLbl>
  <dgm:styleLbl name="alignImgPlace1">
    <dgm:fillClrLst meth="repeat">
      <a:schemeClr val="accent3">
        <a:tint val="40000"/>
      </a:schemeClr>
    </dgm:fillClrLst>
    <dgm:linClrLst meth="repeat">
      <a:schemeClr val="accent3">
        <a:shade val="80000"/>
      </a:schemeClr>
    </dgm:linClrLst>
    <dgm:effectClrLst/>
    <dgm:txLinClrLst/>
    <dgm:txFillClrLst meth="repeat">
      <a:schemeClr val="lt1"/>
    </dgm:txFillClrLst>
    <dgm:txEffectClrLst/>
  </dgm:styleLbl>
  <dgm:styleLbl name="bgImgPlace1">
    <dgm:fillClrLst meth="repeat">
      <a:schemeClr val="accent3">
        <a:tint val="40000"/>
      </a:schemeClr>
    </dgm:fillClrLst>
    <dgm:linClrLst meth="repeat">
      <a:schemeClr val="accent3">
        <a:shade val="80000"/>
      </a:schemeClr>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meth="repeat">
      <a:schemeClr val="dk1"/>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meth="repeat">
      <a:schemeClr val="dk1"/>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meth="repeat">
      <a:schemeClr val="dk1"/>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dgm:linClrLst>
    <dgm:effectClrLst/>
    <dgm:txLinClrLst/>
    <dgm:txFillClrLst meth="repeat">
      <a:schemeClr val="tx1"/>
    </dgm:txFillClrLst>
    <dgm:txEffectClrLst/>
  </dgm:styleLbl>
  <dgm:styleLbl name="asst0">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dgm:txEffectClrLst/>
  </dgm:styleLbl>
  <dgm:styleLbl name="parChTrans2D2">
    <dgm:fillClrLst meth="repeat">
      <a:schemeClr val="accent3"/>
    </dgm:fillClrLst>
    <dgm:linClrLst meth="repeat">
      <a:schemeClr val="accent3"/>
    </dgm:linClrLst>
    <dgm:effectClrLst/>
    <dgm:txLinClrLst/>
    <dgm:txFillClrLst/>
    <dgm:txEffectClrLst/>
  </dgm:styleLbl>
  <dgm:styleLbl name="parChTrans2D3">
    <dgm:fillClrLst meth="repeat">
      <a:schemeClr val="accent3"/>
    </dgm:fillClrLst>
    <dgm:linClrLst meth="repeat">
      <a:schemeClr val="accent3"/>
    </dgm:linClrLst>
    <dgm:effectClrLst/>
    <dgm:txLinClrLst/>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conFgAcc1">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alignAcc1">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trAlignAcc1">
    <dgm:fillClrLst meth="repeat">
      <a:schemeClr val="accent3">
        <a:alpha val="40000"/>
        <a:tint val="40000"/>
      </a:schemeClr>
    </dgm:fillClrLst>
    <dgm:linClrLst meth="repeat">
      <a:schemeClr val="accent3"/>
    </dgm:linClrLst>
    <dgm:effectClrLst/>
    <dgm:txLinClrLst/>
    <dgm:txFillClrLst meth="repeat">
      <a:schemeClr val="dk1"/>
    </dgm:txFillClrLst>
    <dgm:txEffectClrLst/>
  </dgm:styleLbl>
  <dgm:styleLbl name="bgAcc1">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3">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3">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3">
        <a:alpha val="90000"/>
      </a:schemeClr>
    </dgm:linClrLst>
    <dgm:effectClrLst/>
    <dgm:txLinClrLst/>
    <dgm:txFillClrLst meth="repeat">
      <a:schemeClr val="dk1"/>
    </dgm:txFillClrLst>
    <dgm:txEffectClrLst/>
  </dgm:styleLbl>
  <dgm:styleLbl name="fgAcc0">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fgAcc2">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fgAcc3">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fgAcc4">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4.xml><?xml version="1.0" encoding="utf-8"?>
<dgm:colorsDef xmlns:dgm="http://schemas.openxmlformats.org/drawingml/2006/diagram" xmlns:a="http://schemas.openxmlformats.org/drawingml/2006/main" uniqueId="urn:microsoft.com/office/officeart/2005/8/colors/accent2_1">
  <dgm:title val=""/>
  <dgm:desc val=""/>
  <dgm:catLst>
    <dgm:cat type="accent2" pri="11100"/>
  </dgm:catLst>
  <dgm:styleLbl name="node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2">
        <a:shade val="80000"/>
      </a:schemeClr>
    </dgm:linClrLst>
    <dgm:effectClrLst/>
    <dgm:txLinClrLst/>
    <dgm:txFillClrLst/>
    <dgm:txEffectClrLst/>
  </dgm:styleLbl>
  <dgm:styleLbl name="node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f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align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b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dgm:txEffectClrLst/>
  </dgm:styleLbl>
  <dgm:styleLbl name="parChTrans2D2">
    <dgm:fillClrLst meth="repeat">
      <a:schemeClr val="accent2"/>
    </dgm:fillClrLst>
    <dgm:linClrLst meth="repeat">
      <a:schemeClr val="accent2"/>
    </dgm:linClrLst>
    <dgm:effectClrLst/>
    <dgm:txLinClrLst/>
    <dgm:txFillClrLst/>
    <dgm:txEffectClrLst/>
  </dgm:styleLbl>
  <dgm:styleLbl name="parChTrans2D3">
    <dgm:fillClrLst meth="repeat">
      <a:schemeClr val="accent2"/>
    </dgm:fillClrLst>
    <dgm:linClrLst meth="repeat">
      <a:schemeClr val="accent2"/>
    </dgm:linClrLst>
    <dgm:effectClrLst/>
    <dgm:txLinClrLst/>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con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align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trAlignAcc1">
    <dgm:fillClrLst meth="repeat">
      <a:schemeClr val="accent2">
        <a:alpha val="40000"/>
        <a:tint val="40000"/>
      </a:schemeClr>
    </dgm:fillClrLst>
    <dgm:linClrLst meth="repeat">
      <a:schemeClr val="accent2"/>
    </dgm:linClrLst>
    <dgm:effectClrLst/>
    <dgm:txLinClrLst/>
    <dgm:txFillClrLst meth="repeat">
      <a:schemeClr val="dk1"/>
    </dgm:txFillClrLst>
    <dgm:txEffectClrLst/>
  </dgm:styleLbl>
  <dgm:styleLbl name="b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fgAcc0">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2">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3">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4">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5.xml><?xml version="1.0" encoding="utf-8"?>
<dgm:colorsDef xmlns:dgm="http://schemas.openxmlformats.org/drawingml/2006/diagram" xmlns:a="http://schemas.openxmlformats.org/drawingml/2006/main" uniqueId="urn:microsoft.com/office/officeart/2005/8/colors/accent3_1">
  <dgm:title val=""/>
  <dgm:desc val=""/>
  <dgm:catLst>
    <dgm:cat type="accent3" pri="11100"/>
  </dgm:catLst>
  <dgm:styleLbl name="node0">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3">
        <a:shade val="80000"/>
      </a:schemeClr>
    </dgm:linClrLst>
    <dgm:effectClrLst/>
    <dgm:txLinClrLst/>
    <dgm:txFillClrLst/>
    <dgm:txEffectClrLst/>
  </dgm:styleLbl>
  <dgm:styleLbl name="node2">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fgImgPlace1">
    <dgm:fillClrLst meth="repeat">
      <a:schemeClr val="accent3">
        <a:tint val="40000"/>
      </a:schemeClr>
    </dgm:fillClrLst>
    <dgm:linClrLst meth="repeat">
      <a:schemeClr val="accent3">
        <a:shade val="80000"/>
      </a:schemeClr>
    </dgm:linClrLst>
    <dgm:effectClrLst/>
    <dgm:txLinClrLst/>
    <dgm:txFillClrLst meth="repeat">
      <a:schemeClr val="lt1"/>
    </dgm:txFillClrLst>
    <dgm:txEffectClrLst/>
  </dgm:styleLbl>
  <dgm:styleLbl name="alignImgPlace1">
    <dgm:fillClrLst meth="repeat">
      <a:schemeClr val="accent3">
        <a:tint val="40000"/>
      </a:schemeClr>
    </dgm:fillClrLst>
    <dgm:linClrLst meth="repeat">
      <a:schemeClr val="accent3">
        <a:shade val="80000"/>
      </a:schemeClr>
    </dgm:linClrLst>
    <dgm:effectClrLst/>
    <dgm:txLinClrLst/>
    <dgm:txFillClrLst meth="repeat">
      <a:schemeClr val="lt1"/>
    </dgm:txFillClrLst>
    <dgm:txEffectClrLst/>
  </dgm:styleLbl>
  <dgm:styleLbl name="bgImgPlace1">
    <dgm:fillClrLst meth="repeat">
      <a:schemeClr val="accent3">
        <a:tint val="40000"/>
      </a:schemeClr>
    </dgm:fillClrLst>
    <dgm:linClrLst meth="repeat">
      <a:schemeClr val="accent3">
        <a:shade val="80000"/>
      </a:schemeClr>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meth="repeat">
      <a:schemeClr val="dk1"/>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meth="repeat">
      <a:schemeClr val="dk1"/>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meth="repeat">
      <a:schemeClr val="dk1"/>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dgm:linClrLst>
    <dgm:effectClrLst/>
    <dgm:txLinClrLst/>
    <dgm:txFillClrLst meth="repeat">
      <a:schemeClr val="tx1"/>
    </dgm:txFillClrLst>
    <dgm:txEffectClrLst/>
  </dgm:styleLbl>
  <dgm:styleLbl name="asst0">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dgm:txEffectClrLst/>
  </dgm:styleLbl>
  <dgm:styleLbl name="parChTrans2D2">
    <dgm:fillClrLst meth="repeat">
      <a:schemeClr val="accent3"/>
    </dgm:fillClrLst>
    <dgm:linClrLst meth="repeat">
      <a:schemeClr val="accent3"/>
    </dgm:linClrLst>
    <dgm:effectClrLst/>
    <dgm:txLinClrLst/>
    <dgm:txFillClrLst/>
    <dgm:txEffectClrLst/>
  </dgm:styleLbl>
  <dgm:styleLbl name="parChTrans2D3">
    <dgm:fillClrLst meth="repeat">
      <a:schemeClr val="accent3"/>
    </dgm:fillClrLst>
    <dgm:linClrLst meth="repeat">
      <a:schemeClr val="accent3"/>
    </dgm:linClrLst>
    <dgm:effectClrLst/>
    <dgm:txLinClrLst/>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conFgAcc1">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alignAcc1">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trAlignAcc1">
    <dgm:fillClrLst meth="repeat">
      <a:schemeClr val="accent3">
        <a:alpha val="40000"/>
        <a:tint val="40000"/>
      </a:schemeClr>
    </dgm:fillClrLst>
    <dgm:linClrLst meth="repeat">
      <a:schemeClr val="accent3"/>
    </dgm:linClrLst>
    <dgm:effectClrLst/>
    <dgm:txLinClrLst/>
    <dgm:txFillClrLst meth="repeat">
      <a:schemeClr val="dk1"/>
    </dgm:txFillClrLst>
    <dgm:txEffectClrLst/>
  </dgm:styleLbl>
  <dgm:styleLbl name="bgAcc1">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3">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3">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3">
        <a:alpha val="90000"/>
      </a:schemeClr>
    </dgm:linClrLst>
    <dgm:effectClrLst/>
    <dgm:txLinClrLst/>
    <dgm:txFillClrLst meth="repeat">
      <a:schemeClr val="dk1"/>
    </dgm:txFillClrLst>
    <dgm:txEffectClrLst/>
  </dgm:styleLbl>
  <dgm:styleLbl name="fgAcc0">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fgAcc2">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fgAcc3">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fgAcc4">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7.xml><?xml version="1.0" encoding="utf-8"?>
<dgm:colorsDef xmlns:dgm="http://schemas.openxmlformats.org/drawingml/2006/diagram" xmlns:a="http://schemas.openxmlformats.org/drawingml/2006/main" uniqueId="urn:microsoft.com/office/officeart/2005/8/colors/accent2_1">
  <dgm:title val=""/>
  <dgm:desc val=""/>
  <dgm:catLst>
    <dgm:cat type="accent2" pri="11100"/>
  </dgm:catLst>
  <dgm:styleLbl name="node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2">
        <a:shade val="80000"/>
      </a:schemeClr>
    </dgm:linClrLst>
    <dgm:effectClrLst/>
    <dgm:txLinClrLst/>
    <dgm:txFillClrLst/>
    <dgm:txEffectClrLst/>
  </dgm:styleLbl>
  <dgm:styleLbl name="node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f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align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b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dgm:txEffectClrLst/>
  </dgm:styleLbl>
  <dgm:styleLbl name="parChTrans2D2">
    <dgm:fillClrLst meth="repeat">
      <a:schemeClr val="accent2"/>
    </dgm:fillClrLst>
    <dgm:linClrLst meth="repeat">
      <a:schemeClr val="accent2"/>
    </dgm:linClrLst>
    <dgm:effectClrLst/>
    <dgm:txLinClrLst/>
    <dgm:txFillClrLst/>
    <dgm:txEffectClrLst/>
  </dgm:styleLbl>
  <dgm:styleLbl name="parChTrans2D3">
    <dgm:fillClrLst meth="repeat">
      <a:schemeClr val="accent2"/>
    </dgm:fillClrLst>
    <dgm:linClrLst meth="repeat">
      <a:schemeClr val="accent2"/>
    </dgm:linClrLst>
    <dgm:effectClrLst/>
    <dgm:txLinClrLst/>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con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align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trAlignAcc1">
    <dgm:fillClrLst meth="repeat">
      <a:schemeClr val="accent2">
        <a:alpha val="40000"/>
        <a:tint val="40000"/>
      </a:schemeClr>
    </dgm:fillClrLst>
    <dgm:linClrLst meth="repeat">
      <a:schemeClr val="accent2"/>
    </dgm:linClrLst>
    <dgm:effectClrLst/>
    <dgm:txLinClrLst/>
    <dgm:txFillClrLst meth="repeat">
      <a:schemeClr val="dk1"/>
    </dgm:txFillClrLst>
    <dgm:txEffectClrLst/>
  </dgm:styleLbl>
  <dgm:styleLbl name="b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fgAcc0">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2">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3">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4">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42EEE7CA-7E0C-4DA2-915C-6B6F5E8CD022}" type="doc">
      <dgm:prSet loTypeId="urn:microsoft.com/office/officeart/2005/8/layout/orgChart1" loCatId="hierarchy" qsTypeId="urn:microsoft.com/office/officeart/2005/8/quickstyle/3d1" qsCatId="3D" csTypeId="urn:microsoft.com/office/officeart/2005/8/colors/accent3_1" csCatId="accent3" phldr="1"/>
      <dgm:spPr/>
      <dgm:t>
        <a:bodyPr/>
        <a:lstStyle/>
        <a:p>
          <a:endParaRPr lang="en-US"/>
        </a:p>
      </dgm:t>
    </dgm:pt>
    <dgm:pt modelId="{43F4E795-3E37-4FDF-BB2F-42A767606077}">
      <dgm:prSet/>
      <dgm:spPr/>
      <dgm:t>
        <a:bodyPr/>
        <a:lstStyle/>
        <a:p>
          <a:pPr rtl="0"/>
          <a:r>
            <a:rPr lang="en-US" dirty="0" smtClean="0"/>
            <a:t>Indian Independence Act 1947</a:t>
          </a:r>
          <a:endParaRPr lang="en-US" dirty="0"/>
        </a:p>
      </dgm:t>
    </dgm:pt>
    <dgm:pt modelId="{C4A27DDC-4010-4AF7-A76C-DFEF7E0C639E}" type="parTrans" cxnId="{AECD9A1E-C31A-42D6-9D4B-004BED5B9CC6}">
      <dgm:prSet/>
      <dgm:spPr/>
      <dgm:t>
        <a:bodyPr/>
        <a:lstStyle/>
        <a:p>
          <a:endParaRPr lang="en-US"/>
        </a:p>
      </dgm:t>
    </dgm:pt>
    <dgm:pt modelId="{D497CD02-A379-4FDC-ACF3-83A5974C405B}" type="sibTrans" cxnId="{AECD9A1E-C31A-42D6-9D4B-004BED5B9CC6}">
      <dgm:prSet/>
      <dgm:spPr/>
      <dgm:t>
        <a:bodyPr/>
        <a:lstStyle/>
        <a:p>
          <a:endParaRPr lang="en-US"/>
        </a:p>
      </dgm:t>
    </dgm:pt>
    <dgm:pt modelId="{9E9DB548-FA02-4D87-A890-8EDE99D57DB6}">
      <dgm:prSet/>
      <dgm:spPr/>
      <dgm:t>
        <a:bodyPr/>
        <a:lstStyle/>
        <a:p>
          <a:pPr rtl="0"/>
          <a:r>
            <a:rPr lang="en-US" dirty="0" smtClean="0"/>
            <a:t>Indian Act 1935 </a:t>
          </a:r>
          <a:endParaRPr lang="en-US" dirty="0"/>
        </a:p>
      </dgm:t>
    </dgm:pt>
    <dgm:pt modelId="{59952961-EF20-446F-A6A7-84ADBB7BCAE4}" type="parTrans" cxnId="{80080A84-76F3-4B0D-AF36-3846C43F0AB3}">
      <dgm:prSet/>
      <dgm:spPr/>
      <dgm:t>
        <a:bodyPr/>
        <a:lstStyle/>
        <a:p>
          <a:endParaRPr lang="en-US"/>
        </a:p>
      </dgm:t>
    </dgm:pt>
    <dgm:pt modelId="{59BE3ED0-AC77-44F8-8E4C-FB6AC28DF32E}" type="sibTrans" cxnId="{80080A84-76F3-4B0D-AF36-3846C43F0AB3}">
      <dgm:prSet/>
      <dgm:spPr/>
      <dgm:t>
        <a:bodyPr/>
        <a:lstStyle/>
        <a:p>
          <a:endParaRPr lang="en-US"/>
        </a:p>
      </dgm:t>
    </dgm:pt>
    <dgm:pt modelId="{259A1ACC-A71C-46FA-90F5-C15ED6B9FFB2}">
      <dgm:prSet/>
      <dgm:spPr/>
      <dgm:t>
        <a:bodyPr/>
        <a:lstStyle/>
        <a:p>
          <a:pPr rtl="0"/>
          <a:r>
            <a:rPr lang="en-US" dirty="0" smtClean="0"/>
            <a:t>Bifunctional Constituent Assembly  </a:t>
          </a:r>
          <a:endParaRPr lang="en-US" dirty="0"/>
        </a:p>
      </dgm:t>
    </dgm:pt>
    <dgm:pt modelId="{5578D270-1340-4F36-8BF9-C3DE08B68C0A}" type="parTrans" cxnId="{E7DCB013-EBC0-4981-B9F0-64C07245CD3C}">
      <dgm:prSet/>
      <dgm:spPr/>
      <dgm:t>
        <a:bodyPr/>
        <a:lstStyle/>
        <a:p>
          <a:endParaRPr lang="en-US"/>
        </a:p>
      </dgm:t>
    </dgm:pt>
    <dgm:pt modelId="{1E808EE5-5206-4E87-8FF5-26DD84EB17B0}" type="sibTrans" cxnId="{E7DCB013-EBC0-4981-B9F0-64C07245CD3C}">
      <dgm:prSet/>
      <dgm:spPr/>
      <dgm:t>
        <a:bodyPr/>
        <a:lstStyle/>
        <a:p>
          <a:endParaRPr lang="en-US"/>
        </a:p>
      </dgm:t>
    </dgm:pt>
    <dgm:pt modelId="{D585615F-520F-45C1-BE55-BA4DABE40C33}" type="pres">
      <dgm:prSet presAssocID="{42EEE7CA-7E0C-4DA2-915C-6B6F5E8CD022}" presName="hierChild1" presStyleCnt="0">
        <dgm:presLayoutVars>
          <dgm:orgChart val="1"/>
          <dgm:chPref val="1"/>
          <dgm:dir/>
          <dgm:animOne val="branch"/>
          <dgm:animLvl val="lvl"/>
          <dgm:resizeHandles/>
        </dgm:presLayoutVars>
      </dgm:prSet>
      <dgm:spPr/>
      <dgm:t>
        <a:bodyPr/>
        <a:lstStyle/>
        <a:p>
          <a:endParaRPr lang="en-US"/>
        </a:p>
      </dgm:t>
    </dgm:pt>
    <dgm:pt modelId="{6DBA7613-8B03-4415-ABE4-5180619F3F13}" type="pres">
      <dgm:prSet presAssocID="{43F4E795-3E37-4FDF-BB2F-42A767606077}" presName="hierRoot1" presStyleCnt="0">
        <dgm:presLayoutVars>
          <dgm:hierBranch val="init"/>
        </dgm:presLayoutVars>
      </dgm:prSet>
      <dgm:spPr/>
    </dgm:pt>
    <dgm:pt modelId="{9B168097-FA01-4666-871F-FE40AE78C871}" type="pres">
      <dgm:prSet presAssocID="{43F4E795-3E37-4FDF-BB2F-42A767606077}" presName="rootComposite1" presStyleCnt="0"/>
      <dgm:spPr/>
    </dgm:pt>
    <dgm:pt modelId="{12D9E906-B753-4F7A-A0BC-F0FB7D2EDE52}" type="pres">
      <dgm:prSet presAssocID="{43F4E795-3E37-4FDF-BB2F-42A767606077}" presName="rootText1" presStyleLbl="node0" presStyleIdx="0" presStyleCnt="1">
        <dgm:presLayoutVars>
          <dgm:chPref val="3"/>
        </dgm:presLayoutVars>
      </dgm:prSet>
      <dgm:spPr/>
      <dgm:t>
        <a:bodyPr/>
        <a:lstStyle/>
        <a:p>
          <a:endParaRPr lang="en-US"/>
        </a:p>
      </dgm:t>
    </dgm:pt>
    <dgm:pt modelId="{AD7359E0-6736-49DB-9DB5-A7EDA55AB527}" type="pres">
      <dgm:prSet presAssocID="{43F4E795-3E37-4FDF-BB2F-42A767606077}" presName="rootConnector1" presStyleLbl="node1" presStyleIdx="0" presStyleCnt="0"/>
      <dgm:spPr/>
      <dgm:t>
        <a:bodyPr/>
        <a:lstStyle/>
        <a:p>
          <a:endParaRPr lang="en-US"/>
        </a:p>
      </dgm:t>
    </dgm:pt>
    <dgm:pt modelId="{40370EBA-08F1-4994-AF45-6767749D31A5}" type="pres">
      <dgm:prSet presAssocID="{43F4E795-3E37-4FDF-BB2F-42A767606077}" presName="hierChild2" presStyleCnt="0"/>
      <dgm:spPr/>
    </dgm:pt>
    <dgm:pt modelId="{7E3AA489-6A02-483E-A88F-97139495D413}" type="pres">
      <dgm:prSet presAssocID="{59952961-EF20-446F-A6A7-84ADBB7BCAE4}" presName="Name37" presStyleLbl="parChTrans1D2" presStyleIdx="0" presStyleCnt="2"/>
      <dgm:spPr/>
      <dgm:t>
        <a:bodyPr/>
        <a:lstStyle/>
        <a:p>
          <a:endParaRPr lang="en-US"/>
        </a:p>
      </dgm:t>
    </dgm:pt>
    <dgm:pt modelId="{4AC4BFBB-01A2-41EE-93D6-CB2AB53244FB}" type="pres">
      <dgm:prSet presAssocID="{9E9DB548-FA02-4D87-A890-8EDE99D57DB6}" presName="hierRoot2" presStyleCnt="0">
        <dgm:presLayoutVars>
          <dgm:hierBranch val="init"/>
        </dgm:presLayoutVars>
      </dgm:prSet>
      <dgm:spPr/>
    </dgm:pt>
    <dgm:pt modelId="{488B357A-0DC1-4CB1-8EB2-849F798253FB}" type="pres">
      <dgm:prSet presAssocID="{9E9DB548-FA02-4D87-A890-8EDE99D57DB6}" presName="rootComposite" presStyleCnt="0"/>
      <dgm:spPr/>
    </dgm:pt>
    <dgm:pt modelId="{2CC6FE0D-704D-484F-AEB5-C63C519C1B52}" type="pres">
      <dgm:prSet presAssocID="{9E9DB548-FA02-4D87-A890-8EDE99D57DB6}" presName="rootText" presStyleLbl="node2" presStyleIdx="0" presStyleCnt="2">
        <dgm:presLayoutVars>
          <dgm:chPref val="3"/>
        </dgm:presLayoutVars>
      </dgm:prSet>
      <dgm:spPr/>
      <dgm:t>
        <a:bodyPr/>
        <a:lstStyle/>
        <a:p>
          <a:endParaRPr lang="en-US"/>
        </a:p>
      </dgm:t>
    </dgm:pt>
    <dgm:pt modelId="{6EC588CA-9A8D-4C63-80C9-F1EDCD503FDC}" type="pres">
      <dgm:prSet presAssocID="{9E9DB548-FA02-4D87-A890-8EDE99D57DB6}" presName="rootConnector" presStyleLbl="node2" presStyleIdx="0" presStyleCnt="2"/>
      <dgm:spPr/>
      <dgm:t>
        <a:bodyPr/>
        <a:lstStyle/>
        <a:p>
          <a:endParaRPr lang="en-US"/>
        </a:p>
      </dgm:t>
    </dgm:pt>
    <dgm:pt modelId="{90A3612B-81C5-40F2-83B3-678467BA863E}" type="pres">
      <dgm:prSet presAssocID="{9E9DB548-FA02-4D87-A890-8EDE99D57DB6}" presName="hierChild4" presStyleCnt="0"/>
      <dgm:spPr/>
    </dgm:pt>
    <dgm:pt modelId="{7AC3C788-4870-42BC-9B8F-E804B16609EC}" type="pres">
      <dgm:prSet presAssocID="{9E9DB548-FA02-4D87-A890-8EDE99D57DB6}" presName="hierChild5" presStyleCnt="0"/>
      <dgm:spPr/>
    </dgm:pt>
    <dgm:pt modelId="{80FB24F8-DF95-4452-BDC5-FD2F902CFE43}" type="pres">
      <dgm:prSet presAssocID="{5578D270-1340-4F36-8BF9-C3DE08B68C0A}" presName="Name37" presStyleLbl="parChTrans1D2" presStyleIdx="1" presStyleCnt="2"/>
      <dgm:spPr/>
      <dgm:t>
        <a:bodyPr/>
        <a:lstStyle/>
        <a:p>
          <a:endParaRPr lang="en-US"/>
        </a:p>
      </dgm:t>
    </dgm:pt>
    <dgm:pt modelId="{6DECE934-D2F5-4344-AECE-A487C6ADBF53}" type="pres">
      <dgm:prSet presAssocID="{259A1ACC-A71C-46FA-90F5-C15ED6B9FFB2}" presName="hierRoot2" presStyleCnt="0">
        <dgm:presLayoutVars>
          <dgm:hierBranch val="init"/>
        </dgm:presLayoutVars>
      </dgm:prSet>
      <dgm:spPr/>
    </dgm:pt>
    <dgm:pt modelId="{29DC1C6C-89E8-4F7C-9210-7B018F168B87}" type="pres">
      <dgm:prSet presAssocID="{259A1ACC-A71C-46FA-90F5-C15ED6B9FFB2}" presName="rootComposite" presStyleCnt="0"/>
      <dgm:spPr/>
    </dgm:pt>
    <dgm:pt modelId="{BC181467-F0C1-4B43-A6C0-0B0C4DE500FF}" type="pres">
      <dgm:prSet presAssocID="{259A1ACC-A71C-46FA-90F5-C15ED6B9FFB2}" presName="rootText" presStyleLbl="node2" presStyleIdx="1" presStyleCnt="2">
        <dgm:presLayoutVars>
          <dgm:chPref val="3"/>
        </dgm:presLayoutVars>
      </dgm:prSet>
      <dgm:spPr/>
      <dgm:t>
        <a:bodyPr/>
        <a:lstStyle/>
        <a:p>
          <a:endParaRPr lang="en-US"/>
        </a:p>
      </dgm:t>
    </dgm:pt>
    <dgm:pt modelId="{668F3A62-44E1-42BF-9980-2AF1C4CEC407}" type="pres">
      <dgm:prSet presAssocID="{259A1ACC-A71C-46FA-90F5-C15ED6B9FFB2}" presName="rootConnector" presStyleLbl="node2" presStyleIdx="1" presStyleCnt="2"/>
      <dgm:spPr/>
      <dgm:t>
        <a:bodyPr/>
        <a:lstStyle/>
        <a:p>
          <a:endParaRPr lang="en-US"/>
        </a:p>
      </dgm:t>
    </dgm:pt>
    <dgm:pt modelId="{32920C02-DF55-400D-867D-131C10044320}" type="pres">
      <dgm:prSet presAssocID="{259A1ACC-A71C-46FA-90F5-C15ED6B9FFB2}" presName="hierChild4" presStyleCnt="0"/>
      <dgm:spPr/>
    </dgm:pt>
    <dgm:pt modelId="{37ACB87A-E5B6-40DC-A626-4715E100520B}" type="pres">
      <dgm:prSet presAssocID="{259A1ACC-A71C-46FA-90F5-C15ED6B9FFB2}" presName="hierChild5" presStyleCnt="0"/>
      <dgm:spPr/>
    </dgm:pt>
    <dgm:pt modelId="{9DF362C9-B0F7-4022-BC4F-1FDF8E0913AC}" type="pres">
      <dgm:prSet presAssocID="{43F4E795-3E37-4FDF-BB2F-42A767606077}" presName="hierChild3" presStyleCnt="0"/>
      <dgm:spPr/>
    </dgm:pt>
  </dgm:ptLst>
  <dgm:cxnLst>
    <dgm:cxn modelId="{1D6B6E44-D431-43EE-9D08-7C061ED189C9}" type="presOf" srcId="{43F4E795-3E37-4FDF-BB2F-42A767606077}" destId="{12D9E906-B753-4F7A-A0BC-F0FB7D2EDE52}" srcOrd="0" destOrd="0" presId="urn:microsoft.com/office/officeart/2005/8/layout/orgChart1"/>
    <dgm:cxn modelId="{AECD9A1E-C31A-42D6-9D4B-004BED5B9CC6}" srcId="{42EEE7CA-7E0C-4DA2-915C-6B6F5E8CD022}" destId="{43F4E795-3E37-4FDF-BB2F-42A767606077}" srcOrd="0" destOrd="0" parTransId="{C4A27DDC-4010-4AF7-A76C-DFEF7E0C639E}" sibTransId="{D497CD02-A379-4FDC-ACF3-83A5974C405B}"/>
    <dgm:cxn modelId="{A4281EE9-E24E-4116-A195-B0F2E9920C34}" type="presOf" srcId="{9E9DB548-FA02-4D87-A890-8EDE99D57DB6}" destId="{6EC588CA-9A8D-4C63-80C9-F1EDCD503FDC}" srcOrd="1" destOrd="0" presId="urn:microsoft.com/office/officeart/2005/8/layout/orgChart1"/>
    <dgm:cxn modelId="{713D3360-A48A-4C5C-A96D-40ADA041ABDD}" type="presOf" srcId="{59952961-EF20-446F-A6A7-84ADBB7BCAE4}" destId="{7E3AA489-6A02-483E-A88F-97139495D413}" srcOrd="0" destOrd="0" presId="urn:microsoft.com/office/officeart/2005/8/layout/orgChart1"/>
    <dgm:cxn modelId="{80080A84-76F3-4B0D-AF36-3846C43F0AB3}" srcId="{43F4E795-3E37-4FDF-BB2F-42A767606077}" destId="{9E9DB548-FA02-4D87-A890-8EDE99D57DB6}" srcOrd="0" destOrd="0" parTransId="{59952961-EF20-446F-A6A7-84ADBB7BCAE4}" sibTransId="{59BE3ED0-AC77-44F8-8E4C-FB6AC28DF32E}"/>
    <dgm:cxn modelId="{BB74F784-0632-47CB-B227-C40B10DA9465}" type="presOf" srcId="{5578D270-1340-4F36-8BF9-C3DE08B68C0A}" destId="{80FB24F8-DF95-4452-BDC5-FD2F902CFE43}" srcOrd="0" destOrd="0" presId="urn:microsoft.com/office/officeart/2005/8/layout/orgChart1"/>
    <dgm:cxn modelId="{58C10F9F-0954-4530-80A1-BC321D237A4A}" type="presOf" srcId="{9E9DB548-FA02-4D87-A890-8EDE99D57DB6}" destId="{2CC6FE0D-704D-484F-AEB5-C63C519C1B52}" srcOrd="0" destOrd="0" presId="urn:microsoft.com/office/officeart/2005/8/layout/orgChart1"/>
    <dgm:cxn modelId="{6A5AA4C9-4CA6-4ABA-BC45-DCAB9D4B488A}" type="presOf" srcId="{259A1ACC-A71C-46FA-90F5-C15ED6B9FFB2}" destId="{668F3A62-44E1-42BF-9980-2AF1C4CEC407}" srcOrd="1" destOrd="0" presId="urn:microsoft.com/office/officeart/2005/8/layout/orgChart1"/>
    <dgm:cxn modelId="{A9831427-C031-4253-876E-7E0119FE55B2}" type="presOf" srcId="{43F4E795-3E37-4FDF-BB2F-42A767606077}" destId="{AD7359E0-6736-49DB-9DB5-A7EDA55AB527}" srcOrd="1" destOrd="0" presId="urn:microsoft.com/office/officeart/2005/8/layout/orgChart1"/>
    <dgm:cxn modelId="{E7DCB013-EBC0-4981-B9F0-64C07245CD3C}" srcId="{43F4E795-3E37-4FDF-BB2F-42A767606077}" destId="{259A1ACC-A71C-46FA-90F5-C15ED6B9FFB2}" srcOrd="1" destOrd="0" parTransId="{5578D270-1340-4F36-8BF9-C3DE08B68C0A}" sibTransId="{1E808EE5-5206-4E87-8FF5-26DD84EB17B0}"/>
    <dgm:cxn modelId="{82615E0F-2F74-4D7E-9CDD-AB3A08DC697E}" type="presOf" srcId="{42EEE7CA-7E0C-4DA2-915C-6B6F5E8CD022}" destId="{D585615F-520F-45C1-BE55-BA4DABE40C33}" srcOrd="0" destOrd="0" presId="urn:microsoft.com/office/officeart/2005/8/layout/orgChart1"/>
    <dgm:cxn modelId="{1AC4225D-E32A-4E0A-AB02-EE3DAD0E3969}" type="presOf" srcId="{259A1ACC-A71C-46FA-90F5-C15ED6B9FFB2}" destId="{BC181467-F0C1-4B43-A6C0-0B0C4DE500FF}" srcOrd="0" destOrd="0" presId="urn:microsoft.com/office/officeart/2005/8/layout/orgChart1"/>
    <dgm:cxn modelId="{0ABF2FCA-1865-4148-9441-37080C34EA67}" type="presParOf" srcId="{D585615F-520F-45C1-BE55-BA4DABE40C33}" destId="{6DBA7613-8B03-4415-ABE4-5180619F3F13}" srcOrd="0" destOrd="0" presId="urn:microsoft.com/office/officeart/2005/8/layout/orgChart1"/>
    <dgm:cxn modelId="{B1E2C3B0-7EAE-4004-A3DF-84DBD53D7A24}" type="presParOf" srcId="{6DBA7613-8B03-4415-ABE4-5180619F3F13}" destId="{9B168097-FA01-4666-871F-FE40AE78C871}" srcOrd="0" destOrd="0" presId="urn:microsoft.com/office/officeart/2005/8/layout/orgChart1"/>
    <dgm:cxn modelId="{26EB1102-34D2-486C-97B2-E788930C4F4F}" type="presParOf" srcId="{9B168097-FA01-4666-871F-FE40AE78C871}" destId="{12D9E906-B753-4F7A-A0BC-F0FB7D2EDE52}" srcOrd="0" destOrd="0" presId="urn:microsoft.com/office/officeart/2005/8/layout/orgChart1"/>
    <dgm:cxn modelId="{C9B2069E-BE72-4847-A880-60B4DB280ABC}" type="presParOf" srcId="{9B168097-FA01-4666-871F-FE40AE78C871}" destId="{AD7359E0-6736-49DB-9DB5-A7EDA55AB527}" srcOrd="1" destOrd="0" presId="urn:microsoft.com/office/officeart/2005/8/layout/orgChart1"/>
    <dgm:cxn modelId="{71ECECD5-D9A9-45C3-B8BC-EE9130CE736B}" type="presParOf" srcId="{6DBA7613-8B03-4415-ABE4-5180619F3F13}" destId="{40370EBA-08F1-4994-AF45-6767749D31A5}" srcOrd="1" destOrd="0" presId="urn:microsoft.com/office/officeart/2005/8/layout/orgChart1"/>
    <dgm:cxn modelId="{AB9C0E29-B0EE-4B7B-9185-59D6C1177463}" type="presParOf" srcId="{40370EBA-08F1-4994-AF45-6767749D31A5}" destId="{7E3AA489-6A02-483E-A88F-97139495D413}" srcOrd="0" destOrd="0" presId="urn:microsoft.com/office/officeart/2005/8/layout/orgChart1"/>
    <dgm:cxn modelId="{37AC3729-8B31-461B-B633-D0C99A28B210}" type="presParOf" srcId="{40370EBA-08F1-4994-AF45-6767749D31A5}" destId="{4AC4BFBB-01A2-41EE-93D6-CB2AB53244FB}" srcOrd="1" destOrd="0" presId="urn:microsoft.com/office/officeart/2005/8/layout/orgChart1"/>
    <dgm:cxn modelId="{713C6DCC-5965-4898-9130-7A7F93413AF8}" type="presParOf" srcId="{4AC4BFBB-01A2-41EE-93D6-CB2AB53244FB}" destId="{488B357A-0DC1-4CB1-8EB2-849F798253FB}" srcOrd="0" destOrd="0" presId="urn:microsoft.com/office/officeart/2005/8/layout/orgChart1"/>
    <dgm:cxn modelId="{545571D9-DD88-4DCC-9DE5-39AE0FC56EA9}" type="presParOf" srcId="{488B357A-0DC1-4CB1-8EB2-849F798253FB}" destId="{2CC6FE0D-704D-484F-AEB5-C63C519C1B52}" srcOrd="0" destOrd="0" presId="urn:microsoft.com/office/officeart/2005/8/layout/orgChart1"/>
    <dgm:cxn modelId="{73058B9F-220E-4453-AD84-3C712DDCD4F7}" type="presParOf" srcId="{488B357A-0DC1-4CB1-8EB2-849F798253FB}" destId="{6EC588CA-9A8D-4C63-80C9-F1EDCD503FDC}" srcOrd="1" destOrd="0" presId="urn:microsoft.com/office/officeart/2005/8/layout/orgChart1"/>
    <dgm:cxn modelId="{88B34915-1124-490F-BB5D-002E3C64E495}" type="presParOf" srcId="{4AC4BFBB-01A2-41EE-93D6-CB2AB53244FB}" destId="{90A3612B-81C5-40F2-83B3-678467BA863E}" srcOrd="1" destOrd="0" presId="urn:microsoft.com/office/officeart/2005/8/layout/orgChart1"/>
    <dgm:cxn modelId="{D916E05E-7BEC-4340-BE61-6C264300C1BB}" type="presParOf" srcId="{4AC4BFBB-01A2-41EE-93D6-CB2AB53244FB}" destId="{7AC3C788-4870-42BC-9B8F-E804B16609EC}" srcOrd="2" destOrd="0" presId="urn:microsoft.com/office/officeart/2005/8/layout/orgChart1"/>
    <dgm:cxn modelId="{77AF816B-EB8E-4624-B7D4-72B8E83A9E25}" type="presParOf" srcId="{40370EBA-08F1-4994-AF45-6767749D31A5}" destId="{80FB24F8-DF95-4452-BDC5-FD2F902CFE43}" srcOrd="2" destOrd="0" presId="urn:microsoft.com/office/officeart/2005/8/layout/orgChart1"/>
    <dgm:cxn modelId="{658607DC-05BC-44DE-ACE2-5601AD4A1EAF}" type="presParOf" srcId="{40370EBA-08F1-4994-AF45-6767749D31A5}" destId="{6DECE934-D2F5-4344-AECE-A487C6ADBF53}" srcOrd="3" destOrd="0" presId="urn:microsoft.com/office/officeart/2005/8/layout/orgChart1"/>
    <dgm:cxn modelId="{14A9782D-0F6B-40CB-BD54-D7560DB01FF4}" type="presParOf" srcId="{6DECE934-D2F5-4344-AECE-A487C6ADBF53}" destId="{29DC1C6C-89E8-4F7C-9210-7B018F168B87}" srcOrd="0" destOrd="0" presId="urn:microsoft.com/office/officeart/2005/8/layout/orgChart1"/>
    <dgm:cxn modelId="{3B38C78F-DB26-4B10-A321-360349B0F38D}" type="presParOf" srcId="{29DC1C6C-89E8-4F7C-9210-7B018F168B87}" destId="{BC181467-F0C1-4B43-A6C0-0B0C4DE500FF}" srcOrd="0" destOrd="0" presId="urn:microsoft.com/office/officeart/2005/8/layout/orgChart1"/>
    <dgm:cxn modelId="{58EAF3F3-6867-48C2-B588-F5721EEFC998}" type="presParOf" srcId="{29DC1C6C-89E8-4F7C-9210-7B018F168B87}" destId="{668F3A62-44E1-42BF-9980-2AF1C4CEC407}" srcOrd="1" destOrd="0" presId="urn:microsoft.com/office/officeart/2005/8/layout/orgChart1"/>
    <dgm:cxn modelId="{742D61E1-17DB-4EE3-9C1E-CB9DCD81B6F8}" type="presParOf" srcId="{6DECE934-D2F5-4344-AECE-A487C6ADBF53}" destId="{32920C02-DF55-400D-867D-131C10044320}" srcOrd="1" destOrd="0" presId="urn:microsoft.com/office/officeart/2005/8/layout/orgChart1"/>
    <dgm:cxn modelId="{68C34EF0-1300-440C-9750-234D49496B0C}" type="presParOf" srcId="{6DECE934-D2F5-4344-AECE-A487C6ADBF53}" destId="{37ACB87A-E5B6-40DC-A626-4715E100520B}" srcOrd="2" destOrd="0" presId="urn:microsoft.com/office/officeart/2005/8/layout/orgChart1"/>
    <dgm:cxn modelId="{D4F32018-1643-4813-B8A6-C404ADE47954}" type="presParOf" srcId="{6DBA7613-8B03-4415-ABE4-5180619F3F13}" destId="{9DF362C9-B0F7-4022-BC4F-1FDF8E0913AC}" srcOrd="2" destOrd="0" presId="urn:microsoft.com/office/officeart/2005/8/layout/orgChar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8F6DA37B-1525-4744-9CA2-ADB16B78020D}" type="doc">
      <dgm:prSet loTypeId="urn:microsoft.com/office/officeart/2005/8/layout/hList1" loCatId="list" qsTypeId="urn:microsoft.com/office/officeart/2005/8/quickstyle/simple1" qsCatId="simple" csTypeId="urn:microsoft.com/office/officeart/2005/8/colors/accent1_2" csCatId="accent1" phldr="1"/>
      <dgm:spPr/>
      <dgm:t>
        <a:bodyPr/>
        <a:lstStyle/>
        <a:p>
          <a:endParaRPr lang="en-US"/>
        </a:p>
      </dgm:t>
    </dgm:pt>
    <dgm:pt modelId="{EA29338B-E6F9-4CD2-9BE9-05C513D181C9}">
      <dgm:prSet custT="1"/>
      <dgm:spPr/>
      <dgm:t>
        <a:bodyPr/>
        <a:lstStyle/>
        <a:p>
          <a:pPr rtl="0"/>
          <a:r>
            <a:rPr lang="en-US" sz="2800" dirty="0" smtClean="0"/>
            <a:t>BACKGROUND: </a:t>
          </a:r>
          <a:r>
            <a:rPr lang="en-US" sz="4000" b="1" dirty="0" smtClean="0">
              <a:solidFill>
                <a:srgbClr val="FF0000"/>
              </a:solidFill>
            </a:rPr>
            <a:t>First</a:t>
          </a:r>
          <a:r>
            <a:rPr lang="en-US" sz="2800" dirty="0" smtClean="0"/>
            <a:t> Constitution of Pakistan </a:t>
          </a:r>
          <a:endParaRPr lang="en-US" sz="2800" dirty="0"/>
        </a:p>
      </dgm:t>
    </dgm:pt>
    <dgm:pt modelId="{A8FAF7C6-3899-4287-AB80-B82DB42E0377}" type="parTrans" cxnId="{6E739C51-6818-408A-AE26-34DA0A3F072D}">
      <dgm:prSet/>
      <dgm:spPr/>
      <dgm:t>
        <a:bodyPr/>
        <a:lstStyle/>
        <a:p>
          <a:endParaRPr lang="en-US"/>
        </a:p>
      </dgm:t>
    </dgm:pt>
    <dgm:pt modelId="{E9180591-C2E0-4648-801C-31D9017F2449}" type="sibTrans" cxnId="{6E739C51-6818-408A-AE26-34DA0A3F072D}">
      <dgm:prSet/>
      <dgm:spPr/>
      <dgm:t>
        <a:bodyPr/>
        <a:lstStyle/>
        <a:p>
          <a:endParaRPr lang="en-US"/>
        </a:p>
      </dgm:t>
    </dgm:pt>
    <dgm:pt modelId="{D0808898-DC9F-446F-A32F-F42A8DB7A8D4}" type="pres">
      <dgm:prSet presAssocID="{8F6DA37B-1525-4744-9CA2-ADB16B78020D}" presName="Name0" presStyleCnt="0">
        <dgm:presLayoutVars>
          <dgm:dir/>
          <dgm:animLvl val="lvl"/>
          <dgm:resizeHandles val="exact"/>
        </dgm:presLayoutVars>
      </dgm:prSet>
      <dgm:spPr/>
      <dgm:t>
        <a:bodyPr/>
        <a:lstStyle/>
        <a:p>
          <a:endParaRPr lang="en-US"/>
        </a:p>
      </dgm:t>
    </dgm:pt>
    <dgm:pt modelId="{C60187CA-90E3-4954-AC70-A9D2916D3045}" type="pres">
      <dgm:prSet presAssocID="{EA29338B-E6F9-4CD2-9BE9-05C513D181C9}" presName="composite" presStyleCnt="0"/>
      <dgm:spPr/>
    </dgm:pt>
    <dgm:pt modelId="{89979928-EC68-43A0-8FA0-BA5A8F9F85F9}" type="pres">
      <dgm:prSet presAssocID="{EA29338B-E6F9-4CD2-9BE9-05C513D181C9}" presName="parTx" presStyleLbl="alignNode1" presStyleIdx="0" presStyleCnt="1">
        <dgm:presLayoutVars>
          <dgm:chMax val="0"/>
          <dgm:chPref val="0"/>
          <dgm:bulletEnabled val="1"/>
        </dgm:presLayoutVars>
      </dgm:prSet>
      <dgm:spPr/>
      <dgm:t>
        <a:bodyPr/>
        <a:lstStyle/>
        <a:p>
          <a:endParaRPr lang="en-US"/>
        </a:p>
      </dgm:t>
    </dgm:pt>
    <dgm:pt modelId="{8F12CCB7-2EB8-4B64-8BC1-0D315B7AD683}" type="pres">
      <dgm:prSet presAssocID="{EA29338B-E6F9-4CD2-9BE9-05C513D181C9}" presName="desTx" presStyleLbl="alignAccFollowNode1" presStyleIdx="0" presStyleCnt="1">
        <dgm:presLayoutVars>
          <dgm:bulletEnabled val="1"/>
        </dgm:presLayoutVars>
      </dgm:prSet>
      <dgm:spPr/>
    </dgm:pt>
  </dgm:ptLst>
  <dgm:cxnLst>
    <dgm:cxn modelId="{0BC5B824-6E20-4464-8E29-EA1627FD8406}" type="presOf" srcId="{EA29338B-E6F9-4CD2-9BE9-05C513D181C9}" destId="{89979928-EC68-43A0-8FA0-BA5A8F9F85F9}" srcOrd="0" destOrd="0" presId="urn:microsoft.com/office/officeart/2005/8/layout/hList1"/>
    <dgm:cxn modelId="{6E739C51-6818-408A-AE26-34DA0A3F072D}" srcId="{8F6DA37B-1525-4744-9CA2-ADB16B78020D}" destId="{EA29338B-E6F9-4CD2-9BE9-05C513D181C9}" srcOrd="0" destOrd="0" parTransId="{A8FAF7C6-3899-4287-AB80-B82DB42E0377}" sibTransId="{E9180591-C2E0-4648-801C-31D9017F2449}"/>
    <dgm:cxn modelId="{3ACD8C60-4941-4706-A21A-959DC6667963}" type="presOf" srcId="{8F6DA37B-1525-4744-9CA2-ADB16B78020D}" destId="{D0808898-DC9F-446F-A32F-F42A8DB7A8D4}" srcOrd="0" destOrd="0" presId="urn:microsoft.com/office/officeart/2005/8/layout/hList1"/>
    <dgm:cxn modelId="{A86EE84B-A7E5-4528-BCEC-A3E129EF6067}" type="presParOf" srcId="{D0808898-DC9F-446F-A32F-F42A8DB7A8D4}" destId="{C60187CA-90E3-4954-AC70-A9D2916D3045}" srcOrd="0" destOrd="0" presId="urn:microsoft.com/office/officeart/2005/8/layout/hList1"/>
    <dgm:cxn modelId="{4974888D-2A23-4717-9254-CF992909A71D}" type="presParOf" srcId="{C60187CA-90E3-4954-AC70-A9D2916D3045}" destId="{89979928-EC68-43A0-8FA0-BA5A8F9F85F9}" srcOrd="0" destOrd="0" presId="urn:microsoft.com/office/officeart/2005/8/layout/hList1"/>
    <dgm:cxn modelId="{C3A5F47E-300A-4C48-ABEE-6144ED192072}" type="presParOf" srcId="{C60187CA-90E3-4954-AC70-A9D2916D3045}" destId="{8F12CCB7-2EB8-4B64-8BC1-0D315B7AD683}" srcOrd="1" destOrd="0" presId="urn:microsoft.com/office/officeart/2005/8/layout/hList1"/>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C89C89C0-C953-4DC4-B5B1-E3166A673B77}" type="doc">
      <dgm:prSet loTypeId="urn:microsoft.com/office/officeart/2005/8/layout/vList2" loCatId="list" qsTypeId="urn:microsoft.com/office/officeart/2005/8/quickstyle/simple3" qsCatId="simple" csTypeId="urn:microsoft.com/office/officeart/2005/8/colors/accent0_3" csCatId="mainScheme" phldr="1"/>
      <dgm:spPr/>
      <dgm:t>
        <a:bodyPr/>
        <a:lstStyle/>
        <a:p>
          <a:endParaRPr lang="en-US"/>
        </a:p>
      </dgm:t>
    </dgm:pt>
    <dgm:pt modelId="{5C8CE84E-CB64-4548-B35C-E4A67AEA19B7}">
      <dgm:prSet/>
      <dgm:spPr/>
      <dgm:t>
        <a:bodyPr/>
        <a:lstStyle/>
        <a:p>
          <a:pPr algn="ctr" rtl="0"/>
          <a:r>
            <a:rPr lang="en-US" dirty="0" smtClean="0"/>
            <a:t>Sources: Constitutions </a:t>
          </a:r>
          <a:br>
            <a:rPr lang="en-US" dirty="0" smtClean="0"/>
          </a:br>
          <a:r>
            <a:rPr lang="en-US" dirty="0" smtClean="0"/>
            <a:t>of Pakistan</a:t>
          </a:r>
          <a:endParaRPr lang="en-US" dirty="0"/>
        </a:p>
      </dgm:t>
    </dgm:pt>
    <dgm:pt modelId="{D199724A-0CCB-4687-ACEF-9BCE51954BF3}" type="parTrans" cxnId="{90B3D870-5C66-4EE3-8620-3034D840F31A}">
      <dgm:prSet/>
      <dgm:spPr/>
      <dgm:t>
        <a:bodyPr/>
        <a:lstStyle/>
        <a:p>
          <a:endParaRPr lang="en-US"/>
        </a:p>
      </dgm:t>
    </dgm:pt>
    <dgm:pt modelId="{BB920C6F-2E69-4C5D-81FE-53EC51DDBB71}" type="sibTrans" cxnId="{90B3D870-5C66-4EE3-8620-3034D840F31A}">
      <dgm:prSet/>
      <dgm:spPr/>
      <dgm:t>
        <a:bodyPr/>
        <a:lstStyle/>
        <a:p>
          <a:endParaRPr lang="en-US"/>
        </a:p>
      </dgm:t>
    </dgm:pt>
    <dgm:pt modelId="{9AF64DA5-62A3-4DBF-8F58-4BC1BF8C5CFE}" type="pres">
      <dgm:prSet presAssocID="{C89C89C0-C953-4DC4-B5B1-E3166A673B77}" presName="linear" presStyleCnt="0">
        <dgm:presLayoutVars>
          <dgm:animLvl val="lvl"/>
          <dgm:resizeHandles val="exact"/>
        </dgm:presLayoutVars>
      </dgm:prSet>
      <dgm:spPr/>
      <dgm:t>
        <a:bodyPr/>
        <a:lstStyle/>
        <a:p>
          <a:endParaRPr lang="en-US"/>
        </a:p>
      </dgm:t>
    </dgm:pt>
    <dgm:pt modelId="{2F7F011C-4504-451E-976F-C792E3D2C0A3}" type="pres">
      <dgm:prSet presAssocID="{5C8CE84E-CB64-4548-B35C-E4A67AEA19B7}" presName="parentText" presStyleLbl="node1" presStyleIdx="0" presStyleCnt="1" custLinFactNeighborX="-5085" custLinFactNeighborY="8195">
        <dgm:presLayoutVars>
          <dgm:chMax val="0"/>
          <dgm:bulletEnabled val="1"/>
        </dgm:presLayoutVars>
      </dgm:prSet>
      <dgm:spPr/>
      <dgm:t>
        <a:bodyPr/>
        <a:lstStyle/>
        <a:p>
          <a:endParaRPr lang="en-US"/>
        </a:p>
      </dgm:t>
    </dgm:pt>
  </dgm:ptLst>
  <dgm:cxnLst>
    <dgm:cxn modelId="{90B3D870-5C66-4EE3-8620-3034D840F31A}" srcId="{C89C89C0-C953-4DC4-B5B1-E3166A673B77}" destId="{5C8CE84E-CB64-4548-B35C-E4A67AEA19B7}" srcOrd="0" destOrd="0" parTransId="{D199724A-0CCB-4687-ACEF-9BCE51954BF3}" sibTransId="{BB920C6F-2E69-4C5D-81FE-53EC51DDBB71}"/>
    <dgm:cxn modelId="{BB859BD9-ABA5-4FA0-BE02-3B6A9DF456CD}" type="presOf" srcId="{5C8CE84E-CB64-4548-B35C-E4A67AEA19B7}" destId="{2F7F011C-4504-451E-976F-C792E3D2C0A3}" srcOrd="0" destOrd="0" presId="urn:microsoft.com/office/officeart/2005/8/layout/vList2"/>
    <dgm:cxn modelId="{09226770-53C5-4C85-A7C5-FC7730E89037}" type="presOf" srcId="{C89C89C0-C953-4DC4-B5B1-E3166A673B77}" destId="{9AF64DA5-62A3-4DBF-8F58-4BC1BF8C5CFE}" srcOrd="0" destOrd="0" presId="urn:microsoft.com/office/officeart/2005/8/layout/vList2"/>
    <dgm:cxn modelId="{D96BF541-CDF9-4901-AAD1-F1F9D48CFF50}" type="presParOf" srcId="{9AF64DA5-62A3-4DBF-8F58-4BC1BF8C5CFE}" destId="{2F7F011C-4504-451E-976F-C792E3D2C0A3}" srcOrd="0"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1699D346-4DB8-4A07-B558-1CE30373C89B}" type="doc">
      <dgm:prSet loTypeId="urn:microsoft.com/office/officeart/2009/layout/CirclePictureHierarchy" loCatId="hierarchy" qsTypeId="urn:microsoft.com/office/officeart/2005/8/quickstyle/simple1" qsCatId="simple" csTypeId="urn:microsoft.com/office/officeart/2005/8/colors/accent1_2" csCatId="accent1" phldr="1"/>
      <dgm:spPr/>
      <dgm:t>
        <a:bodyPr/>
        <a:lstStyle/>
        <a:p>
          <a:endParaRPr lang="en-US"/>
        </a:p>
      </dgm:t>
    </dgm:pt>
    <dgm:pt modelId="{62AB640E-8005-4076-A155-347B55505553}">
      <dgm:prSet/>
      <dgm:spPr/>
      <dgm:t>
        <a:bodyPr/>
        <a:lstStyle/>
        <a:p>
          <a:pPr rtl="0"/>
          <a:r>
            <a:rPr lang="en-US" dirty="0" smtClean="0"/>
            <a:t>Holy Quran</a:t>
          </a:r>
          <a:endParaRPr lang="en-US" dirty="0"/>
        </a:p>
      </dgm:t>
    </dgm:pt>
    <dgm:pt modelId="{597F9FFB-DB65-4788-AA23-8517DFF73B48}" type="parTrans" cxnId="{9FDB183A-A997-4CBF-9C66-C94EA8616D56}">
      <dgm:prSet/>
      <dgm:spPr/>
      <dgm:t>
        <a:bodyPr/>
        <a:lstStyle/>
        <a:p>
          <a:endParaRPr lang="en-US"/>
        </a:p>
      </dgm:t>
    </dgm:pt>
    <dgm:pt modelId="{329DFEED-3560-4F10-BD56-00F3AF19F6D6}" type="sibTrans" cxnId="{9FDB183A-A997-4CBF-9C66-C94EA8616D56}">
      <dgm:prSet/>
      <dgm:spPr/>
      <dgm:t>
        <a:bodyPr/>
        <a:lstStyle/>
        <a:p>
          <a:endParaRPr lang="en-US"/>
        </a:p>
      </dgm:t>
    </dgm:pt>
    <dgm:pt modelId="{6AC6C27C-7598-4D03-AD4C-1D47BDFAE164}">
      <dgm:prSet/>
      <dgm:spPr/>
      <dgm:t>
        <a:bodyPr/>
        <a:lstStyle/>
        <a:p>
          <a:pPr rtl="0"/>
          <a:r>
            <a:rPr lang="en-US" dirty="0" smtClean="0"/>
            <a:t>Sunnah</a:t>
          </a:r>
          <a:endParaRPr lang="en-US" dirty="0"/>
        </a:p>
      </dgm:t>
    </dgm:pt>
    <dgm:pt modelId="{66D5F609-3C26-4693-AB1F-93F878C7143E}" type="parTrans" cxnId="{407B2688-2D37-44E7-B36E-D50E961F3787}">
      <dgm:prSet/>
      <dgm:spPr/>
      <dgm:t>
        <a:bodyPr/>
        <a:lstStyle/>
        <a:p>
          <a:endParaRPr lang="en-US"/>
        </a:p>
      </dgm:t>
    </dgm:pt>
    <dgm:pt modelId="{99121B5A-42E4-4A83-BCFA-F8AA68F551E3}" type="sibTrans" cxnId="{407B2688-2D37-44E7-B36E-D50E961F3787}">
      <dgm:prSet/>
      <dgm:spPr/>
      <dgm:t>
        <a:bodyPr/>
        <a:lstStyle/>
        <a:p>
          <a:endParaRPr lang="en-US"/>
        </a:p>
      </dgm:t>
    </dgm:pt>
    <dgm:pt modelId="{F4BC404E-FB50-46C0-83C9-E32623A8BD2F}">
      <dgm:prSet/>
      <dgm:spPr/>
      <dgm:t>
        <a:bodyPr/>
        <a:lstStyle/>
        <a:p>
          <a:pPr rtl="0"/>
          <a:r>
            <a:rPr lang="en-US" dirty="0" smtClean="0"/>
            <a:t>Objectives Resolution</a:t>
          </a:r>
          <a:endParaRPr lang="en-US" dirty="0"/>
        </a:p>
      </dgm:t>
    </dgm:pt>
    <dgm:pt modelId="{6DD32835-3FBF-45ED-9CEB-3960A9691353}" type="parTrans" cxnId="{7684C348-DEAD-4915-B9B2-C45A68D14AAC}">
      <dgm:prSet/>
      <dgm:spPr/>
      <dgm:t>
        <a:bodyPr/>
        <a:lstStyle/>
        <a:p>
          <a:endParaRPr lang="en-US"/>
        </a:p>
      </dgm:t>
    </dgm:pt>
    <dgm:pt modelId="{D3850EC1-DC9F-4226-B81B-9D2C18C38D5D}" type="sibTrans" cxnId="{7684C348-DEAD-4915-B9B2-C45A68D14AAC}">
      <dgm:prSet/>
      <dgm:spPr/>
      <dgm:t>
        <a:bodyPr/>
        <a:lstStyle/>
        <a:p>
          <a:endParaRPr lang="en-US"/>
        </a:p>
      </dgm:t>
    </dgm:pt>
    <dgm:pt modelId="{2DADC2CD-5F3E-44CD-80D5-0827FA73D59C}" type="pres">
      <dgm:prSet presAssocID="{1699D346-4DB8-4A07-B558-1CE30373C89B}" presName="hierChild1" presStyleCnt="0">
        <dgm:presLayoutVars>
          <dgm:chPref val="1"/>
          <dgm:dir/>
          <dgm:animOne val="branch"/>
          <dgm:animLvl val="lvl"/>
          <dgm:resizeHandles/>
        </dgm:presLayoutVars>
      </dgm:prSet>
      <dgm:spPr/>
      <dgm:t>
        <a:bodyPr/>
        <a:lstStyle/>
        <a:p>
          <a:endParaRPr lang="en-US"/>
        </a:p>
      </dgm:t>
    </dgm:pt>
    <dgm:pt modelId="{010C8049-1A89-4120-9D08-2AF3DAF3C39F}" type="pres">
      <dgm:prSet presAssocID="{62AB640E-8005-4076-A155-347B55505553}" presName="hierRoot1" presStyleCnt="0"/>
      <dgm:spPr/>
    </dgm:pt>
    <dgm:pt modelId="{C9CB403E-81BC-43C6-A46F-726A44A46C3D}" type="pres">
      <dgm:prSet presAssocID="{62AB640E-8005-4076-A155-347B55505553}" presName="composite" presStyleCnt="0"/>
      <dgm:spPr/>
    </dgm:pt>
    <dgm:pt modelId="{7495F21E-FA55-433B-948F-7238F62FDA87}" type="pres">
      <dgm:prSet presAssocID="{62AB640E-8005-4076-A155-347B55505553}" presName="image" presStyleLbl="node0" presStyleIdx="0" presStyleCnt="1"/>
      <dgm:spPr/>
    </dgm:pt>
    <dgm:pt modelId="{4D50ABDD-45A3-40D6-BB7B-3F1A5AB27BC3}" type="pres">
      <dgm:prSet presAssocID="{62AB640E-8005-4076-A155-347B55505553}" presName="text" presStyleLbl="revTx" presStyleIdx="0" presStyleCnt="3">
        <dgm:presLayoutVars>
          <dgm:chPref val="3"/>
        </dgm:presLayoutVars>
      </dgm:prSet>
      <dgm:spPr/>
      <dgm:t>
        <a:bodyPr/>
        <a:lstStyle/>
        <a:p>
          <a:endParaRPr lang="en-US"/>
        </a:p>
      </dgm:t>
    </dgm:pt>
    <dgm:pt modelId="{C5291727-72D4-48DB-BCD7-E8E46F5FE2BB}" type="pres">
      <dgm:prSet presAssocID="{62AB640E-8005-4076-A155-347B55505553}" presName="hierChild2" presStyleCnt="0"/>
      <dgm:spPr/>
    </dgm:pt>
    <dgm:pt modelId="{82D6346E-B16B-4709-A78B-5856937964DE}" type="pres">
      <dgm:prSet presAssocID="{66D5F609-3C26-4693-AB1F-93F878C7143E}" presName="Name10" presStyleLbl="parChTrans1D2" presStyleIdx="0" presStyleCnt="2"/>
      <dgm:spPr/>
      <dgm:t>
        <a:bodyPr/>
        <a:lstStyle/>
        <a:p>
          <a:endParaRPr lang="en-US"/>
        </a:p>
      </dgm:t>
    </dgm:pt>
    <dgm:pt modelId="{2ACCB3B0-0208-4BB4-8672-F089B653AB1A}" type="pres">
      <dgm:prSet presAssocID="{6AC6C27C-7598-4D03-AD4C-1D47BDFAE164}" presName="hierRoot2" presStyleCnt="0"/>
      <dgm:spPr/>
    </dgm:pt>
    <dgm:pt modelId="{CA3B956B-ECBB-4CCD-A181-63E8ED42FE8D}" type="pres">
      <dgm:prSet presAssocID="{6AC6C27C-7598-4D03-AD4C-1D47BDFAE164}" presName="composite2" presStyleCnt="0"/>
      <dgm:spPr/>
    </dgm:pt>
    <dgm:pt modelId="{5033160D-96E9-49C7-9DE4-FC507E8FD56E}" type="pres">
      <dgm:prSet presAssocID="{6AC6C27C-7598-4D03-AD4C-1D47BDFAE164}" presName="image2" presStyleLbl="node2" presStyleIdx="0" presStyleCnt="2"/>
      <dgm:spPr/>
    </dgm:pt>
    <dgm:pt modelId="{6DAD9281-B53A-488F-8106-0B3E56CF0DEB}" type="pres">
      <dgm:prSet presAssocID="{6AC6C27C-7598-4D03-AD4C-1D47BDFAE164}" presName="text2" presStyleLbl="revTx" presStyleIdx="1" presStyleCnt="3">
        <dgm:presLayoutVars>
          <dgm:chPref val="3"/>
        </dgm:presLayoutVars>
      </dgm:prSet>
      <dgm:spPr/>
      <dgm:t>
        <a:bodyPr/>
        <a:lstStyle/>
        <a:p>
          <a:endParaRPr lang="en-US"/>
        </a:p>
      </dgm:t>
    </dgm:pt>
    <dgm:pt modelId="{394BB2B5-436B-4F5A-99F0-2B8CE67F1D6F}" type="pres">
      <dgm:prSet presAssocID="{6AC6C27C-7598-4D03-AD4C-1D47BDFAE164}" presName="hierChild3" presStyleCnt="0"/>
      <dgm:spPr/>
    </dgm:pt>
    <dgm:pt modelId="{94FF509F-E935-412E-92CA-0C6CBD08BADA}" type="pres">
      <dgm:prSet presAssocID="{6DD32835-3FBF-45ED-9CEB-3960A9691353}" presName="Name10" presStyleLbl="parChTrans1D2" presStyleIdx="1" presStyleCnt="2"/>
      <dgm:spPr/>
      <dgm:t>
        <a:bodyPr/>
        <a:lstStyle/>
        <a:p>
          <a:endParaRPr lang="en-US"/>
        </a:p>
      </dgm:t>
    </dgm:pt>
    <dgm:pt modelId="{DAFF83CB-5E07-460D-A5B0-8DEC36919A3F}" type="pres">
      <dgm:prSet presAssocID="{F4BC404E-FB50-46C0-83C9-E32623A8BD2F}" presName="hierRoot2" presStyleCnt="0"/>
      <dgm:spPr/>
    </dgm:pt>
    <dgm:pt modelId="{1B197A03-B92A-4C0F-8C08-7D61CBA24529}" type="pres">
      <dgm:prSet presAssocID="{F4BC404E-FB50-46C0-83C9-E32623A8BD2F}" presName="composite2" presStyleCnt="0"/>
      <dgm:spPr/>
    </dgm:pt>
    <dgm:pt modelId="{5FD02A4E-DBFB-45B3-AA8B-D29826B3B039}" type="pres">
      <dgm:prSet presAssocID="{F4BC404E-FB50-46C0-83C9-E32623A8BD2F}" presName="image2" presStyleLbl="node2" presStyleIdx="1" presStyleCnt="2"/>
      <dgm:spPr/>
    </dgm:pt>
    <dgm:pt modelId="{355AD8B9-DE72-4149-A4DC-F253AB6AA16D}" type="pres">
      <dgm:prSet presAssocID="{F4BC404E-FB50-46C0-83C9-E32623A8BD2F}" presName="text2" presStyleLbl="revTx" presStyleIdx="2" presStyleCnt="3">
        <dgm:presLayoutVars>
          <dgm:chPref val="3"/>
        </dgm:presLayoutVars>
      </dgm:prSet>
      <dgm:spPr/>
      <dgm:t>
        <a:bodyPr/>
        <a:lstStyle/>
        <a:p>
          <a:endParaRPr lang="en-US"/>
        </a:p>
      </dgm:t>
    </dgm:pt>
    <dgm:pt modelId="{15F4C4F7-AEC1-42DF-9CAA-27983E5532A4}" type="pres">
      <dgm:prSet presAssocID="{F4BC404E-FB50-46C0-83C9-E32623A8BD2F}" presName="hierChild3" presStyleCnt="0"/>
      <dgm:spPr/>
    </dgm:pt>
  </dgm:ptLst>
  <dgm:cxnLst>
    <dgm:cxn modelId="{E644079D-F90F-4B3C-8230-F7C2ED14B35D}" type="presOf" srcId="{62AB640E-8005-4076-A155-347B55505553}" destId="{4D50ABDD-45A3-40D6-BB7B-3F1A5AB27BC3}" srcOrd="0" destOrd="0" presId="urn:microsoft.com/office/officeart/2009/layout/CirclePictureHierarchy"/>
    <dgm:cxn modelId="{0DB36096-2EC7-4320-BEA3-6527801519C9}" type="presOf" srcId="{66D5F609-3C26-4693-AB1F-93F878C7143E}" destId="{82D6346E-B16B-4709-A78B-5856937964DE}" srcOrd="0" destOrd="0" presId="urn:microsoft.com/office/officeart/2009/layout/CirclePictureHierarchy"/>
    <dgm:cxn modelId="{08DE4F52-0B45-460B-B7E3-5143D50FB1D4}" type="presOf" srcId="{1699D346-4DB8-4A07-B558-1CE30373C89B}" destId="{2DADC2CD-5F3E-44CD-80D5-0827FA73D59C}" srcOrd="0" destOrd="0" presId="urn:microsoft.com/office/officeart/2009/layout/CirclePictureHierarchy"/>
    <dgm:cxn modelId="{37466E21-B22B-4CDE-AA28-9E48A3685404}" type="presOf" srcId="{F4BC404E-FB50-46C0-83C9-E32623A8BD2F}" destId="{355AD8B9-DE72-4149-A4DC-F253AB6AA16D}" srcOrd="0" destOrd="0" presId="urn:microsoft.com/office/officeart/2009/layout/CirclePictureHierarchy"/>
    <dgm:cxn modelId="{9FDB183A-A997-4CBF-9C66-C94EA8616D56}" srcId="{1699D346-4DB8-4A07-B558-1CE30373C89B}" destId="{62AB640E-8005-4076-A155-347B55505553}" srcOrd="0" destOrd="0" parTransId="{597F9FFB-DB65-4788-AA23-8517DFF73B48}" sibTransId="{329DFEED-3560-4F10-BD56-00F3AF19F6D6}"/>
    <dgm:cxn modelId="{407B2688-2D37-44E7-B36E-D50E961F3787}" srcId="{62AB640E-8005-4076-A155-347B55505553}" destId="{6AC6C27C-7598-4D03-AD4C-1D47BDFAE164}" srcOrd="0" destOrd="0" parTransId="{66D5F609-3C26-4693-AB1F-93F878C7143E}" sibTransId="{99121B5A-42E4-4A83-BCFA-F8AA68F551E3}"/>
    <dgm:cxn modelId="{5F17B571-B05B-4699-A4F0-94C852C452EB}" type="presOf" srcId="{6DD32835-3FBF-45ED-9CEB-3960A9691353}" destId="{94FF509F-E935-412E-92CA-0C6CBD08BADA}" srcOrd="0" destOrd="0" presId="urn:microsoft.com/office/officeart/2009/layout/CirclePictureHierarchy"/>
    <dgm:cxn modelId="{7684C348-DEAD-4915-B9B2-C45A68D14AAC}" srcId="{62AB640E-8005-4076-A155-347B55505553}" destId="{F4BC404E-FB50-46C0-83C9-E32623A8BD2F}" srcOrd="1" destOrd="0" parTransId="{6DD32835-3FBF-45ED-9CEB-3960A9691353}" sibTransId="{D3850EC1-DC9F-4226-B81B-9D2C18C38D5D}"/>
    <dgm:cxn modelId="{687CE457-076E-410F-A51F-06FA440FB71A}" type="presOf" srcId="{6AC6C27C-7598-4D03-AD4C-1D47BDFAE164}" destId="{6DAD9281-B53A-488F-8106-0B3E56CF0DEB}" srcOrd="0" destOrd="0" presId="urn:microsoft.com/office/officeart/2009/layout/CirclePictureHierarchy"/>
    <dgm:cxn modelId="{95B5DD79-F8F4-4350-A6EF-B34803341DE1}" type="presParOf" srcId="{2DADC2CD-5F3E-44CD-80D5-0827FA73D59C}" destId="{010C8049-1A89-4120-9D08-2AF3DAF3C39F}" srcOrd="0" destOrd="0" presId="urn:microsoft.com/office/officeart/2009/layout/CirclePictureHierarchy"/>
    <dgm:cxn modelId="{896626D2-15E9-4883-B572-A047AB7DD22F}" type="presParOf" srcId="{010C8049-1A89-4120-9D08-2AF3DAF3C39F}" destId="{C9CB403E-81BC-43C6-A46F-726A44A46C3D}" srcOrd="0" destOrd="0" presId="urn:microsoft.com/office/officeart/2009/layout/CirclePictureHierarchy"/>
    <dgm:cxn modelId="{B99CE3FC-83B7-4CE5-A8D1-5EE6594CE581}" type="presParOf" srcId="{C9CB403E-81BC-43C6-A46F-726A44A46C3D}" destId="{7495F21E-FA55-433B-948F-7238F62FDA87}" srcOrd="0" destOrd="0" presId="urn:microsoft.com/office/officeart/2009/layout/CirclePictureHierarchy"/>
    <dgm:cxn modelId="{179683BA-4979-4A37-B187-D680F50D80B5}" type="presParOf" srcId="{C9CB403E-81BC-43C6-A46F-726A44A46C3D}" destId="{4D50ABDD-45A3-40D6-BB7B-3F1A5AB27BC3}" srcOrd="1" destOrd="0" presId="urn:microsoft.com/office/officeart/2009/layout/CirclePictureHierarchy"/>
    <dgm:cxn modelId="{C687EC46-FFF2-4686-8AA1-BF9D11F4880A}" type="presParOf" srcId="{010C8049-1A89-4120-9D08-2AF3DAF3C39F}" destId="{C5291727-72D4-48DB-BCD7-E8E46F5FE2BB}" srcOrd="1" destOrd="0" presId="urn:microsoft.com/office/officeart/2009/layout/CirclePictureHierarchy"/>
    <dgm:cxn modelId="{DE36157F-5A03-4B37-A9EA-70A2978EA8FC}" type="presParOf" srcId="{C5291727-72D4-48DB-BCD7-E8E46F5FE2BB}" destId="{82D6346E-B16B-4709-A78B-5856937964DE}" srcOrd="0" destOrd="0" presId="urn:microsoft.com/office/officeart/2009/layout/CirclePictureHierarchy"/>
    <dgm:cxn modelId="{EB4C58FE-3A99-4343-AD50-AA267BA7EF07}" type="presParOf" srcId="{C5291727-72D4-48DB-BCD7-E8E46F5FE2BB}" destId="{2ACCB3B0-0208-4BB4-8672-F089B653AB1A}" srcOrd="1" destOrd="0" presId="urn:microsoft.com/office/officeart/2009/layout/CirclePictureHierarchy"/>
    <dgm:cxn modelId="{22F37294-010F-40BF-A679-B8E3B7077EEC}" type="presParOf" srcId="{2ACCB3B0-0208-4BB4-8672-F089B653AB1A}" destId="{CA3B956B-ECBB-4CCD-A181-63E8ED42FE8D}" srcOrd="0" destOrd="0" presId="urn:microsoft.com/office/officeart/2009/layout/CirclePictureHierarchy"/>
    <dgm:cxn modelId="{2D00B9FC-9B61-4E76-8682-D597BD82E2B2}" type="presParOf" srcId="{CA3B956B-ECBB-4CCD-A181-63E8ED42FE8D}" destId="{5033160D-96E9-49C7-9DE4-FC507E8FD56E}" srcOrd="0" destOrd="0" presId="urn:microsoft.com/office/officeart/2009/layout/CirclePictureHierarchy"/>
    <dgm:cxn modelId="{7DBF82B3-32CA-476E-830A-C682975C3020}" type="presParOf" srcId="{CA3B956B-ECBB-4CCD-A181-63E8ED42FE8D}" destId="{6DAD9281-B53A-488F-8106-0B3E56CF0DEB}" srcOrd="1" destOrd="0" presId="urn:microsoft.com/office/officeart/2009/layout/CirclePictureHierarchy"/>
    <dgm:cxn modelId="{175F77D5-C40E-4311-A543-BA85DB3B98DD}" type="presParOf" srcId="{2ACCB3B0-0208-4BB4-8672-F089B653AB1A}" destId="{394BB2B5-436B-4F5A-99F0-2B8CE67F1D6F}" srcOrd="1" destOrd="0" presId="urn:microsoft.com/office/officeart/2009/layout/CirclePictureHierarchy"/>
    <dgm:cxn modelId="{4BB35FD3-6277-40E5-A568-AE1BD2B7892B}" type="presParOf" srcId="{C5291727-72D4-48DB-BCD7-E8E46F5FE2BB}" destId="{94FF509F-E935-412E-92CA-0C6CBD08BADA}" srcOrd="2" destOrd="0" presId="urn:microsoft.com/office/officeart/2009/layout/CirclePictureHierarchy"/>
    <dgm:cxn modelId="{FED5AA5B-41C9-4C93-8DF9-CDAB9A9A8372}" type="presParOf" srcId="{C5291727-72D4-48DB-BCD7-E8E46F5FE2BB}" destId="{DAFF83CB-5E07-460D-A5B0-8DEC36919A3F}" srcOrd="3" destOrd="0" presId="urn:microsoft.com/office/officeart/2009/layout/CirclePictureHierarchy"/>
    <dgm:cxn modelId="{54CF7AFF-2026-4D1A-AD0A-5DCECD640F0C}" type="presParOf" srcId="{DAFF83CB-5E07-460D-A5B0-8DEC36919A3F}" destId="{1B197A03-B92A-4C0F-8C08-7D61CBA24529}" srcOrd="0" destOrd="0" presId="urn:microsoft.com/office/officeart/2009/layout/CirclePictureHierarchy"/>
    <dgm:cxn modelId="{7639847A-3428-4396-88D2-8A73BD7D6E00}" type="presParOf" srcId="{1B197A03-B92A-4C0F-8C08-7D61CBA24529}" destId="{5FD02A4E-DBFB-45B3-AA8B-D29826B3B039}" srcOrd="0" destOrd="0" presId="urn:microsoft.com/office/officeart/2009/layout/CirclePictureHierarchy"/>
    <dgm:cxn modelId="{772B15BA-8772-4665-9C68-16614DAE9BEF}" type="presParOf" srcId="{1B197A03-B92A-4C0F-8C08-7D61CBA24529}" destId="{355AD8B9-DE72-4149-A4DC-F253AB6AA16D}" srcOrd="1" destOrd="0" presId="urn:microsoft.com/office/officeart/2009/layout/CirclePictureHierarchy"/>
    <dgm:cxn modelId="{B57A0703-9D0E-4E87-898C-676CCBB212AE}" type="presParOf" srcId="{DAFF83CB-5E07-460D-A5B0-8DEC36919A3F}" destId="{15F4C4F7-AEC1-42DF-9CAA-27983E5532A4}" srcOrd="1" destOrd="0" presId="urn:microsoft.com/office/officeart/2009/layout/CirclePictureHierarchy"/>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4D9A65A2-D581-4B22-B093-043B61DAFDA5}" type="doc">
      <dgm:prSet loTypeId="urn:microsoft.com/office/officeart/2008/layout/HorizontalMultiLevelHierarchy" loCatId="hierarchy" qsTypeId="urn:microsoft.com/office/officeart/2005/8/quickstyle/simple1" qsCatId="simple" csTypeId="urn:microsoft.com/office/officeart/2005/8/colors/accent2_1" csCatId="accent2"/>
      <dgm:spPr/>
      <dgm:t>
        <a:bodyPr/>
        <a:lstStyle/>
        <a:p>
          <a:endParaRPr lang="en-US"/>
        </a:p>
      </dgm:t>
    </dgm:pt>
    <dgm:pt modelId="{D9B52060-AA6E-47FC-979F-F3A13688EC63}">
      <dgm:prSet/>
      <dgm:spPr/>
      <dgm:t>
        <a:bodyPr/>
        <a:lstStyle/>
        <a:p>
          <a:pPr rtl="0"/>
          <a:r>
            <a:rPr lang="en-US" smtClean="0"/>
            <a:t>Challenges before Constituent Assembly </a:t>
          </a:r>
          <a:endParaRPr lang="en-US"/>
        </a:p>
      </dgm:t>
    </dgm:pt>
    <dgm:pt modelId="{C451113F-1385-48B8-8FC8-1445ECD9429D}" type="parTrans" cxnId="{ABD9D9AC-4FC2-4445-806B-79D779EC2879}">
      <dgm:prSet/>
      <dgm:spPr/>
      <dgm:t>
        <a:bodyPr/>
        <a:lstStyle/>
        <a:p>
          <a:endParaRPr lang="en-US"/>
        </a:p>
      </dgm:t>
    </dgm:pt>
    <dgm:pt modelId="{2DD662BA-0B8D-4F71-9A60-80617D97337F}" type="sibTrans" cxnId="{ABD9D9AC-4FC2-4445-806B-79D779EC2879}">
      <dgm:prSet/>
      <dgm:spPr/>
      <dgm:t>
        <a:bodyPr/>
        <a:lstStyle/>
        <a:p>
          <a:endParaRPr lang="en-US"/>
        </a:p>
      </dgm:t>
    </dgm:pt>
    <dgm:pt modelId="{1C7CF0E3-DC13-4653-9100-49F734ECC094}">
      <dgm:prSet/>
      <dgm:spPr/>
      <dgm:t>
        <a:bodyPr/>
        <a:lstStyle/>
        <a:p>
          <a:pPr rtl="0"/>
          <a:r>
            <a:rPr lang="en-US" dirty="0" smtClean="0"/>
            <a:t>Character of Constitution (</a:t>
          </a:r>
          <a:r>
            <a:rPr lang="en-US" dirty="0" smtClean="0">
              <a:solidFill>
                <a:srgbClr val="FF0000"/>
              </a:solidFill>
            </a:rPr>
            <a:t>Western</a:t>
          </a:r>
          <a:r>
            <a:rPr lang="en-US" dirty="0" smtClean="0"/>
            <a:t> or Islamic)</a:t>
          </a:r>
          <a:endParaRPr lang="en-US" dirty="0"/>
        </a:p>
      </dgm:t>
    </dgm:pt>
    <dgm:pt modelId="{9B0CF177-4534-4318-9811-49AF71308AEC}" type="parTrans" cxnId="{892867E5-5652-4A2C-8DEA-466AA2440BCA}">
      <dgm:prSet/>
      <dgm:spPr/>
      <dgm:t>
        <a:bodyPr/>
        <a:lstStyle/>
        <a:p>
          <a:endParaRPr lang="en-US"/>
        </a:p>
      </dgm:t>
    </dgm:pt>
    <dgm:pt modelId="{0FE28732-BA39-4E96-B951-F183081B44A3}" type="sibTrans" cxnId="{892867E5-5652-4A2C-8DEA-466AA2440BCA}">
      <dgm:prSet/>
      <dgm:spPr/>
      <dgm:t>
        <a:bodyPr/>
        <a:lstStyle/>
        <a:p>
          <a:endParaRPr lang="en-US"/>
        </a:p>
      </dgm:t>
    </dgm:pt>
    <dgm:pt modelId="{B90ED2A2-D511-4FED-9751-E924BE9AA242}">
      <dgm:prSet/>
      <dgm:spPr/>
      <dgm:t>
        <a:bodyPr/>
        <a:lstStyle/>
        <a:p>
          <a:pPr rtl="0"/>
          <a:r>
            <a:rPr lang="en-US" dirty="0" smtClean="0"/>
            <a:t>Distribution (</a:t>
          </a:r>
          <a:r>
            <a:rPr lang="en-US" dirty="0" smtClean="0">
              <a:solidFill>
                <a:srgbClr val="FF0000"/>
              </a:solidFill>
            </a:rPr>
            <a:t>Geographic</a:t>
          </a:r>
          <a:r>
            <a:rPr lang="en-US" dirty="0" smtClean="0"/>
            <a:t> &amp; Representation)</a:t>
          </a:r>
          <a:endParaRPr lang="en-US" dirty="0"/>
        </a:p>
      </dgm:t>
    </dgm:pt>
    <dgm:pt modelId="{F297055E-760B-420E-AD50-8A5A2DB47F14}" type="parTrans" cxnId="{6ED6C9D2-71B6-4CC1-8050-24817FA81EF6}">
      <dgm:prSet/>
      <dgm:spPr/>
      <dgm:t>
        <a:bodyPr/>
        <a:lstStyle/>
        <a:p>
          <a:endParaRPr lang="en-US"/>
        </a:p>
      </dgm:t>
    </dgm:pt>
    <dgm:pt modelId="{3C2EE328-3AE1-49FF-ADEF-EAE1CD7EF293}" type="sibTrans" cxnId="{6ED6C9D2-71B6-4CC1-8050-24817FA81EF6}">
      <dgm:prSet/>
      <dgm:spPr/>
      <dgm:t>
        <a:bodyPr/>
        <a:lstStyle/>
        <a:p>
          <a:endParaRPr lang="en-US"/>
        </a:p>
      </dgm:t>
    </dgm:pt>
    <dgm:pt modelId="{0763E8E5-01E3-49ED-8727-F143BCFDB3B3}">
      <dgm:prSet/>
      <dgm:spPr/>
      <dgm:t>
        <a:bodyPr/>
        <a:lstStyle/>
        <a:p>
          <a:pPr rtl="0"/>
          <a:r>
            <a:rPr lang="en-US" dirty="0" smtClean="0"/>
            <a:t>Language Controversy (Urdu or </a:t>
          </a:r>
          <a:r>
            <a:rPr lang="en-US" dirty="0" smtClean="0">
              <a:solidFill>
                <a:srgbClr val="FF0000"/>
              </a:solidFill>
            </a:rPr>
            <a:t>Bengali</a:t>
          </a:r>
          <a:r>
            <a:rPr lang="en-US" dirty="0" smtClean="0"/>
            <a:t>)</a:t>
          </a:r>
          <a:endParaRPr lang="en-US" dirty="0"/>
        </a:p>
      </dgm:t>
    </dgm:pt>
    <dgm:pt modelId="{26CFC3A7-3EED-4EA0-8577-831809FC1165}" type="parTrans" cxnId="{CFC2E988-B56D-4D61-BECC-24AA40F20F2D}">
      <dgm:prSet/>
      <dgm:spPr/>
      <dgm:t>
        <a:bodyPr/>
        <a:lstStyle/>
        <a:p>
          <a:endParaRPr lang="en-US"/>
        </a:p>
      </dgm:t>
    </dgm:pt>
    <dgm:pt modelId="{442BF9D1-255A-4378-A04F-1FF00E2A5976}" type="sibTrans" cxnId="{CFC2E988-B56D-4D61-BECC-24AA40F20F2D}">
      <dgm:prSet/>
      <dgm:spPr/>
      <dgm:t>
        <a:bodyPr/>
        <a:lstStyle/>
        <a:p>
          <a:endParaRPr lang="en-US"/>
        </a:p>
      </dgm:t>
    </dgm:pt>
    <dgm:pt modelId="{2F611725-73CB-4643-9B13-9260B034565C}">
      <dgm:prSet/>
      <dgm:spPr/>
      <dgm:t>
        <a:bodyPr/>
        <a:lstStyle/>
        <a:p>
          <a:pPr rtl="0"/>
          <a:r>
            <a:rPr lang="en-US" dirty="0" smtClean="0"/>
            <a:t>Form of Govt. (</a:t>
          </a:r>
          <a:r>
            <a:rPr lang="en-US" dirty="0" smtClean="0">
              <a:solidFill>
                <a:srgbClr val="FF0000"/>
              </a:solidFill>
            </a:rPr>
            <a:t>Presidential</a:t>
          </a:r>
          <a:r>
            <a:rPr lang="en-US" dirty="0" smtClean="0"/>
            <a:t> or Parliamentary)</a:t>
          </a:r>
          <a:endParaRPr lang="en-US" dirty="0"/>
        </a:p>
      </dgm:t>
    </dgm:pt>
    <dgm:pt modelId="{B59FF1CE-19B5-48BE-B699-4D8F51CDA268}" type="parTrans" cxnId="{5AAF7EAA-D47A-4BD1-BE48-348E724B56D4}">
      <dgm:prSet/>
      <dgm:spPr/>
      <dgm:t>
        <a:bodyPr/>
        <a:lstStyle/>
        <a:p>
          <a:endParaRPr lang="en-US"/>
        </a:p>
      </dgm:t>
    </dgm:pt>
    <dgm:pt modelId="{7D820B3F-4624-4A94-94A7-91A9C2585196}" type="sibTrans" cxnId="{5AAF7EAA-D47A-4BD1-BE48-348E724B56D4}">
      <dgm:prSet/>
      <dgm:spPr/>
      <dgm:t>
        <a:bodyPr/>
        <a:lstStyle/>
        <a:p>
          <a:endParaRPr lang="en-US"/>
        </a:p>
      </dgm:t>
    </dgm:pt>
    <dgm:pt modelId="{572233CD-7F88-4257-9401-6BB5BB0EE971}" type="pres">
      <dgm:prSet presAssocID="{4D9A65A2-D581-4B22-B093-043B61DAFDA5}" presName="Name0" presStyleCnt="0">
        <dgm:presLayoutVars>
          <dgm:chPref val="1"/>
          <dgm:dir/>
          <dgm:animOne val="branch"/>
          <dgm:animLvl val="lvl"/>
          <dgm:resizeHandles val="exact"/>
        </dgm:presLayoutVars>
      </dgm:prSet>
      <dgm:spPr/>
      <dgm:t>
        <a:bodyPr/>
        <a:lstStyle/>
        <a:p>
          <a:endParaRPr lang="en-US"/>
        </a:p>
      </dgm:t>
    </dgm:pt>
    <dgm:pt modelId="{5D836722-4AC8-4485-8AD8-58ABD62195C7}" type="pres">
      <dgm:prSet presAssocID="{D9B52060-AA6E-47FC-979F-F3A13688EC63}" presName="root1" presStyleCnt="0"/>
      <dgm:spPr/>
    </dgm:pt>
    <dgm:pt modelId="{038FFABE-8797-425E-A287-5A5A77A1252B}" type="pres">
      <dgm:prSet presAssocID="{D9B52060-AA6E-47FC-979F-F3A13688EC63}" presName="LevelOneTextNode" presStyleLbl="node0" presStyleIdx="0" presStyleCnt="1">
        <dgm:presLayoutVars>
          <dgm:chPref val="3"/>
        </dgm:presLayoutVars>
      </dgm:prSet>
      <dgm:spPr/>
      <dgm:t>
        <a:bodyPr/>
        <a:lstStyle/>
        <a:p>
          <a:endParaRPr lang="en-US"/>
        </a:p>
      </dgm:t>
    </dgm:pt>
    <dgm:pt modelId="{CDEC46BF-BA45-4466-9D6C-BCB3F416C198}" type="pres">
      <dgm:prSet presAssocID="{D9B52060-AA6E-47FC-979F-F3A13688EC63}" presName="level2hierChild" presStyleCnt="0"/>
      <dgm:spPr/>
    </dgm:pt>
    <dgm:pt modelId="{3EACCDB6-D1F2-4CB0-BB0E-ED7422DFE8BC}" type="pres">
      <dgm:prSet presAssocID="{9B0CF177-4534-4318-9811-49AF71308AEC}" presName="conn2-1" presStyleLbl="parChTrans1D2" presStyleIdx="0" presStyleCnt="4"/>
      <dgm:spPr/>
      <dgm:t>
        <a:bodyPr/>
        <a:lstStyle/>
        <a:p>
          <a:endParaRPr lang="en-US"/>
        </a:p>
      </dgm:t>
    </dgm:pt>
    <dgm:pt modelId="{9BB01EDF-0EE4-460B-A423-AAB643978C44}" type="pres">
      <dgm:prSet presAssocID="{9B0CF177-4534-4318-9811-49AF71308AEC}" presName="connTx" presStyleLbl="parChTrans1D2" presStyleIdx="0" presStyleCnt="4"/>
      <dgm:spPr/>
      <dgm:t>
        <a:bodyPr/>
        <a:lstStyle/>
        <a:p>
          <a:endParaRPr lang="en-US"/>
        </a:p>
      </dgm:t>
    </dgm:pt>
    <dgm:pt modelId="{41EECE26-C41D-48B3-B76C-0A28C345D9A3}" type="pres">
      <dgm:prSet presAssocID="{1C7CF0E3-DC13-4653-9100-49F734ECC094}" presName="root2" presStyleCnt="0"/>
      <dgm:spPr/>
    </dgm:pt>
    <dgm:pt modelId="{2AE2DF21-0173-40A1-A90C-907DFAC21F47}" type="pres">
      <dgm:prSet presAssocID="{1C7CF0E3-DC13-4653-9100-49F734ECC094}" presName="LevelTwoTextNode" presStyleLbl="node2" presStyleIdx="0" presStyleCnt="4">
        <dgm:presLayoutVars>
          <dgm:chPref val="3"/>
        </dgm:presLayoutVars>
      </dgm:prSet>
      <dgm:spPr/>
      <dgm:t>
        <a:bodyPr/>
        <a:lstStyle/>
        <a:p>
          <a:endParaRPr lang="en-US"/>
        </a:p>
      </dgm:t>
    </dgm:pt>
    <dgm:pt modelId="{D243DE78-BCD0-4AB0-A01B-B0AA5989EF1C}" type="pres">
      <dgm:prSet presAssocID="{1C7CF0E3-DC13-4653-9100-49F734ECC094}" presName="level3hierChild" presStyleCnt="0"/>
      <dgm:spPr/>
    </dgm:pt>
    <dgm:pt modelId="{4DDA3F46-53EB-4E68-B8B9-68DEB47650AB}" type="pres">
      <dgm:prSet presAssocID="{F297055E-760B-420E-AD50-8A5A2DB47F14}" presName="conn2-1" presStyleLbl="parChTrans1D2" presStyleIdx="1" presStyleCnt="4"/>
      <dgm:spPr/>
      <dgm:t>
        <a:bodyPr/>
        <a:lstStyle/>
        <a:p>
          <a:endParaRPr lang="en-US"/>
        </a:p>
      </dgm:t>
    </dgm:pt>
    <dgm:pt modelId="{820D9A6D-D46E-477B-9B90-560086DCB62A}" type="pres">
      <dgm:prSet presAssocID="{F297055E-760B-420E-AD50-8A5A2DB47F14}" presName="connTx" presStyleLbl="parChTrans1D2" presStyleIdx="1" presStyleCnt="4"/>
      <dgm:spPr/>
      <dgm:t>
        <a:bodyPr/>
        <a:lstStyle/>
        <a:p>
          <a:endParaRPr lang="en-US"/>
        </a:p>
      </dgm:t>
    </dgm:pt>
    <dgm:pt modelId="{459D45D1-D583-4008-925A-8F1B98849093}" type="pres">
      <dgm:prSet presAssocID="{B90ED2A2-D511-4FED-9751-E924BE9AA242}" presName="root2" presStyleCnt="0"/>
      <dgm:spPr/>
    </dgm:pt>
    <dgm:pt modelId="{93FAD7EF-85E1-423B-A532-48C5ABBA2AA8}" type="pres">
      <dgm:prSet presAssocID="{B90ED2A2-D511-4FED-9751-E924BE9AA242}" presName="LevelTwoTextNode" presStyleLbl="node2" presStyleIdx="1" presStyleCnt="4">
        <dgm:presLayoutVars>
          <dgm:chPref val="3"/>
        </dgm:presLayoutVars>
      </dgm:prSet>
      <dgm:spPr/>
      <dgm:t>
        <a:bodyPr/>
        <a:lstStyle/>
        <a:p>
          <a:endParaRPr lang="en-US"/>
        </a:p>
      </dgm:t>
    </dgm:pt>
    <dgm:pt modelId="{0D48926A-4F3A-414F-9263-996683D7BE2E}" type="pres">
      <dgm:prSet presAssocID="{B90ED2A2-D511-4FED-9751-E924BE9AA242}" presName="level3hierChild" presStyleCnt="0"/>
      <dgm:spPr/>
    </dgm:pt>
    <dgm:pt modelId="{5DA71C3D-A086-4A27-944C-5ED14ABBA24B}" type="pres">
      <dgm:prSet presAssocID="{26CFC3A7-3EED-4EA0-8577-831809FC1165}" presName="conn2-1" presStyleLbl="parChTrans1D2" presStyleIdx="2" presStyleCnt="4"/>
      <dgm:spPr/>
      <dgm:t>
        <a:bodyPr/>
        <a:lstStyle/>
        <a:p>
          <a:endParaRPr lang="en-US"/>
        </a:p>
      </dgm:t>
    </dgm:pt>
    <dgm:pt modelId="{0ADF4CA9-6322-4CF3-ACFB-631DE242E0F3}" type="pres">
      <dgm:prSet presAssocID="{26CFC3A7-3EED-4EA0-8577-831809FC1165}" presName="connTx" presStyleLbl="parChTrans1D2" presStyleIdx="2" presStyleCnt="4"/>
      <dgm:spPr/>
      <dgm:t>
        <a:bodyPr/>
        <a:lstStyle/>
        <a:p>
          <a:endParaRPr lang="en-US"/>
        </a:p>
      </dgm:t>
    </dgm:pt>
    <dgm:pt modelId="{4EBF572E-3F6F-4622-BF65-41AB4F53B0C3}" type="pres">
      <dgm:prSet presAssocID="{0763E8E5-01E3-49ED-8727-F143BCFDB3B3}" presName="root2" presStyleCnt="0"/>
      <dgm:spPr/>
    </dgm:pt>
    <dgm:pt modelId="{1FAFE5BE-A8CF-4CBF-AD33-ACD5086C34C9}" type="pres">
      <dgm:prSet presAssocID="{0763E8E5-01E3-49ED-8727-F143BCFDB3B3}" presName="LevelTwoTextNode" presStyleLbl="node2" presStyleIdx="2" presStyleCnt="4">
        <dgm:presLayoutVars>
          <dgm:chPref val="3"/>
        </dgm:presLayoutVars>
      </dgm:prSet>
      <dgm:spPr/>
      <dgm:t>
        <a:bodyPr/>
        <a:lstStyle/>
        <a:p>
          <a:endParaRPr lang="en-US"/>
        </a:p>
      </dgm:t>
    </dgm:pt>
    <dgm:pt modelId="{48617B4E-6CB9-4B2B-A9F0-B149AF1A8EC4}" type="pres">
      <dgm:prSet presAssocID="{0763E8E5-01E3-49ED-8727-F143BCFDB3B3}" presName="level3hierChild" presStyleCnt="0"/>
      <dgm:spPr/>
    </dgm:pt>
    <dgm:pt modelId="{9B9304A0-7235-4846-AD71-5D92C96BE6F5}" type="pres">
      <dgm:prSet presAssocID="{B59FF1CE-19B5-48BE-B699-4D8F51CDA268}" presName="conn2-1" presStyleLbl="parChTrans1D2" presStyleIdx="3" presStyleCnt="4"/>
      <dgm:spPr/>
      <dgm:t>
        <a:bodyPr/>
        <a:lstStyle/>
        <a:p>
          <a:endParaRPr lang="en-US"/>
        </a:p>
      </dgm:t>
    </dgm:pt>
    <dgm:pt modelId="{9AA4662B-2BE2-4E25-83DC-CC80D3949430}" type="pres">
      <dgm:prSet presAssocID="{B59FF1CE-19B5-48BE-B699-4D8F51CDA268}" presName="connTx" presStyleLbl="parChTrans1D2" presStyleIdx="3" presStyleCnt="4"/>
      <dgm:spPr/>
      <dgm:t>
        <a:bodyPr/>
        <a:lstStyle/>
        <a:p>
          <a:endParaRPr lang="en-US"/>
        </a:p>
      </dgm:t>
    </dgm:pt>
    <dgm:pt modelId="{4B89B5F2-53BB-433A-A2B3-BDEDE2CD7A76}" type="pres">
      <dgm:prSet presAssocID="{2F611725-73CB-4643-9B13-9260B034565C}" presName="root2" presStyleCnt="0"/>
      <dgm:spPr/>
    </dgm:pt>
    <dgm:pt modelId="{E4BB62D3-AE76-4939-919C-59B91D254315}" type="pres">
      <dgm:prSet presAssocID="{2F611725-73CB-4643-9B13-9260B034565C}" presName="LevelTwoTextNode" presStyleLbl="node2" presStyleIdx="3" presStyleCnt="4">
        <dgm:presLayoutVars>
          <dgm:chPref val="3"/>
        </dgm:presLayoutVars>
      </dgm:prSet>
      <dgm:spPr/>
      <dgm:t>
        <a:bodyPr/>
        <a:lstStyle/>
        <a:p>
          <a:endParaRPr lang="en-US"/>
        </a:p>
      </dgm:t>
    </dgm:pt>
    <dgm:pt modelId="{A77236C9-57A6-439C-A926-FE19E30881B8}" type="pres">
      <dgm:prSet presAssocID="{2F611725-73CB-4643-9B13-9260B034565C}" presName="level3hierChild" presStyleCnt="0"/>
      <dgm:spPr/>
    </dgm:pt>
  </dgm:ptLst>
  <dgm:cxnLst>
    <dgm:cxn modelId="{1403D361-0ABC-483B-8DE1-C6DB03D9AF4C}" type="presOf" srcId="{F297055E-760B-420E-AD50-8A5A2DB47F14}" destId="{4DDA3F46-53EB-4E68-B8B9-68DEB47650AB}" srcOrd="0" destOrd="0" presId="urn:microsoft.com/office/officeart/2008/layout/HorizontalMultiLevelHierarchy"/>
    <dgm:cxn modelId="{1817AEC1-FC35-4349-94BD-27881771DEEA}" type="presOf" srcId="{4D9A65A2-D581-4B22-B093-043B61DAFDA5}" destId="{572233CD-7F88-4257-9401-6BB5BB0EE971}" srcOrd="0" destOrd="0" presId="urn:microsoft.com/office/officeart/2008/layout/HorizontalMultiLevelHierarchy"/>
    <dgm:cxn modelId="{E4DF37B9-6994-450B-835F-415321793E7A}" type="presOf" srcId="{1C7CF0E3-DC13-4653-9100-49F734ECC094}" destId="{2AE2DF21-0173-40A1-A90C-907DFAC21F47}" srcOrd="0" destOrd="0" presId="urn:microsoft.com/office/officeart/2008/layout/HorizontalMultiLevelHierarchy"/>
    <dgm:cxn modelId="{BEB2B7E8-30E1-4A47-9C2A-1E300D200177}" type="presOf" srcId="{26CFC3A7-3EED-4EA0-8577-831809FC1165}" destId="{0ADF4CA9-6322-4CF3-ACFB-631DE242E0F3}" srcOrd="1" destOrd="0" presId="urn:microsoft.com/office/officeart/2008/layout/HorizontalMultiLevelHierarchy"/>
    <dgm:cxn modelId="{ABB13A61-BFBE-4550-B154-9E6CE6D42827}" type="presOf" srcId="{0763E8E5-01E3-49ED-8727-F143BCFDB3B3}" destId="{1FAFE5BE-A8CF-4CBF-AD33-ACD5086C34C9}" srcOrd="0" destOrd="0" presId="urn:microsoft.com/office/officeart/2008/layout/HorizontalMultiLevelHierarchy"/>
    <dgm:cxn modelId="{6711208E-0ACD-40A1-A9F6-7940B394DA64}" type="presOf" srcId="{B90ED2A2-D511-4FED-9751-E924BE9AA242}" destId="{93FAD7EF-85E1-423B-A532-48C5ABBA2AA8}" srcOrd="0" destOrd="0" presId="urn:microsoft.com/office/officeart/2008/layout/HorizontalMultiLevelHierarchy"/>
    <dgm:cxn modelId="{049B8118-E876-4E57-B8B3-046061A2AD0C}" type="presOf" srcId="{9B0CF177-4534-4318-9811-49AF71308AEC}" destId="{9BB01EDF-0EE4-460B-A423-AAB643978C44}" srcOrd="1" destOrd="0" presId="urn:microsoft.com/office/officeart/2008/layout/HorizontalMultiLevelHierarchy"/>
    <dgm:cxn modelId="{ABD9D9AC-4FC2-4445-806B-79D779EC2879}" srcId="{4D9A65A2-D581-4B22-B093-043B61DAFDA5}" destId="{D9B52060-AA6E-47FC-979F-F3A13688EC63}" srcOrd="0" destOrd="0" parTransId="{C451113F-1385-48B8-8FC8-1445ECD9429D}" sibTransId="{2DD662BA-0B8D-4F71-9A60-80617D97337F}"/>
    <dgm:cxn modelId="{0AC7ABCB-8618-436A-B734-CD0C1C266FEA}" type="presOf" srcId="{D9B52060-AA6E-47FC-979F-F3A13688EC63}" destId="{038FFABE-8797-425E-A287-5A5A77A1252B}" srcOrd="0" destOrd="0" presId="urn:microsoft.com/office/officeart/2008/layout/HorizontalMultiLevelHierarchy"/>
    <dgm:cxn modelId="{99B69F93-197B-4730-889E-493CDDDCEC5B}" type="presOf" srcId="{B59FF1CE-19B5-48BE-B699-4D8F51CDA268}" destId="{9AA4662B-2BE2-4E25-83DC-CC80D3949430}" srcOrd="1" destOrd="0" presId="urn:microsoft.com/office/officeart/2008/layout/HorizontalMultiLevelHierarchy"/>
    <dgm:cxn modelId="{5AAF7EAA-D47A-4BD1-BE48-348E724B56D4}" srcId="{D9B52060-AA6E-47FC-979F-F3A13688EC63}" destId="{2F611725-73CB-4643-9B13-9260B034565C}" srcOrd="3" destOrd="0" parTransId="{B59FF1CE-19B5-48BE-B699-4D8F51CDA268}" sibTransId="{7D820B3F-4624-4A94-94A7-91A9C2585196}"/>
    <dgm:cxn modelId="{431BE388-F74D-4933-8D29-4CA512FB06BD}" type="presOf" srcId="{2F611725-73CB-4643-9B13-9260B034565C}" destId="{E4BB62D3-AE76-4939-919C-59B91D254315}" srcOrd="0" destOrd="0" presId="urn:microsoft.com/office/officeart/2008/layout/HorizontalMultiLevelHierarchy"/>
    <dgm:cxn modelId="{3E00D12A-215C-4402-8430-D89A4CA8ED44}" type="presOf" srcId="{26CFC3A7-3EED-4EA0-8577-831809FC1165}" destId="{5DA71C3D-A086-4A27-944C-5ED14ABBA24B}" srcOrd="0" destOrd="0" presId="urn:microsoft.com/office/officeart/2008/layout/HorizontalMultiLevelHierarchy"/>
    <dgm:cxn modelId="{892867E5-5652-4A2C-8DEA-466AA2440BCA}" srcId="{D9B52060-AA6E-47FC-979F-F3A13688EC63}" destId="{1C7CF0E3-DC13-4653-9100-49F734ECC094}" srcOrd="0" destOrd="0" parTransId="{9B0CF177-4534-4318-9811-49AF71308AEC}" sibTransId="{0FE28732-BA39-4E96-B951-F183081B44A3}"/>
    <dgm:cxn modelId="{CFC2E988-B56D-4D61-BECC-24AA40F20F2D}" srcId="{D9B52060-AA6E-47FC-979F-F3A13688EC63}" destId="{0763E8E5-01E3-49ED-8727-F143BCFDB3B3}" srcOrd="2" destOrd="0" parTransId="{26CFC3A7-3EED-4EA0-8577-831809FC1165}" sibTransId="{442BF9D1-255A-4378-A04F-1FF00E2A5976}"/>
    <dgm:cxn modelId="{5CF15544-7AE2-4516-A50E-4323610960C7}" type="presOf" srcId="{9B0CF177-4534-4318-9811-49AF71308AEC}" destId="{3EACCDB6-D1F2-4CB0-BB0E-ED7422DFE8BC}" srcOrd="0" destOrd="0" presId="urn:microsoft.com/office/officeart/2008/layout/HorizontalMultiLevelHierarchy"/>
    <dgm:cxn modelId="{6243ACAB-5953-4326-A65C-C669AD0BAC1C}" type="presOf" srcId="{F297055E-760B-420E-AD50-8A5A2DB47F14}" destId="{820D9A6D-D46E-477B-9B90-560086DCB62A}" srcOrd="1" destOrd="0" presId="urn:microsoft.com/office/officeart/2008/layout/HorizontalMultiLevelHierarchy"/>
    <dgm:cxn modelId="{4D80D207-2F08-4447-8F19-882B8BE5E844}" type="presOf" srcId="{B59FF1CE-19B5-48BE-B699-4D8F51CDA268}" destId="{9B9304A0-7235-4846-AD71-5D92C96BE6F5}" srcOrd="0" destOrd="0" presId="urn:microsoft.com/office/officeart/2008/layout/HorizontalMultiLevelHierarchy"/>
    <dgm:cxn modelId="{6ED6C9D2-71B6-4CC1-8050-24817FA81EF6}" srcId="{D9B52060-AA6E-47FC-979F-F3A13688EC63}" destId="{B90ED2A2-D511-4FED-9751-E924BE9AA242}" srcOrd="1" destOrd="0" parTransId="{F297055E-760B-420E-AD50-8A5A2DB47F14}" sibTransId="{3C2EE328-3AE1-49FF-ADEF-EAE1CD7EF293}"/>
    <dgm:cxn modelId="{89BBA92C-1070-4FF1-8176-6C556788468B}" type="presParOf" srcId="{572233CD-7F88-4257-9401-6BB5BB0EE971}" destId="{5D836722-4AC8-4485-8AD8-58ABD62195C7}" srcOrd="0" destOrd="0" presId="urn:microsoft.com/office/officeart/2008/layout/HorizontalMultiLevelHierarchy"/>
    <dgm:cxn modelId="{5834378F-60E7-4DA5-BF56-BEE91CB24E94}" type="presParOf" srcId="{5D836722-4AC8-4485-8AD8-58ABD62195C7}" destId="{038FFABE-8797-425E-A287-5A5A77A1252B}" srcOrd="0" destOrd="0" presId="urn:microsoft.com/office/officeart/2008/layout/HorizontalMultiLevelHierarchy"/>
    <dgm:cxn modelId="{E0440BB5-D279-4ACA-AB64-BB15331190D0}" type="presParOf" srcId="{5D836722-4AC8-4485-8AD8-58ABD62195C7}" destId="{CDEC46BF-BA45-4466-9D6C-BCB3F416C198}" srcOrd="1" destOrd="0" presId="urn:microsoft.com/office/officeart/2008/layout/HorizontalMultiLevelHierarchy"/>
    <dgm:cxn modelId="{85625526-D5E9-4DB2-AD5E-61D7924FE7C9}" type="presParOf" srcId="{CDEC46BF-BA45-4466-9D6C-BCB3F416C198}" destId="{3EACCDB6-D1F2-4CB0-BB0E-ED7422DFE8BC}" srcOrd="0" destOrd="0" presId="urn:microsoft.com/office/officeart/2008/layout/HorizontalMultiLevelHierarchy"/>
    <dgm:cxn modelId="{4F4D5180-0E17-4C30-9050-EB945540CE3C}" type="presParOf" srcId="{3EACCDB6-D1F2-4CB0-BB0E-ED7422DFE8BC}" destId="{9BB01EDF-0EE4-460B-A423-AAB643978C44}" srcOrd="0" destOrd="0" presId="urn:microsoft.com/office/officeart/2008/layout/HorizontalMultiLevelHierarchy"/>
    <dgm:cxn modelId="{3BA8375E-8A46-4B1F-8481-3728730E2A97}" type="presParOf" srcId="{CDEC46BF-BA45-4466-9D6C-BCB3F416C198}" destId="{41EECE26-C41D-48B3-B76C-0A28C345D9A3}" srcOrd="1" destOrd="0" presId="urn:microsoft.com/office/officeart/2008/layout/HorizontalMultiLevelHierarchy"/>
    <dgm:cxn modelId="{CD0B8DCE-18FF-4A58-B3C6-3A263870794C}" type="presParOf" srcId="{41EECE26-C41D-48B3-B76C-0A28C345D9A3}" destId="{2AE2DF21-0173-40A1-A90C-907DFAC21F47}" srcOrd="0" destOrd="0" presId="urn:microsoft.com/office/officeart/2008/layout/HorizontalMultiLevelHierarchy"/>
    <dgm:cxn modelId="{4CB4C5AF-B98E-4CCC-8C08-3727EA209571}" type="presParOf" srcId="{41EECE26-C41D-48B3-B76C-0A28C345D9A3}" destId="{D243DE78-BCD0-4AB0-A01B-B0AA5989EF1C}" srcOrd="1" destOrd="0" presId="urn:microsoft.com/office/officeart/2008/layout/HorizontalMultiLevelHierarchy"/>
    <dgm:cxn modelId="{ED054F10-4442-42E0-BC43-04405659825E}" type="presParOf" srcId="{CDEC46BF-BA45-4466-9D6C-BCB3F416C198}" destId="{4DDA3F46-53EB-4E68-B8B9-68DEB47650AB}" srcOrd="2" destOrd="0" presId="urn:microsoft.com/office/officeart/2008/layout/HorizontalMultiLevelHierarchy"/>
    <dgm:cxn modelId="{EC388353-AA12-43EF-92A5-48E4778D4F1B}" type="presParOf" srcId="{4DDA3F46-53EB-4E68-B8B9-68DEB47650AB}" destId="{820D9A6D-D46E-477B-9B90-560086DCB62A}" srcOrd="0" destOrd="0" presId="urn:microsoft.com/office/officeart/2008/layout/HorizontalMultiLevelHierarchy"/>
    <dgm:cxn modelId="{CEF442B6-C7C9-442E-946A-E9AF983F5910}" type="presParOf" srcId="{CDEC46BF-BA45-4466-9D6C-BCB3F416C198}" destId="{459D45D1-D583-4008-925A-8F1B98849093}" srcOrd="3" destOrd="0" presId="urn:microsoft.com/office/officeart/2008/layout/HorizontalMultiLevelHierarchy"/>
    <dgm:cxn modelId="{3FE33614-9FBE-4A06-A483-7E49E93EC031}" type="presParOf" srcId="{459D45D1-D583-4008-925A-8F1B98849093}" destId="{93FAD7EF-85E1-423B-A532-48C5ABBA2AA8}" srcOrd="0" destOrd="0" presId="urn:microsoft.com/office/officeart/2008/layout/HorizontalMultiLevelHierarchy"/>
    <dgm:cxn modelId="{927E36F5-644B-4335-850E-4533CDCD7A8C}" type="presParOf" srcId="{459D45D1-D583-4008-925A-8F1B98849093}" destId="{0D48926A-4F3A-414F-9263-996683D7BE2E}" srcOrd="1" destOrd="0" presId="urn:microsoft.com/office/officeart/2008/layout/HorizontalMultiLevelHierarchy"/>
    <dgm:cxn modelId="{474DE7A5-E200-4198-B718-9982F7CCB80B}" type="presParOf" srcId="{CDEC46BF-BA45-4466-9D6C-BCB3F416C198}" destId="{5DA71C3D-A086-4A27-944C-5ED14ABBA24B}" srcOrd="4" destOrd="0" presId="urn:microsoft.com/office/officeart/2008/layout/HorizontalMultiLevelHierarchy"/>
    <dgm:cxn modelId="{79CE8AD5-2C0A-4E20-9AB6-DF5411132839}" type="presParOf" srcId="{5DA71C3D-A086-4A27-944C-5ED14ABBA24B}" destId="{0ADF4CA9-6322-4CF3-ACFB-631DE242E0F3}" srcOrd="0" destOrd="0" presId="urn:microsoft.com/office/officeart/2008/layout/HorizontalMultiLevelHierarchy"/>
    <dgm:cxn modelId="{2AC75D6F-F812-4AA1-96B8-EFDECAAEFE69}" type="presParOf" srcId="{CDEC46BF-BA45-4466-9D6C-BCB3F416C198}" destId="{4EBF572E-3F6F-4622-BF65-41AB4F53B0C3}" srcOrd="5" destOrd="0" presId="urn:microsoft.com/office/officeart/2008/layout/HorizontalMultiLevelHierarchy"/>
    <dgm:cxn modelId="{C4B2AD68-95CB-404F-9EF1-70E6D7380B44}" type="presParOf" srcId="{4EBF572E-3F6F-4622-BF65-41AB4F53B0C3}" destId="{1FAFE5BE-A8CF-4CBF-AD33-ACD5086C34C9}" srcOrd="0" destOrd="0" presId="urn:microsoft.com/office/officeart/2008/layout/HorizontalMultiLevelHierarchy"/>
    <dgm:cxn modelId="{D1173B4A-ACF9-493E-AD40-B20391960D79}" type="presParOf" srcId="{4EBF572E-3F6F-4622-BF65-41AB4F53B0C3}" destId="{48617B4E-6CB9-4B2B-A9F0-B149AF1A8EC4}" srcOrd="1" destOrd="0" presId="urn:microsoft.com/office/officeart/2008/layout/HorizontalMultiLevelHierarchy"/>
    <dgm:cxn modelId="{FDF82AEB-3EF4-4203-9974-9428FA97E688}" type="presParOf" srcId="{CDEC46BF-BA45-4466-9D6C-BCB3F416C198}" destId="{9B9304A0-7235-4846-AD71-5D92C96BE6F5}" srcOrd="6" destOrd="0" presId="urn:microsoft.com/office/officeart/2008/layout/HorizontalMultiLevelHierarchy"/>
    <dgm:cxn modelId="{3ABF4141-7B7D-4967-B16B-2A812BC665AC}" type="presParOf" srcId="{9B9304A0-7235-4846-AD71-5D92C96BE6F5}" destId="{9AA4662B-2BE2-4E25-83DC-CC80D3949430}" srcOrd="0" destOrd="0" presId="urn:microsoft.com/office/officeart/2008/layout/HorizontalMultiLevelHierarchy"/>
    <dgm:cxn modelId="{3CBF6FD2-3C2C-4617-9F93-C993EDCB4C41}" type="presParOf" srcId="{CDEC46BF-BA45-4466-9D6C-BCB3F416C198}" destId="{4B89B5F2-53BB-433A-A2B3-BDEDE2CD7A76}" srcOrd="7" destOrd="0" presId="urn:microsoft.com/office/officeart/2008/layout/HorizontalMultiLevelHierarchy"/>
    <dgm:cxn modelId="{FA65E993-7933-4BD5-8129-DD62768FCA17}" type="presParOf" srcId="{4B89B5F2-53BB-433A-A2B3-BDEDE2CD7A76}" destId="{E4BB62D3-AE76-4939-919C-59B91D254315}" srcOrd="0" destOrd="0" presId="urn:microsoft.com/office/officeart/2008/layout/HorizontalMultiLevelHierarchy"/>
    <dgm:cxn modelId="{789F7186-7884-4A87-8E66-7B83F534E932}" type="presParOf" srcId="{4B89B5F2-53BB-433A-A2B3-BDEDE2CD7A76}" destId="{A77236C9-57A6-439C-A926-FE19E30881B8}" srcOrd="1" destOrd="0" presId="urn:microsoft.com/office/officeart/2008/layout/HorizontalMultiLevelHierarchy"/>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4D9A65A2-D581-4B22-B093-043B61DAFDA5}" type="doc">
      <dgm:prSet loTypeId="urn:microsoft.com/office/officeart/2008/layout/HorizontalMultiLevelHierarchy" loCatId="hierarchy" qsTypeId="urn:microsoft.com/office/officeart/2005/8/quickstyle/simple1" qsCatId="simple" csTypeId="urn:microsoft.com/office/officeart/2005/8/colors/accent2_1" csCatId="accent2"/>
      <dgm:spPr/>
      <dgm:t>
        <a:bodyPr/>
        <a:lstStyle/>
        <a:p>
          <a:endParaRPr lang="en-US"/>
        </a:p>
      </dgm:t>
    </dgm:pt>
    <dgm:pt modelId="{D9B52060-AA6E-47FC-979F-F3A13688EC63}">
      <dgm:prSet/>
      <dgm:spPr/>
      <dgm:t>
        <a:bodyPr/>
        <a:lstStyle/>
        <a:p>
          <a:pPr rtl="0"/>
          <a:r>
            <a:rPr lang="en-US" smtClean="0"/>
            <a:t>Challenges before Constituent Assembly </a:t>
          </a:r>
          <a:endParaRPr lang="en-US"/>
        </a:p>
      </dgm:t>
    </dgm:pt>
    <dgm:pt modelId="{C451113F-1385-48B8-8FC8-1445ECD9429D}" type="parTrans" cxnId="{ABD9D9AC-4FC2-4445-806B-79D779EC2879}">
      <dgm:prSet/>
      <dgm:spPr/>
      <dgm:t>
        <a:bodyPr/>
        <a:lstStyle/>
        <a:p>
          <a:endParaRPr lang="en-US"/>
        </a:p>
      </dgm:t>
    </dgm:pt>
    <dgm:pt modelId="{2DD662BA-0B8D-4F71-9A60-80617D97337F}" type="sibTrans" cxnId="{ABD9D9AC-4FC2-4445-806B-79D779EC2879}">
      <dgm:prSet/>
      <dgm:spPr/>
      <dgm:t>
        <a:bodyPr/>
        <a:lstStyle/>
        <a:p>
          <a:endParaRPr lang="en-US"/>
        </a:p>
      </dgm:t>
    </dgm:pt>
    <dgm:pt modelId="{1C7CF0E3-DC13-4653-9100-49F734ECC094}">
      <dgm:prSet/>
      <dgm:spPr/>
      <dgm:t>
        <a:bodyPr/>
        <a:lstStyle/>
        <a:p>
          <a:pPr rtl="0"/>
          <a:r>
            <a:rPr lang="en-US" dirty="0" smtClean="0"/>
            <a:t>Character of Constitution (</a:t>
          </a:r>
          <a:r>
            <a:rPr lang="en-US" dirty="0" smtClean="0">
              <a:solidFill>
                <a:srgbClr val="FF0000"/>
              </a:solidFill>
            </a:rPr>
            <a:t>Western</a:t>
          </a:r>
          <a:r>
            <a:rPr lang="en-US" dirty="0" smtClean="0"/>
            <a:t> or Islamic)</a:t>
          </a:r>
          <a:endParaRPr lang="en-US" dirty="0"/>
        </a:p>
      </dgm:t>
    </dgm:pt>
    <dgm:pt modelId="{9B0CF177-4534-4318-9811-49AF71308AEC}" type="parTrans" cxnId="{892867E5-5652-4A2C-8DEA-466AA2440BCA}">
      <dgm:prSet/>
      <dgm:spPr/>
      <dgm:t>
        <a:bodyPr/>
        <a:lstStyle/>
        <a:p>
          <a:endParaRPr lang="en-US"/>
        </a:p>
      </dgm:t>
    </dgm:pt>
    <dgm:pt modelId="{0FE28732-BA39-4E96-B951-F183081B44A3}" type="sibTrans" cxnId="{892867E5-5652-4A2C-8DEA-466AA2440BCA}">
      <dgm:prSet/>
      <dgm:spPr/>
      <dgm:t>
        <a:bodyPr/>
        <a:lstStyle/>
        <a:p>
          <a:endParaRPr lang="en-US"/>
        </a:p>
      </dgm:t>
    </dgm:pt>
    <dgm:pt modelId="{B90ED2A2-D511-4FED-9751-E924BE9AA242}">
      <dgm:prSet/>
      <dgm:spPr/>
      <dgm:t>
        <a:bodyPr/>
        <a:lstStyle/>
        <a:p>
          <a:pPr rtl="0"/>
          <a:r>
            <a:rPr lang="en-US" dirty="0" smtClean="0"/>
            <a:t>Distribution (</a:t>
          </a:r>
          <a:r>
            <a:rPr lang="en-US" dirty="0" smtClean="0">
              <a:solidFill>
                <a:srgbClr val="FF0000"/>
              </a:solidFill>
            </a:rPr>
            <a:t>Geographic</a:t>
          </a:r>
          <a:r>
            <a:rPr lang="en-US" dirty="0" smtClean="0"/>
            <a:t> &amp; Representation)</a:t>
          </a:r>
          <a:endParaRPr lang="en-US" dirty="0"/>
        </a:p>
      </dgm:t>
    </dgm:pt>
    <dgm:pt modelId="{F297055E-760B-420E-AD50-8A5A2DB47F14}" type="parTrans" cxnId="{6ED6C9D2-71B6-4CC1-8050-24817FA81EF6}">
      <dgm:prSet/>
      <dgm:spPr/>
      <dgm:t>
        <a:bodyPr/>
        <a:lstStyle/>
        <a:p>
          <a:endParaRPr lang="en-US"/>
        </a:p>
      </dgm:t>
    </dgm:pt>
    <dgm:pt modelId="{3C2EE328-3AE1-49FF-ADEF-EAE1CD7EF293}" type="sibTrans" cxnId="{6ED6C9D2-71B6-4CC1-8050-24817FA81EF6}">
      <dgm:prSet/>
      <dgm:spPr/>
      <dgm:t>
        <a:bodyPr/>
        <a:lstStyle/>
        <a:p>
          <a:endParaRPr lang="en-US"/>
        </a:p>
      </dgm:t>
    </dgm:pt>
    <dgm:pt modelId="{0763E8E5-01E3-49ED-8727-F143BCFDB3B3}">
      <dgm:prSet/>
      <dgm:spPr/>
      <dgm:t>
        <a:bodyPr/>
        <a:lstStyle/>
        <a:p>
          <a:pPr rtl="0"/>
          <a:r>
            <a:rPr lang="en-US" dirty="0" smtClean="0"/>
            <a:t>Language Controversy (Urdu or </a:t>
          </a:r>
          <a:r>
            <a:rPr lang="en-US" dirty="0" smtClean="0">
              <a:solidFill>
                <a:srgbClr val="FF0000"/>
              </a:solidFill>
            </a:rPr>
            <a:t>Bengali</a:t>
          </a:r>
          <a:r>
            <a:rPr lang="en-US" dirty="0" smtClean="0"/>
            <a:t>)</a:t>
          </a:r>
          <a:endParaRPr lang="en-US" dirty="0"/>
        </a:p>
      </dgm:t>
    </dgm:pt>
    <dgm:pt modelId="{26CFC3A7-3EED-4EA0-8577-831809FC1165}" type="parTrans" cxnId="{CFC2E988-B56D-4D61-BECC-24AA40F20F2D}">
      <dgm:prSet/>
      <dgm:spPr/>
      <dgm:t>
        <a:bodyPr/>
        <a:lstStyle/>
        <a:p>
          <a:endParaRPr lang="en-US"/>
        </a:p>
      </dgm:t>
    </dgm:pt>
    <dgm:pt modelId="{442BF9D1-255A-4378-A04F-1FF00E2A5976}" type="sibTrans" cxnId="{CFC2E988-B56D-4D61-BECC-24AA40F20F2D}">
      <dgm:prSet/>
      <dgm:spPr/>
      <dgm:t>
        <a:bodyPr/>
        <a:lstStyle/>
        <a:p>
          <a:endParaRPr lang="en-US"/>
        </a:p>
      </dgm:t>
    </dgm:pt>
    <dgm:pt modelId="{2F611725-73CB-4643-9B13-9260B034565C}">
      <dgm:prSet/>
      <dgm:spPr/>
      <dgm:t>
        <a:bodyPr/>
        <a:lstStyle/>
        <a:p>
          <a:pPr rtl="0"/>
          <a:r>
            <a:rPr lang="en-US" dirty="0" smtClean="0"/>
            <a:t>Form of Govt. (</a:t>
          </a:r>
          <a:r>
            <a:rPr lang="en-US" dirty="0" smtClean="0">
              <a:solidFill>
                <a:srgbClr val="FF0000"/>
              </a:solidFill>
            </a:rPr>
            <a:t>Presidential</a:t>
          </a:r>
          <a:r>
            <a:rPr lang="en-US" dirty="0" smtClean="0"/>
            <a:t> or Parliamentary)</a:t>
          </a:r>
          <a:endParaRPr lang="en-US" dirty="0"/>
        </a:p>
      </dgm:t>
    </dgm:pt>
    <dgm:pt modelId="{B59FF1CE-19B5-48BE-B699-4D8F51CDA268}" type="parTrans" cxnId="{5AAF7EAA-D47A-4BD1-BE48-348E724B56D4}">
      <dgm:prSet/>
      <dgm:spPr/>
      <dgm:t>
        <a:bodyPr/>
        <a:lstStyle/>
        <a:p>
          <a:endParaRPr lang="en-US"/>
        </a:p>
      </dgm:t>
    </dgm:pt>
    <dgm:pt modelId="{7D820B3F-4624-4A94-94A7-91A9C2585196}" type="sibTrans" cxnId="{5AAF7EAA-D47A-4BD1-BE48-348E724B56D4}">
      <dgm:prSet/>
      <dgm:spPr/>
      <dgm:t>
        <a:bodyPr/>
        <a:lstStyle/>
        <a:p>
          <a:endParaRPr lang="en-US"/>
        </a:p>
      </dgm:t>
    </dgm:pt>
    <dgm:pt modelId="{572233CD-7F88-4257-9401-6BB5BB0EE971}" type="pres">
      <dgm:prSet presAssocID="{4D9A65A2-D581-4B22-B093-043B61DAFDA5}" presName="Name0" presStyleCnt="0">
        <dgm:presLayoutVars>
          <dgm:chPref val="1"/>
          <dgm:dir/>
          <dgm:animOne val="branch"/>
          <dgm:animLvl val="lvl"/>
          <dgm:resizeHandles val="exact"/>
        </dgm:presLayoutVars>
      </dgm:prSet>
      <dgm:spPr/>
      <dgm:t>
        <a:bodyPr/>
        <a:lstStyle/>
        <a:p>
          <a:endParaRPr lang="en-US"/>
        </a:p>
      </dgm:t>
    </dgm:pt>
    <dgm:pt modelId="{5D836722-4AC8-4485-8AD8-58ABD62195C7}" type="pres">
      <dgm:prSet presAssocID="{D9B52060-AA6E-47FC-979F-F3A13688EC63}" presName="root1" presStyleCnt="0"/>
      <dgm:spPr/>
    </dgm:pt>
    <dgm:pt modelId="{038FFABE-8797-425E-A287-5A5A77A1252B}" type="pres">
      <dgm:prSet presAssocID="{D9B52060-AA6E-47FC-979F-F3A13688EC63}" presName="LevelOneTextNode" presStyleLbl="node0" presStyleIdx="0" presStyleCnt="1">
        <dgm:presLayoutVars>
          <dgm:chPref val="3"/>
        </dgm:presLayoutVars>
      </dgm:prSet>
      <dgm:spPr/>
      <dgm:t>
        <a:bodyPr/>
        <a:lstStyle/>
        <a:p>
          <a:endParaRPr lang="en-US"/>
        </a:p>
      </dgm:t>
    </dgm:pt>
    <dgm:pt modelId="{CDEC46BF-BA45-4466-9D6C-BCB3F416C198}" type="pres">
      <dgm:prSet presAssocID="{D9B52060-AA6E-47FC-979F-F3A13688EC63}" presName="level2hierChild" presStyleCnt="0"/>
      <dgm:spPr/>
    </dgm:pt>
    <dgm:pt modelId="{3EACCDB6-D1F2-4CB0-BB0E-ED7422DFE8BC}" type="pres">
      <dgm:prSet presAssocID="{9B0CF177-4534-4318-9811-49AF71308AEC}" presName="conn2-1" presStyleLbl="parChTrans1D2" presStyleIdx="0" presStyleCnt="4"/>
      <dgm:spPr/>
      <dgm:t>
        <a:bodyPr/>
        <a:lstStyle/>
        <a:p>
          <a:endParaRPr lang="en-US"/>
        </a:p>
      </dgm:t>
    </dgm:pt>
    <dgm:pt modelId="{9BB01EDF-0EE4-460B-A423-AAB643978C44}" type="pres">
      <dgm:prSet presAssocID="{9B0CF177-4534-4318-9811-49AF71308AEC}" presName="connTx" presStyleLbl="parChTrans1D2" presStyleIdx="0" presStyleCnt="4"/>
      <dgm:spPr/>
      <dgm:t>
        <a:bodyPr/>
        <a:lstStyle/>
        <a:p>
          <a:endParaRPr lang="en-US"/>
        </a:p>
      </dgm:t>
    </dgm:pt>
    <dgm:pt modelId="{41EECE26-C41D-48B3-B76C-0A28C345D9A3}" type="pres">
      <dgm:prSet presAssocID="{1C7CF0E3-DC13-4653-9100-49F734ECC094}" presName="root2" presStyleCnt="0"/>
      <dgm:spPr/>
    </dgm:pt>
    <dgm:pt modelId="{2AE2DF21-0173-40A1-A90C-907DFAC21F47}" type="pres">
      <dgm:prSet presAssocID="{1C7CF0E3-DC13-4653-9100-49F734ECC094}" presName="LevelTwoTextNode" presStyleLbl="node2" presStyleIdx="0" presStyleCnt="4">
        <dgm:presLayoutVars>
          <dgm:chPref val="3"/>
        </dgm:presLayoutVars>
      </dgm:prSet>
      <dgm:spPr/>
      <dgm:t>
        <a:bodyPr/>
        <a:lstStyle/>
        <a:p>
          <a:endParaRPr lang="en-US"/>
        </a:p>
      </dgm:t>
    </dgm:pt>
    <dgm:pt modelId="{D243DE78-BCD0-4AB0-A01B-B0AA5989EF1C}" type="pres">
      <dgm:prSet presAssocID="{1C7CF0E3-DC13-4653-9100-49F734ECC094}" presName="level3hierChild" presStyleCnt="0"/>
      <dgm:spPr/>
    </dgm:pt>
    <dgm:pt modelId="{4DDA3F46-53EB-4E68-B8B9-68DEB47650AB}" type="pres">
      <dgm:prSet presAssocID="{F297055E-760B-420E-AD50-8A5A2DB47F14}" presName="conn2-1" presStyleLbl="parChTrans1D2" presStyleIdx="1" presStyleCnt="4"/>
      <dgm:spPr/>
      <dgm:t>
        <a:bodyPr/>
        <a:lstStyle/>
        <a:p>
          <a:endParaRPr lang="en-US"/>
        </a:p>
      </dgm:t>
    </dgm:pt>
    <dgm:pt modelId="{820D9A6D-D46E-477B-9B90-560086DCB62A}" type="pres">
      <dgm:prSet presAssocID="{F297055E-760B-420E-AD50-8A5A2DB47F14}" presName="connTx" presStyleLbl="parChTrans1D2" presStyleIdx="1" presStyleCnt="4"/>
      <dgm:spPr/>
      <dgm:t>
        <a:bodyPr/>
        <a:lstStyle/>
        <a:p>
          <a:endParaRPr lang="en-US"/>
        </a:p>
      </dgm:t>
    </dgm:pt>
    <dgm:pt modelId="{459D45D1-D583-4008-925A-8F1B98849093}" type="pres">
      <dgm:prSet presAssocID="{B90ED2A2-D511-4FED-9751-E924BE9AA242}" presName="root2" presStyleCnt="0"/>
      <dgm:spPr/>
    </dgm:pt>
    <dgm:pt modelId="{93FAD7EF-85E1-423B-A532-48C5ABBA2AA8}" type="pres">
      <dgm:prSet presAssocID="{B90ED2A2-D511-4FED-9751-E924BE9AA242}" presName="LevelTwoTextNode" presStyleLbl="node2" presStyleIdx="1" presStyleCnt="4">
        <dgm:presLayoutVars>
          <dgm:chPref val="3"/>
        </dgm:presLayoutVars>
      </dgm:prSet>
      <dgm:spPr/>
      <dgm:t>
        <a:bodyPr/>
        <a:lstStyle/>
        <a:p>
          <a:endParaRPr lang="en-US"/>
        </a:p>
      </dgm:t>
    </dgm:pt>
    <dgm:pt modelId="{0D48926A-4F3A-414F-9263-996683D7BE2E}" type="pres">
      <dgm:prSet presAssocID="{B90ED2A2-D511-4FED-9751-E924BE9AA242}" presName="level3hierChild" presStyleCnt="0"/>
      <dgm:spPr/>
    </dgm:pt>
    <dgm:pt modelId="{5DA71C3D-A086-4A27-944C-5ED14ABBA24B}" type="pres">
      <dgm:prSet presAssocID="{26CFC3A7-3EED-4EA0-8577-831809FC1165}" presName="conn2-1" presStyleLbl="parChTrans1D2" presStyleIdx="2" presStyleCnt="4"/>
      <dgm:spPr/>
      <dgm:t>
        <a:bodyPr/>
        <a:lstStyle/>
        <a:p>
          <a:endParaRPr lang="en-US"/>
        </a:p>
      </dgm:t>
    </dgm:pt>
    <dgm:pt modelId="{0ADF4CA9-6322-4CF3-ACFB-631DE242E0F3}" type="pres">
      <dgm:prSet presAssocID="{26CFC3A7-3EED-4EA0-8577-831809FC1165}" presName="connTx" presStyleLbl="parChTrans1D2" presStyleIdx="2" presStyleCnt="4"/>
      <dgm:spPr/>
      <dgm:t>
        <a:bodyPr/>
        <a:lstStyle/>
        <a:p>
          <a:endParaRPr lang="en-US"/>
        </a:p>
      </dgm:t>
    </dgm:pt>
    <dgm:pt modelId="{4EBF572E-3F6F-4622-BF65-41AB4F53B0C3}" type="pres">
      <dgm:prSet presAssocID="{0763E8E5-01E3-49ED-8727-F143BCFDB3B3}" presName="root2" presStyleCnt="0"/>
      <dgm:spPr/>
    </dgm:pt>
    <dgm:pt modelId="{1FAFE5BE-A8CF-4CBF-AD33-ACD5086C34C9}" type="pres">
      <dgm:prSet presAssocID="{0763E8E5-01E3-49ED-8727-F143BCFDB3B3}" presName="LevelTwoTextNode" presStyleLbl="node2" presStyleIdx="2" presStyleCnt="4">
        <dgm:presLayoutVars>
          <dgm:chPref val="3"/>
        </dgm:presLayoutVars>
      </dgm:prSet>
      <dgm:spPr/>
      <dgm:t>
        <a:bodyPr/>
        <a:lstStyle/>
        <a:p>
          <a:endParaRPr lang="en-US"/>
        </a:p>
      </dgm:t>
    </dgm:pt>
    <dgm:pt modelId="{48617B4E-6CB9-4B2B-A9F0-B149AF1A8EC4}" type="pres">
      <dgm:prSet presAssocID="{0763E8E5-01E3-49ED-8727-F143BCFDB3B3}" presName="level3hierChild" presStyleCnt="0"/>
      <dgm:spPr/>
    </dgm:pt>
    <dgm:pt modelId="{9B9304A0-7235-4846-AD71-5D92C96BE6F5}" type="pres">
      <dgm:prSet presAssocID="{B59FF1CE-19B5-48BE-B699-4D8F51CDA268}" presName="conn2-1" presStyleLbl="parChTrans1D2" presStyleIdx="3" presStyleCnt="4"/>
      <dgm:spPr/>
      <dgm:t>
        <a:bodyPr/>
        <a:lstStyle/>
        <a:p>
          <a:endParaRPr lang="en-US"/>
        </a:p>
      </dgm:t>
    </dgm:pt>
    <dgm:pt modelId="{9AA4662B-2BE2-4E25-83DC-CC80D3949430}" type="pres">
      <dgm:prSet presAssocID="{B59FF1CE-19B5-48BE-B699-4D8F51CDA268}" presName="connTx" presStyleLbl="parChTrans1D2" presStyleIdx="3" presStyleCnt="4"/>
      <dgm:spPr/>
      <dgm:t>
        <a:bodyPr/>
        <a:lstStyle/>
        <a:p>
          <a:endParaRPr lang="en-US"/>
        </a:p>
      </dgm:t>
    </dgm:pt>
    <dgm:pt modelId="{4B89B5F2-53BB-433A-A2B3-BDEDE2CD7A76}" type="pres">
      <dgm:prSet presAssocID="{2F611725-73CB-4643-9B13-9260B034565C}" presName="root2" presStyleCnt="0"/>
      <dgm:spPr/>
    </dgm:pt>
    <dgm:pt modelId="{E4BB62D3-AE76-4939-919C-59B91D254315}" type="pres">
      <dgm:prSet presAssocID="{2F611725-73CB-4643-9B13-9260B034565C}" presName="LevelTwoTextNode" presStyleLbl="node2" presStyleIdx="3" presStyleCnt="4">
        <dgm:presLayoutVars>
          <dgm:chPref val="3"/>
        </dgm:presLayoutVars>
      </dgm:prSet>
      <dgm:spPr/>
      <dgm:t>
        <a:bodyPr/>
        <a:lstStyle/>
        <a:p>
          <a:endParaRPr lang="en-US"/>
        </a:p>
      </dgm:t>
    </dgm:pt>
    <dgm:pt modelId="{A77236C9-57A6-439C-A926-FE19E30881B8}" type="pres">
      <dgm:prSet presAssocID="{2F611725-73CB-4643-9B13-9260B034565C}" presName="level3hierChild" presStyleCnt="0"/>
      <dgm:spPr/>
    </dgm:pt>
  </dgm:ptLst>
  <dgm:cxnLst>
    <dgm:cxn modelId="{9D3D7BB7-809D-47CC-A0CF-43912833FEA1}" type="presOf" srcId="{26CFC3A7-3EED-4EA0-8577-831809FC1165}" destId="{5DA71C3D-A086-4A27-944C-5ED14ABBA24B}" srcOrd="0" destOrd="0" presId="urn:microsoft.com/office/officeart/2008/layout/HorizontalMultiLevelHierarchy"/>
    <dgm:cxn modelId="{0412560A-6A2E-48AF-96E8-FBB55F3C0058}" type="presOf" srcId="{B59FF1CE-19B5-48BE-B699-4D8F51CDA268}" destId="{9B9304A0-7235-4846-AD71-5D92C96BE6F5}" srcOrd="0" destOrd="0" presId="urn:microsoft.com/office/officeart/2008/layout/HorizontalMultiLevelHierarchy"/>
    <dgm:cxn modelId="{26BE0883-DE91-4B4C-9ABD-BB7F9794BA7B}" type="presOf" srcId="{0763E8E5-01E3-49ED-8727-F143BCFDB3B3}" destId="{1FAFE5BE-A8CF-4CBF-AD33-ACD5086C34C9}" srcOrd="0" destOrd="0" presId="urn:microsoft.com/office/officeart/2008/layout/HorizontalMultiLevelHierarchy"/>
    <dgm:cxn modelId="{36D62C14-1E01-49DA-BC25-48EE23C4FEF9}" type="presOf" srcId="{F297055E-760B-420E-AD50-8A5A2DB47F14}" destId="{4DDA3F46-53EB-4E68-B8B9-68DEB47650AB}" srcOrd="0" destOrd="0" presId="urn:microsoft.com/office/officeart/2008/layout/HorizontalMultiLevelHierarchy"/>
    <dgm:cxn modelId="{ABD9D9AC-4FC2-4445-806B-79D779EC2879}" srcId="{4D9A65A2-D581-4B22-B093-043B61DAFDA5}" destId="{D9B52060-AA6E-47FC-979F-F3A13688EC63}" srcOrd="0" destOrd="0" parTransId="{C451113F-1385-48B8-8FC8-1445ECD9429D}" sibTransId="{2DD662BA-0B8D-4F71-9A60-80617D97337F}"/>
    <dgm:cxn modelId="{2B892894-5FE9-4429-84B7-C81392916BE4}" type="presOf" srcId="{1C7CF0E3-DC13-4653-9100-49F734ECC094}" destId="{2AE2DF21-0173-40A1-A90C-907DFAC21F47}" srcOrd="0" destOrd="0" presId="urn:microsoft.com/office/officeart/2008/layout/HorizontalMultiLevelHierarchy"/>
    <dgm:cxn modelId="{B480D986-7D1B-4306-8594-CA5CF1033495}" type="presOf" srcId="{4D9A65A2-D581-4B22-B093-043B61DAFDA5}" destId="{572233CD-7F88-4257-9401-6BB5BB0EE971}" srcOrd="0" destOrd="0" presId="urn:microsoft.com/office/officeart/2008/layout/HorizontalMultiLevelHierarchy"/>
    <dgm:cxn modelId="{0FB4258A-705D-40C1-838C-2A0F8E5F9C11}" type="presOf" srcId="{9B0CF177-4534-4318-9811-49AF71308AEC}" destId="{9BB01EDF-0EE4-460B-A423-AAB643978C44}" srcOrd="1" destOrd="0" presId="urn:microsoft.com/office/officeart/2008/layout/HorizontalMultiLevelHierarchy"/>
    <dgm:cxn modelId="{B8049AEB-8FEC-45E1-8219-D4B81D3D23F9}" type="presOf" srcId="{B59FF1CE-19B5-48BE-B699-4D8F51CDA268}" destId="{9AA4662B-2BE2-4E25-83DC-CC80D3949430}" srcOrd="1" destOrd="0" presId="urn:microsoft.com/office/officeart/2008/layout/HorizontalMultiLevelHierarchy"/>
    <dgm:cxn modelId="{601ECC58-DDBC-4E2A-92B5-3AD98E2CEE09}" type="presOf" srcId="{B90ED2A2-D511-4FED-9751-E924BE9AA242}" destId="{93FAD7EF-85E1-423B-A532-48C5ABBA2AA8}" srcOrd="0" destOrd="0" presId="urn:microsoft.com/office/officeart/2008/layout/HorizontalMultiLevelHierarchy"/>
    <dgm:cxn modelId="{93151350-0A9C-445C-8D64-3DAE2D4F392D}" type="presOf" srcId="{D9B52060-AA6E-47FC-979F-F3A13688EC63}" destId="{038FFABE-8797-425E-A287-5A5A77A1252B}" srcOrd="0" destOrd="0" presId="urn:microsoft.com/office/officeart/2008/layout/HorizontalMultiLevelHierarchy"/>
    <dgm:cxn modelId="{5AAF7EAA-D47A-4BD1-BE48-348E724B56D4}" srcId="{D9B52060-AA6E-47FC-979F-F3A13688EC63}" destId="{2F611725-73CB-4643-9B13-9260B034565C}" srcOrd="3" destOrd="0" parTransId="{B59FF1CE-19B5-48BE-B699-4D8F51CDA268}" sibTransId="{7D820B3F-4624-4A94-94A7-91A9C2585196}"/>
    <dgm:cxn modelId="{540523BF-2E65-47C0-B172-92BEA7EC8C68}" type="presOf" srcId="{9B0CF177-4534-4318-9811-49AF71308AEC}" destId="{3EACCDB6-D1F2-4CB0-BB0E-ED7422DFE8BC}" srcOrd="0" destOrd="0" presId="urn:microsoft.com/office/officeart/2008/layout/HorizontalMultiLevelHierarchy"/>
    <dgm:cxn modelId="{3ACB8D5E-D81D-4BBE-9C30-6F744B85E226}" type="presOf" srcId="{26CFC3A7-3EED-4EA0-8577-831809FC1165}" destId="{0ADF4CA9-6322-4CF3-ACFB-631DE242E0F3}" srcOrd="1" destOrd="0" presId="urn:microsoft.com/office/officeart/2008/layout/HorizontalMultiLevelHierarchy"/>
    <dgm:cxn modelId="{892867E5-5652-4A2C-8DEA-466AA2440BCA}" srcId="{D9B52060-AA6E-47FC-979F-F3A13688EC63}" destId="{1C7CF0E3-DC13-4653-9100-49F734ECC094}" srcOrd="0" destOrd="0" parTransId="{9B0CF177-4534-4318-9811-49AF71308AEC}" sibTransId="{0FE28732-BA39-4E96-B951-F183081B44A3}"/>
    <dgm:cxn modelId="{8B8BD169-B943-4CF4-BEE6-EE2C2BA0370F}" type="presOf" srcId="{F297055E-760B-420E-AD50-8A5A2DB47F14}" destId="{820D9A6D-D46E-477B-9B90-560086DCB62A}" srcOrd="1" destOrd="0" presId="urn:microsoft.com/office/officeart/2008/layout/HorizontalMultiLevelHierarchy"/>
    <dgm:cxn modelId="{67E1DE91-CBFE-439B-9DFD-B7B36564D245}" type="presOf" srcId="{2F611725-73CB-4643-9B13-9260B034565C}" destId="{E4BB62D3-AE76-4939-919C-59B91D254315}" srcOrd="0" destOrd="0" presId="urn:microsoft.com/office/officeart/2008/layout/HorizontalMultiLevelHierarchy"/>
    <dgm:cxn modelId="{CFC2E988-B56D-4D61-BECC-24AA40F20F2D}" srcId="{D9B52060-AA6E-47FC-979F-F3A13688EC63}" destId="{0763E8E5-01E3-49ED-8727-F143BCFDB3B3}" srcOrd="2" destOrd="0" parTransId="{26CFC3A7-3EED-4EA0-8577-831809FC1165}" sibTransId="{442BF9D1-255A-4378-A04F-1FF00E2A5976}"/>
    <dgm:cxn modelId="{6ED6C9D2-71B6-4CC1-8050-24817FA81EF6}" srcId="{D9B52060-AA6E-47FC-979F-F3A13688EC63}" destId="{B90ED2A2-D511-4FED-9751-E924BE9AA242}" srcOrd="1" destOrd="0" parTransId="{F297055E-760B-420E-AD50-8A5A2DB47F14}" sibTransId="{3C2EE328-3AE1-49FF-ADEF-EAE1CD7EF293}"/>
    <dgm:cxn modelId="{6B81D1A7-A382-4D1B-A059-07873D01E63B}" type="presParOf" srcId="{572233CD-7F88-4257-9401-6BB5BB0EE971}" destId="{5D836722-4AC8-4485-8AD8-58ABD62195C7}" srcOrd="0" destOrd="0" presId="urn:microsoft.com/office/officeart/2008/layout/HorizontalMultiLevelHierarchy"/>
    <dgm:cxn modelId="{4890FFDE-B1A0-45BB-910A-B9FA9F8F6A87}" type="presParOf" srcId="{5D836722-4AC8-4485-8AD8-58ABD62195C7}" destId="{038FFABE-8797-425E-A287-5A5A77A1252B}" srcOrd="0" destOrd="0" presId="urn:microsoft.com/office/officeart/2008/layout/HorizontalMultiLevelHierarchy"/>
    <dgm:cxn modelId="{4661B202-8CA1-4AAB-BA02-5FFBA67046A8}" type="presParOf" srcId="{5D836722-4AC8-4485-8AD8-58ABD62195C7}" destId="{CDEC46BF-BA45-4466-9D6C-BCB3F416C198}" srcOrd="1" destOrd="0" presId="urn:microsoft.com/office/officeart/2008/layout/HorizontalMultiLevelHierarchy"/>
    <dgm:cxn modelId="{78AF01AC-6C2F-49CB-9A6D-9B38859653E1}" type="presParOf" srcId="{CDEC46BF-BA45-4466-9D6C-BCB3F416C198}" destId="{3EACCDB6-D1F2-4CB0-BB0E-ED7422DFE8BC}" srcOrd="0" destOrd="0" presId="urn:microsoft.com/office/officeart/2008/layout/HorizontalMultiLevelHierarchy"/>
    <dgm:cxn modelId="{273B1F94-BD13-4768-924E-A15F0EA46A22}" type="presParOf" srcId="{3EACCDB6-D1F2-4CB0-BB0E-ED7422DFE8BC}" destId="{9BB01EDF-0EE4-460B-A423-AAB643978C44}" srcOrd="0" destOrd="0" presId="urn:microsoft.com/office/officeart/2008/layout/HorizontalMultiLevelHierarchy"/>
    <dgm:cxn modelId="{A14C8804-5AF5-4EA8-9674-2D594508DB81}" type="presParOf" srcId="{CDEC46BF-BA45-4466-9D6C-BCB3F416C198}" destId="{41EECE26-C41D-48B3-B76C-0A28C345D9A3}" srcOrd="1" destOrd="0" presId="urn:microsoft.com/office/officeart/2008/layout/HorizontalMultiLevelHierarchy"/>
    <dgm:cxn modelId="{BA0A8B04-70B9-4EE0-B4C0-DA11DC11C553}" type="presParOf" srcId="{41EECE26-C41D-48B3-B76C-0A28C345D9A3}" destId="{2AE2DF21-0173-40A1-A90C-907DFAC21F47}" srcOrd="0" destOrd="0" presId="urn:microsoft.com/office/officeart/2008/layout/HorizontalMultiLevelHierarchy"/>
    <dgm:cxn modelId="{E55BC77C-642A-42BF-AE4E-FB50CD0175A0}" type="presParOf" srcId="{41EECE26-C41D-48B3-B76C-0A28C345D9A3}" destId="{D243DE78-BCD0-4AB0-A01B-B0AA5989EF1C}" srcOrd="1" destOrd="0" presId="urn:microsoft.com/office/officeart/2008/layout/HorizontalMultiLevelHierarchy"/>
    <dgm:cxn modelId="{6C550B86-E48F-4726-9092-3B909C503F44}" type="presParOf" srcId="{CDEC46BF-BA45-4466-9D6C-BCB3F416C198}" destId="{4DDA3F46-53EB-4E68-B8B9-68DEB47650AB}" srcOrd="2" destOrd="0" presId="urn:microsoft.com/office/officeart/2008/layout/HorizontalMultiLevelHierarchy"/>
    <dgm:cxn modelId="{28946E84-A88D-49FA-803B-3618BB63BD0E}" type="presParOf" srcId="{4DDA3F46-53EB-4E68-B8B9-68DEB47650AB}" destId="{820D9A6D-D46E-477B-9B90-560086DCB62A}" srcOrd="0" destOrd="0" presId="urn:microsoft.com/office/officeart/2008/layout/HorizontalMultiLevelHierarchy"/>
    <dgm:cxn modelId="{2627C902-C06E-48CA-8BA4-1EEB892C1D5B}" type="presParOf" srcId="{CDEC46BF-BA45-4466-9D6C-BCB3F416C198}" destId="{459D45D1-D583-4008-925A-8F1B98849093}" srcOrd="3" destOrd="0" presId="urn:microsoft.com/office/officeart/2008/layout/HorizontalMultiLevelHierarchy"/>
    <dgm:cxn modelId="{AA097498-205A-4C8B-B639-09EE5A2A3B75}" type="presParOf" srcId="{459D45D1-D583-4008-925A-8F1B98849093}" destId="{93FAD7EF-85E1-423B-A532-48C5ABBA2AA8}" srcOrd="0" destOrd="0" presId="urn:microsoft.com/office/officeart/2008/layout/HorizontalMultiLevelHierarchy"/>
    <dgm:cxn modelId="{FC6CC8FD-4AC9-4BF3-A863-BF16D74E9B78}" type="presParOf" srcId="{459D45D1-D583-4008-925A-8F1B98849093}" destId="{0D48926A-4F3A-414F-9263-996683D7BE2E}" srcOrd="1" destOrd="0" presId="urn:microsoft.com/office/officeart/2008/layout/HorizontalMultiLevelHierarchy"/>
    <dgm:cxn modelId="{50738BB2-C636-452B-A7CF-E1C944A0539F}" type="presParOf" srcId="{CDEC46BF-BA45-4466-9D6C-BCB3F416C198}" destId="{5DA71C3D-A086-4A27-944C-5ED14ABBA24B}" srcOrd="4" destOrd="0" presId="urn:microsoft.com/office/officeart/2008/layout/HorizontalMultiLevelHierarchy"/>
    <dgm:cxn modelId="{BB590F85-822B-4882-8248-A31485C48C1A}" type="presParOf" srcId="{5DA71C3D-A086-4A27-944C-5ED14ABBA24B}" destId="{0ADF4CA9-6322-4CF3-ACFB-631DE242E0F3}" srcOrd="0" destOrd="0" presId="urn:microsoft.com/office/officeart/2008/layout/HorizontalMultiLevelHierarchy"/>
    <dgm:cxn modelId="{E23E48C9-17A3-4A69-92DB-4B40C5BEAD90}" type="presParOf" srcId="{CDEC46BF-BA45-4466-9D6C-BCB3F416C198}" destId="{4EBF572E-3F6F-4622-BF65-41AB4F53B0C3}" srcOrd="5" destOrd="0" presId="urn:microsoft.com/office/officeart/2008/layout/HorizontalMultiLevelHierarchy"/>
    <dgm:cxn modelId="{A83FEE1C-1DD5-4329-82E0-D751040AD60F}" type="presParOf" srcId="{4EBF572E-3F6F-4622-BF65-41AB4F53B0C3}" destId="{1FAFE5BE-A8CF-4CBF-AD33-ACD5086C34C9}" srcOrd="0" destOrd="0" presId="urn:microsoft.com/office/officeart/2008/layout/HorizontalMultiLevelHierarchy"/>
    <dgm:cxn modelId="{86B28355-F3B6-4E6A-959C-81C5CCD837B2}" type="presParOf" srcId="{4EBF572E-3F6F-4622-BF65-41AB4F53B0C3}" destId="{48617B4E-6CB9-4B2B-A9F0-B149AF1A8EC4}" srcOrd="1" destOrd="0" presId="urn:microsoft.com/office/officeart/2008/layout/HorizontalMultiLevelHierarchy"/>
    <dgm:cxn modelId="{87DDDF01-C8C1-4166-8762-008041ACA99D}" type="presParOf" srcId="{CDEC46BF-BA45-4466-9D6C-BCB3F416C198}" destId="{9B9304A0-7235-4846-AD71-5D92C96BE6F5}" srcOrd="6" destOrd="0" presId="urn:microsoft.com/office/officeart/2008/layout/HorizontalMultiLevelHierarchy"/>
    <dgm:cxn modelId="{ECCF93EE-0925-46C2-ABA1-23A3B7E0A385}" type="presParOf" srcId="{9B9304A0-7235-4846-AD71-5D92C96BE6F5}" destId="{9AA4662B-2BE2-4E25-83DC-CC80D3949430}" srcOrd="0" destOrd="0" presId="urn:microsoft.com/office/officeart/2008/layout/HorizontalMultiLevelHierarchy"/>
    <dgm:cxn modelId="{3F7A7991-001C-4521-ABC5-8A7C682F5C73}" type="presParOf" srcId="{CDEC46BF-BA45-4466-9D6C-BCB3F416C198}" destId="{4B89B5F2-53BB-433A-A2B3-BDEDE2CD7A76}" srcOrd="7" destOrd="0" presId="urn:microsoft.com/office/officeart/2008/layout/HorizontalMultiLevelHierarchy"/>
    <dgm:cxn modelId="{0D4D9294-5D1C-4DE1-AD9E-D58F3173EC5D}" type="presParOf" srcId="{4B89B5F2-53BB-433A-A2B3-BDEDE2CD7A76}" destId="{E4BB62D3-AE76-4939-919C-59B91D254315}" srcOrd="0" destOrd="0" presId="urn:microsoft.com/office/officeart/2008/layout/HorizontalMultiLevelHierarchy"/>
    <dgm:cxn modelId="{640A6A14-40BC-4E8F-86F4-DA160ADA2F30}" type="presParOf" srcId="{4B89B5F2-53BB-433A-A2B3-BDEDE2CD7A76}" destId="{A77236C9-57A6-439C-A926-FE19E30881B8}" srcOrd="1" destOrd="0" presId="urn:microsoft.com/office/officeart/2008/layout/HorizontalMultiLevelHierarchy"/>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1699D346-4DB8-4A07-B558-1CE30373C89B}" type="doc">
      <dgm:prSet loTypeId="urn:microsoft.com/office/officeart/2009/layout/CirclePictureHierarchy" loCatId="hierarchy" qsTypeId="urn:microsoft.com/office/officeart/2005/8/quickstyle/simple1" qsCatId="simple" csTypeId="urn:microsoft.com/office/officeart/2005/8/colors/accent1_2" csCatId="accent1" phldr="1"/>
      <dgm:spPr/>
      <dgm:t>
        <a:bodyPr/>
        <a:lstStyle/>
        <a:p>
          <a:endParaRPr lang="en-US"/>
        </a:p>
      </dgm:t>
    </dgm:pt>
    <dgm:pt modelId="{62AB640E-8005-4076-A155-347B55505553}">
      <dgm:prSet/>
      <dgm:spPr/>
      <dgm:t>
        <a:bodyPr/>
        <a:lstStyle/>
        <a:p>
          <a:pPr rtl="0"/>
          <a:r>
            <a:rPr lang="en-US" dirty="0" smtClean="0"/>
            <a:t>Example.  </a:t>
          </a:r>
          <a:endParaRPr lang="en-US" dirty="0"/>
        </a:p>
      </dgm:t>
    </dgm:pt>
    <dgm:pt modelId="{597F9FFB-DB65-4788-AA23-8517DFF73B48}" type="parTrans" cxnId="{9FDB183A-A997-4CBF-9C66-C94EA8616D56}">
      <dgm:prSet/>
      <dgm:spPr/>
      <dgm:t>
        <a:bodyPr/>
        <a:lstStyle/>
        <a:p>
          <a:endParaRPr lang="en-US"/>
        </a:p>
      </dgm:t>
    </dgm:pt>
    <dgm:pt modelId="{329DFEED-3560-4F10-BD56-00F3AF19F6D6}" type="sibTrans" cxnId="{9FDB183A-A997-4CBF-9C66-C94EA8616D56}">
      <dgm:prSet/>
      <dgm:spPr/>
      <dgm:t>
        <a:bodyPr/>
        <a:lstStyle/>
        <a:p>
          <a:endParaRPr lang="en-US"/>
        </a:p>
      </dgm:t>
    </dgm:pt>
    <dgm:pt modelId="{6AC6C27C-7598-4D03-AD4C-1D47BDFAE164}">
      <dgm:prSet custT="1"/>
      <dgm:spPr/>
      <dgm:t>
        <a:bodyPr/>
        <a:lstStyle/>
        <a:p>
          <a:pPr rtl="0"/>
          <a:r>
            <a:rPr lang="en-US" sz="2000" b="1" dirty="0" smtClean="0">
              <a:solidFill>
                <a:srgbClr val="FFFF00"/>
              </a:solidFill>
            </a:rPr>
            <a:t>Board of </a:t>
          </a:r>
          <a:r>
            <a:rPr lang="en-US" sz="2000" b="1" dirty="0" err="1" smtClean="0">
              <a:solidFill>
                <a:srgbClr val="FFFF00"/>
              </a:solidFill>
            </a:rPr>
            <a:t>Talimat</a:t>
          </a:r>
          <a:r>
            <a:rPr lang="en-US" sz="2000" b="1" dirty="0" smtClean="0">
              <a:solidFill>
                <a:srgbClr val="FFFF00"/>
              </a:solidFill>
            </a:rPr>
            <a:t>-e-</a:t>
          </a:r>
          <a:r>
            <a:rPr lang="en-US" sz="2000" b="1" dirty="0" err="1" smtClean="0">
              <a:solidFill>
                <a:srgbClr val="FFFF00"/>
              </a:solidFill>
            </a:rPr>
            <a:t>Islamia</a:t>
          </a:r>
          <a:endParaRPr lang="en-US" sz="2000" b="1" dirty="0">
            <a:solidFill>
              <a:srgbClr val="FFFF00"/>
            </a:solidFill>
          </a:endParaRPr>
        </a:p>
      </dgm:t>
    </dgm:pt>
    <dgm:pt modelId="{66D5F609-3C26-4693-AB1F-93F878C7143E}" type="parTrans" cxnId="{407B2688-2D37-44E7-B36E-D50E961F3787}">
      <dgm:prSet/>
      <dgm:spPr/>
      <dgm:t>
        <a:bodyPr/>
        <a:lstStyle/>
        <a:p>
          <a:endParaRPr lang="en-US"/>
        </a:p>
      </dgm:t>
    </dgm:pt>
    <dgm:pt modelId="{99121B5A-42E4-4A83-BCFA-F8AA68F551E3}" type="sibTrans" cxnId="{407B2688-2D37-44E7-B36E-D50E961F3787}">
      <dgm:prSet/>
      <dgm:spPr/>
      <dgm:t>
        <a:bodyPr/>
        <a:lstStyle/>
        <a:p>
          <a:endParaRPr lang="en-US"/>
        </a:p>
      </dgm:t>
    </dgm:pt>
    <dgm:pt modelId="{F4BC404E-FB50-46C0-83C9-E32623A8BD2F}">
      <dgm:prSet custT="1"/>
      <dgm:spPr/>
      <dgm:t>
        <a:bodyPr/>
        <a:lstStyle/>
        <a:p>
          <a:pPr algn="ctr" rtl="0"/>
          <a:r>
            <a:rPr lang="en-US" sz="2000" b="1" dirty="0" smtClean="0">
              <a:solidFill>
                <a:srgbClr val="FFFF00"/>
              </a:solidFill>
            </a:rPr>
            <a:t>Council of Islamic Ideology, age 18+</a:t>
          </a:r>
          <a:endParaRPr lang="en-US" sz="2000" b="1" dirty="0">
            <a:solidFill>
              <a:srgbClr val="FFFF00"/>
            </a:solidFill>
          </a:endParaRPr>
        </a:p>
      </dgm:t>
    </dgm:pt>
    <dgm:pt modelId="{6DD32835-3FBF-45ED-9CEB-3960A9691353}" type="parTrans" cxnId="{7684C348-DEAD-4915-B9B2-C45A68D14AAC}">
      <dgm:prSet/>
      <dgm:spPr/>
      <dgm:t>
        <a:bodyPr/>
        <a:lstStyle/>
        <a:p>
          <a:endParaRPr lang="en-US"/>
        </a:p>
      </dgm:t>
    </dgm:pt>
    <dgm:pt modelId="{D3850EC1-DC9F-4226-B81B-9D2C18C38D5D}" type="sibTrans" cxnId="{7684C348-DEAD-4915-B9B2-C45A68D14AAC}">
      <dgm:prSet/>
      <dgm:spPr/>
      <dgm:t>
        <a:bodyPr/>
        <a:lstStyle/>
        <a:p>
          <a:endParaRPr lang="en-US"/>
        </a:p>
      </dgm:t>
    </dgm:pt>
    <dgm:pt modelId="{2DADC2CD-5F3E-44CD-80D5-0827FA73D59C}" type="pres">
      <dgm:prSet presAssocID="{1699D346-4DB8-4A07-B558-1CE30373C89B}" presName="hierChild1" presStyleCnt="0">
        <dgm:presLayoutVars>
          <dgm:chPref val="1"/>
          <dgm:dir/>
          <dgm:animOne val="branch"/>
          <dgm:animLvl val="lvl"/>
          <dgm:resizeHandles/>
        </dgm:presLayoutVars>
      </dgm:prSet>
      <dgm:spPr/>
      <dgm:t>
        <a:bodyPr/>
        <a:lstStyle/>
        <a:p>
          <a:endParaRPr lang="en-US"/>
        </a:p>
      </dgm:t>
    </dgm:pt>
    <dgm:pt modelId="{010C8049-1A89-4120-9D08-2AF3DAF3C39F}" type="pres">
      <dgm:prSet presAssocID="{62AB640E-8005-4076-A155-347B55505553}" presName="hierRoot1" presStyleCnt="0"/>
      <dgm:spPr/>
    </dgm:pt>
    <dgm:pt modelId="{C9CB403E-81BC-43C6-A46F-726A44A46C3D}" type="pres">
      <dgm:prSet presAssocID="{62AB640E-8005-4076-A155-347B55505553}" presName="composite" presStyleCnt="0"/>
      <dgm:spPr/>
    </dgm:pt>
    <dgm:pt modelId="{7495F21E-FA55-433B-948F-7238F62FDA87}" type="pres">
      <dgm:prSet presAssocID="{62AB640E-8005-4076-A155-347B55505553}" presName="image" presStyleLbl="node0" presStyleIdx="0" presStyleCnt="1"/>
      <dgm:spPr/>
    </dgm:pt>
    <dgm:pt modelId="{4D50ABDD-45A3-40D6-BB7B-3F1A5AB27BC3}" type="pres">
      <dgm:prSet presAssocID="{62AB640E-8005-4076-A155-347B55505553}" presName="text" presStyleLbl="revTx" presStyleIdx="0" presStyleCnt="3">
        <dgm:presLayoutVars>
          <dgm:chPref val="3"/>
        </dgm:presLayoutVars>
      </dgm:prSet>
      <dgm:spPr/>
      <dgm:t>
        <a:bodyPr/>
        <a:lstStyle/>
        <a:p>
          <a:endParaRPr lang="en-US"/>
        </a:p>
      </dgm:t>
    </dgm:pt>
    <dgm:pt modelId="{C5291727-72D4-48DB-BCD7-E8E46F5FE2BB}" type="pres">
      <dgm:prSet presAssocID="{62AB640E-8005-4076-A155-347B55505553}" presName="hierChild2" presStyleCnt="0"/>
      <dgm:spPr/>
    </dgm:pt>
    <dgm:pt modelId="{82D6346E-B16B-4709-A78B-5856937964DE}" type="pres">
      <dgm:prSet presAssocID="{66D5F609-3C26-4693-AB1F-93F878C7143E}" presName="Name10" presStyleLbl="parChTrans1D2" presStyleIdx="0" presStyleCnt="2"/>
      <dgm:spPr/>
      <dgm:t>
        <a:bodyPr/>
        <a:lstStyle/>
        <a:p>
          <a:endParaRPr lang="en-US"/>
        </a:p>
      </dgm:t>
    </dgm:pt>
    <dgm:pt modelId="{2ACCB3B0-0208-4BB4-8672-F089B653AB1A}" type="pres">
      <dgm:prSet presAssocID="{6AC6C27C-7598-4D03-AD4C-1D47BDFAE164}" presName="hierRoot2" presStyleCnt="0"/>
      <dgm:spPr/>
    </dgm:pt>
    <dgm:pt modelId="{CA3B956B-ECBB-4CCD-A181-63E8ED42FE8D}" type="pres">
      <dgm:prSet presAssocID="{6AC6C27C-7598-4D03-AD4C-1D47BDFAE164}" presName="composite2" presStyleCnt="0"/>
      <dgm:spPr/>
    </dgm:pt>
    <dgm:pt modelId="{5033160D-96E9-49C7-9DE4-FC507E8FD56E}" type="pres">
      <dgm:prSet presAssocID="{6AC6C27C-7598-4D03-AD4C-1D47BDFAE164}" presName="image2" presStyleLbl="node2" presStyleIdx="0" presStyleCnt="2"/>
      <dgm:spPr/>
    </dgm:pt>
    <dgm:pt modelId="{6DAD9281-B53A-488F-8106-0B3E56CF0DEB}" type="pres">
      <dgm:prSet presAssocID="{6AC6C27C-7598-4D03-AD4C-1D47BDFAE164}" presName="text2" presStyleLbl="revTx" presStyleIdx="1" presStyleCnt="3">
        <dgm:presLayoutVars>
          <dgm:chPref val="3"/>
        </dgm:presLayoutVars>
      </dgm:prSet>
      <dgm:spPr/>
      <dgm:t>
        <a:bodyPr/>
        <a:lstStyle/>
        <a:p>
          <a:endParaRPr lang="en-US"/>
        </a:p>
      </dgm:t>
    </dgm:pt>
    <dgm:pt modelId="{394BB2B5-436B-4F5A-99F0-2B8CE67F1D6F}" type="pres">
      <dgm:prSet presAssocID="{6AC6C27C-7598-4D03-AD4C-1D47BDFAE164}" presName="hierChild3" presStyleCnt="0"/>
      <dgm:spPr/>
    </dgm:pt>
    <dgm:pt modelId="{94FF509F-E935-412E-92CA-0C6CBD08BADA}" type="pres">
      <dgm:prSet presAssocID="{6DD32835-3FBF-45ED-9CEB-3960A9691353}" presName="Name10" presStyleLbl="parChTrans1D2" presStyleIdx="1" presStyleCnt="2"/>
      <dgm:spPr/>
      <dgm:t>
        <a:bodyPr/>
        <a:lstStyle/>
        <a:p>
          <a:endParaRPr lang="en-US"/>
        </a:p>
      </dgm:t>
    </dgm:pt>
    <dgm:pt modelId="{DAFF83CB-5E07-460D-A5B0-8DEC36919A3F}" type="pres">
      <dgm:prSet presAssocID="{F4BC404E-FB50-46C0-83C9-E32623A8BD2F}" presName="hierRoot2" presStyleCnt="0"/>
      <dgm:spPr/>
    </dgm:pt>
    <dgm:pt modelId="{1B197A03-B92A-4C0F-8C08-7D61CBA24529}" type="pres">
      <dgm:prSet presAssocID="{F4BC404E-FB50-46C0-83C9-E32623A8BD2F}" presName="composite2" presStyleCnt="0"/>
      <dgm:spPr/>
    </dgm:pt>
    <dgm:pt modelId="{5FD02A4E-DBFB-45B3-AA8B-D29826B3B039}" type="pres">
      <dgm:prSet presAssocID="{F4BC404E-FB50-46C0-83C9-E32623A8BD2F}" presName="image2" presStyleLbl="node2" presStyleIdx="1" presStyleCnt="2"/>
      <dgm:spPr/>
    </dgm:pt>
    <dgm:pt modelId="{355AD8B9-DE72-4149-A4DC-F253AB6AA16D}" type="pres">
      <dgm:prSet presAssocID="{F4BC404E-FB50-46C0-83C9-E32623A8BD2F}" presName="text2" presStyleLbl="revTx" presStyleIdx="2" presStyleCnt="3">
        <dgm:presLayoutVars>
          <dgm:chPref val="3"/>
        </dgm:presLayoutVars>
      </dgm:prSet>
      <dgm:spPr/>
      <dgm:t>
        <a:bodyPr/>
        <a:lstStyle/>
        <a:p>
          <a:endParaRPr lang="en-US"/>
        </a:p>
      </dgm:t>
    </dgm:pt>
    <dgm:pt modelId="{15F4C4F7-AEC1-42DF-9CAA-27983E5532A4}" type="pres">
      <dgm:prSet presAssocID="{F4BC404E-FB50-46C0-83C9-E32623A8BD2F}" presName="hierChild3" presStyleCnt="0"/>
      <dgm:spPr/>
    </dgm:pt>
  </dgm:ptLst>
  <dgm:cxnLst>
    <dgm:cxn modelId="{CD16B8F4-B669-4D42-912F-BAD5F8B10CC3}" type="presOf" srcId="{F4BC404E-FB50-46C0-83C9-E32623A8BD2F}" destId="{355AD8B9-DE72-4149-A4DC-F253AB6AA16D}" srcOrd="0" destOrd="0" presId="urn:microsoft.com/office/officeart/2009/layout/CirclePictureHierarchy"/>
    <dgm:cxn modelId="{9FDB183A-A997-4CBF-9C66-C94EA8616D56}" srcId="{1699D346-4DB8-4A07-B558-1CE30373C89B}" destId="{62AB640E-8005-4076-A155-347B55505553}" srcOrd="0" destOrd="0" parTransId="{597F9FFB-DB65-4788-AA23-8517DFF73B48}" sibTransId="{329DFEED-3560-4F10-BD56-00F3AF19F6D6}"/>
    <dgm:cxn modelId="{8ED46294-9189-456D-9B62-966A9E53F482}" type="presOf" srcId="{66D5F609-3C26-4693-AB1F-93F878C7143E}" destId="{82D6346E-B16B-4709-A78B-5856937964DE}" srcOrd="0" destOrd="0" presId="urn:microsoft.com/office/officeart/2009/layout/CirclePictureHierarchy"/>
    <dgm:cxn modelId="{BB84CF6A-7932-4B28-B3D4-E8FA28EE5394}" type="presOf" srcId="{6DD32835-3FBF-45ED-9CEB-3960A9691353}" destId="{94FF509F-E935-412E-92CA-0C6CBD08BADA}" srcOrd="0" destOrd="0" presId="urn:microsoft.com/office/officeart/2009/layout/CirclePictureHierarchy"/>
    <dgm:cxn modelId="{F5801F6B-D32D-4448-AD66-C60386F6FFBC}" type="presOf" srcId="{62AB640E-8005-4076-A155-347B55505553}" destId="{4D50ABDD-45A3-40D6-BB7B-3F1A5AB27BC3}" srcOrd="0" destOrd="0" presId="urn:microsoft.com/office/officeart/2009/layout/CirclePictureHierarchy"/>
    <dgm:cxn modelId="{759A4FCB-2379-4ABF-B19E-3069CA937F26}" type="presOf" srcId="{6AC6C27C-7598-4D03-AD4C-1D47BDFAE164}" destId="{6DAD9281-B53A-488F-8106-0B3E56CF0DEB}" srcOrd="0" destOrd="0" presId="urn:microsoft.com/office/officeart/2009/layout/CirclePictureHierarchy"/>
    <dgm:cxn modelId="{BC30479B-A019-4A65-9D55-BD78B06A13D2}" type="presOf" srcId="{1699D346-4DB8-4A07-B558-1CE30373C89B}" destId="{2DADC2CD-5F3E-44CD-80D5-0827FA73D59C}" srcOrd="0" destOrd="0" presId="urn:microsoft.com/office/officeart/2009/layout/CirclePictureHierarchy"/>
    <dgm:cxn modelId="{7684C348-DEAD-4915-B9B2-C45A68D14AAC}" srcId="{62AB640E-8005-4076-A155-347B55505553}" destId="{F4BC404E-FB50-46C0-83C9-E32623A8BD2F}" srcOrd="1" destOrd="0" parTransId="{6DD32835-3FBF-45ED-9CEB-3960A9691353}" sibTransId="{D3850EC1-DC9F-4226-B81B-9D2C18C38D5D}"/>
    <dgm:cxn modelId="{407B2688-2D37-44E7-B36E-D50E961F3787}" srcId="{62AB640E-8005-4076-A155-347B55505553}" destId="{6AC6C27C-7598-4D03-AD4C-1D47BDFAE164}" srcOrd="0" destOrd="0" parTransId="{66D5F609-3C26-4693-AB1F-93F878C7143E}" sibTransId="{99121B5A-42E4-4A83-BCFA-F8AA68F551E3}"/>
    <dgm:cxn modelId="{46C225D5-7308-49FD-94AF-B2F12717A5C1}" type="presParOf" srcId="{2DADC2CD-5F3E-44CD-80D5-0827FA73D59C}" destId="{010C8049-1A89-4120-9D08-2AF3DAF3C39F}" srcOrd="0" destOrd="0" presId="urn:microsoft.com/office/officeart/2009/layout/CirclePictureHierarchy"/>
    <dgm:cxn modelId="{29952AA5-7077-432E-9C0D-35CF9E73AE21}" type="presParOf" srcId="{010C8049-1A89-4120-9D08-2AF3DAF3C39F}" destId="{C9CB403E-81BC-43C6-A46F-726A44A46C3D}" srcOrd="0" destOrd="0" presId="urn:microsoft.com/office/officeart/2009/layout/CirclePictureHierarchy"/>
    <dgm:cxn modelId="{86698502-8468-4467-BFB7-381941100A42}" type="presParOf" srcId="{C9CB403E-81BC-43C6-A46F-726A44A46C3D}" destId="{7495F21E-FA55-433B-948F-7238F62FDA87}" srcOrd="0" destOrd="0" presId="urn:microsoft.com/office/officeart/2009/layout/CirclePictureHierarchy"/>
    <dgm:cxn modelId="{AF00BDAD-DBFF-477C-AA69-A731CF1DE55B}" type="presParOf" srcId="{C9CB403E-81BC-43C6-A46F-726A44A46C3D}" destId="{4D50ABDD-45A3-40D6-BB7B-3F1A5AB27BC3}" srcOrd="1" destOrd="0" presId="urn:microsoft.com/office/officeart/2009/layout/CirclePictureHierarchy"/>
    <dgm:cxn modelId="{72280BAA-6A3B-45CA-9EFC-02EAAE63FBB1}" type="presParOf" srcId="{010C8049-1A89-4120-9D08-2AF3DAF3C39F}" destId="{C5291727-72D4-48DB-BCD7-E8E46F5FE2BB}" srcOrd="1" destOrd="0" presId="urn:microsoft.com/office/officeart/2009/layout/CirclePictureHierarchy"/>
    <dgm:cxn modelId="{E02AC358-0134-4189-8FFB-1261ED45B183}" type="presParOf" srcId="{C5291727-72D4-48DB-BCD7-E8E46F5FE2BB}" destId="{82D6346E-B16B-4709-A78B-5856937964DE}" srcOrd="0" destOrd="0" presId="urn:microsoft.com/office/officeart/2009/layout/CirclePictureHierarchy"/>
    <dgm:cxn modelId="{DF766936-15E3-44C6-AEE0-048C75D628D5}" type="presParOf" srcId="{C5291727-72D4-48DB-BCD7-E8E46F5FE2BB}" destId="{2ACCB3B0-0208-4BB4-8672-F089B653AB1A}" srcOrd="1" destOrd="0" presId="urn:microsoft.com/office/officeart/2009/layout/CirclePictureHierarchy"/>
    <dgm:cxn modelId="{0D1C3C34-B0D5-4813-9674-2B309C2D742A}" type="presParOf" srcId="{2ACCB3B0-0208-4BB4-8672-F089B653AB1A}" destId="{CA3B956B-ECBB-4CCD-A181-63E8ED42FE8D}" srcOrd="0" destOrd="0" presId="urn:microsoft.com/office/officeart/2009/layout/CirclePictureHierarchy"/>
    <dgm:cxn modelId="{35979D36-DB8B-4568-A4CA-DEFFCC0266E5}" type="presParOf" srcId="{CA3B956B-ECBB-4CCD-A181-63E8ED42FE8D}" destId="{5033160D-96E9-49C7-9DE4-FC507E8FD56E}" srcOrd="0" destOrd="0" presId="urn:microsoft.com/office/officeart/2009/layout/CirclePictureHierarchy"/>
    <dgm:cxn modelId="{A8FB20B3-CDBF-4D86-9794-795581B44B71}" type="presParOf" srcId="{CA3B956B-ECBB-4CCD-A181-63E8ED42FE8D}" destId="{6DAD9281-B53A-488F-8106-0B3E56CF0DEB}" srcOrd="1" destOrd="0" presId="urn:microsoft.com/office/officeart/2009/layout/CirclePictureHierarchy"/>
    <dgm:cxn modelId="{839C72ED-1F42-4E28-B0EA-0EFA6AF63FDD}" type="presParOf" srcId="{2ACCB3B0-0208-4BB4-8672-F089B653AB1A}" destId="{394BB2B5-436B-4F5A-99F0-2B8CE67F1D6F}" srcOrd="1" destOrd="0" presId="urn:microsoft.com/office/officeart/2009/layout/CirclePictureHierarchy"/>
    <dgm:cxn modelId="{17006488-95D4-46A4-B459-0BD000AFA20D}" type="presParOf" srcId="{C5291727-72D4-48DB-BCD7-E8E46F5FE2BB}" destId="{94FF509F-E935-412E-92CA-0C6CBD08BADA}" srcOrd="2" destOrd="0" presId="urn:microsoft.com/office/officeart/2009/layout/CirclePictureHierarchy"/>
    <dgm:cxn modelId="{3FBA1088-9440-4407-ADCC-7461FF0A7A31}" type="presParOf" srcId="{C5291727-72D4-48DB-BCD7-E8E46F5FE2BB}" destId="{DAFF83CB-5E07-460D-A5B0-8DEC36919A3F}" srcOrd="3" destOrd="0" presId="urn:microsoft.com/office/officeart/2009/layout/CirclePictureHierarchy"/>
    <dgm:cxn modelId="{AD11F72D-7391-481E-896C-1F7635FDCB41}" type="presParOf" srcId="{DAFF83CB-5E07-460D-A5B0-8DEC36919A3F}" destId="{1B197A03-B92A-4C0F-8C08-7D61CBA24529}" srcOrd="0" destOrd="0" presId="urn:microsoft.com/office/officeart/2009/layout/CirclePictureHierarchy"/>
    <dgm:cxn modelId="{289A1380-D97F-4ECA-8B70-F78D0BF608EF}" type="presParOf" srcId="{1B197A03-B92A-4C0F-8C08-7D61CBA24529}" destId="{5FD02A4E-DBFB-45B3-AA8B-D29826B3B039}" srcOrd="0" destOrd="0" presId="urn:microsoft.com/office/officeart/2009/layout/CirclePictureHierarchy"/>
    <dgm:cxn modelId="{0049CC90-80C1-4E0C-A873-290DC066C58C}" type="presParOf" srcId="{1B197A03-B92A-4C0F-8C08-7D61CBA24529}" destId="{355AD8B9-DE72-4149-A4DC-F253AB6AA16D}" srcOrd="1" destOrd="0" presId="urn:microsoft.com/office/officeart/2009/layout/CirclePictureHierarchy"/>
    <dgm:cxn modelId="{DD30611A-8AE5-4531-BBDE-A63D5C9F8BAC}" type="presParOf" srcId="{DAFF83CB-5E07-460D-A5B0-8DEC36919A3F}" destId="{15F4C4F7-AEC1-42DF-9CAA-27983E5532A4}" srcOrd="1" destOrd="0" presId="urn:microsoft.com/office/officeart/2009/layout/CirclePictureHierarchy"/>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116983C8-5200-4073-83AD-47244DA06546}" type="doc">
      <dgm:prSet loTypeId="urn:microsoft.com/office/officeart/2005/8/layout/hierarchy1" loCatId="hierarchy" qsTypeId="urn:microsoft.com/office/officeart/2005/8/quickstyle/simple1" qsCatId="simple" csTypeId="urn:microsoft.com/office/officeart/2005/8/colors/accent1_2" csCatId="accent1" phldr="1"/>
      <dgm:spPr/>
      <dgm:t>
        <a:bodyPr/>
        <a:lstStyle/>
        <a:p>
          <a:endParaRPr lang="en-US"/>
        </a:p>
      </dgm:t>
    </dgm:pt>
    <dgm:pt modelId="{EB06D5A3-8E76-49FD-BB5B-A9CA80A3E35B}">
      <dgm:prSet/>
      <dgm:spPr/>
      <dgm:t>
        <a:bodyPr/>
        <a:lstStyle/>
        <a:p>
          <a:pPr rtl="0"/>
          <a:r>
            <a:rPr lang="en-US" smtClean="0"/>
            <a:t>Bogra Formula </a:t>
          </a:r>
          <a:endParaRPr lang="en-US"/>
        </a:p>
      </dgm:t>
    </dgm:pt>
    <dgm:pt modelId="{8F942E1E-91EE-4C5B-9CCF-B617B8F95FD0}" type="parTrans" cxnId="{474F44A2-9D5A-4794-B0AF-84327E1CFBE0}">
      <dgm:prSet/>
      <dgm:spPr/>
      <dgm:t>
        <a:bodyPr/>
        <a:lstStyle/>
        <a:p>
          <a:endParaRPr lang="en-US"/>
        </a:p>
      </dgm:t>
    </dgm:pt>
    <dgm:pt modelId="{DD535786-BD4D-4B98-AB99-506C073C1436}" type="sibTrans" cxnId="{474F44A2-9D5A-4794-B0AF-84327E1CFBE0}">
      <dgm:prSet/>
      <dgm:spPr/>
      <dgm:t>
        <a:bodyPr/>
        <a:lstStyle/>
        <a:p>
          <a:endParaRPr lang="en-US"/>
        </a:p>
      </dgm:t>
    </dgm:pt>
    <dgm:pt modelId="{543D20F5-E53C-4BEE-95F7-AA5002B192E6}">
      <dgm:prSet custT="1"/>
      <dgm:spPr/>
      <dgm:t>
        <a:bodyPr/>
        <a:lstStyle/>
        <a:p>
          <a:pPr rtl="0"/>
          <a:r>
            <a:rPr lang="en-US" sz="3100" dirty="0" smtClean="0"/>
            <a:t>CL </a:t>
          </a:r>
        </a:p>
        <a:p>
          <a:pPr rtl="0"/>
          <a:r>
            <a:rPr lang="en-US" sz="2000" dirty="0" smtClean="0"/>
            <a:t>(</a:t>
          </a:r>
          <a:r>
            <a:rPr lang="en-US" sz="1600" dirty="0" smtClean="0"/>
            <a:t>UH-10 E &amp; 40 W, </a:t>
          </a:r>
          <a:r>
            <a:rPr lang="en-US" sz="1600" dirty="0" smtClean="0"/>
            <a:t>LH- )</a:t>
          </a:r>
          <a:endParaRPr lang="en-US" sz="1600" dirty="0"/>
        </a:p>
      </dgm:t>
    </dgm:pt>
    <dgm:pt modelId="{4B879E92-B5BF-40FE-8F93-95AB6410A5A0}" type="parTrans" cxnId="{05E0B502-A73E-4C7D-A70F-C6E5E5B393A5}">
      <dgm:prSet/>
      <dgm:spPr/>
      <dgm:t>
        <a:bodyPr/>
        <a:lstStyle/>
        <a:p>
          <a:endParaRPr lang="en-US"/>
        </a:p>
      </dgm:t>
    </dgm:pt>
    <dgm:pt modelId="{15D3FF66-366A-46BF-BB04-DCCF3E4FF2B9}" type="sibTrans" cxnId="{05E0B502-A73E-4C7D-A70F-C6E5E5B393A5}">
      <dgm:prSet/>
      <dgm:spPr/>
      <dgm:t>
        <a:bodyPr/>
        <a:lstStyle/>
        <a:p>
          <a:endParaRPr lang="en-US"/>
        </a:p>
      </dgm:t>
    </dgm:pt>
    <dgm:pt modelId="{958083CC-BC71-4A77-B557-1DA9837994BF}">
      <dgm:prSet custT="1"/>
      <dgm:spPr/>
      <dgm:t>
        <a:bodyPr/>
        <a:lstStyle/>
        <a:p>
          <a:pPr rtl="0"/>
          <a:r>
            <a:rPr lang="en-US" sz="3100" dirty="0" smtClean="0"/>
            <a:t>PM &amp; President </a:t>
          </a:r>
          <a:r>
            <a:rPr lang="en-US" sz="2400" dirty="0" smtClean="0"/>
            <a:t>vice versa</a:t>
          </a:r>
          <a:endParaRPr lang="en-US" sz="3100" dirty="0"/>
        </a:p>
      </dgm:t>
    </dgm:pt>
    <dgm:pt modelId="{D2372BF2-0268-4A59-8CFE-1E17B7131517}" type="parTrans" cxnId="{35C952F0-3EEB-4B50-B1FE-B4195332D5A1}">
      <dgm:prSet/>
      <dgm:spPr/>
      <dgm:t>
        <a:bodyPr/>
        <a:lstStyle/>
        <a:p>
          <a:endParaRPr lang="en-US"/>
        </a:p>
      </dgm:t>
    </dgm:pt>
    <dgm:pt modelId="{01AA2B1A-F3C6-466A-9E60-C184687EF4BF}" type="sibTrans" cxnId="{35C952F0-3EEB-4B50-B1FE-B4195332D5A1}">
      <dgm:prSet/>
      <dgm:spPr/>
      <dgm:t>
        <a:bodyPr/>
        <a:lstStyle/>
        <a:p>
          <a:endParaRPr lang="en-US"/>
        </a:p>
      </dgm:t>
    </dgm:pt>
    <dgm:pt modelId="{FFAD69C0-0262-40E6-8D4E-2E60CBD557BF}">
      <dgm:prSet/>
      <dgm:spPr/>
      <dgm:t>
        <a:bodyPr/>
        <a:lstStyle/>
        <a:p>
          <a:pPr rtl="0"/>
          <a:r>
            <a:rPr lang="en-US" dirty="0" smtClean="0"/>
            <a:t>President could </a:t>
          </a:r>
          <a:r>
            <a:rPr lang="en-US" dirty="0" smtClean="0">
              <a:solidFill>
                <a:srgbClr val="FF0000"/>
              </a:solidFill>
            </a:rPr>
            <a:t>dissolve</a:t>
          </a:r>
          <a:r>
            <a:rPr lang="en-US" dirty="0" smtClean="0"/>
            <a:t> CL</a:t>
          </a:r>
          <a:endParaRPr lang="en-US" dirty="0"/>
        </a:p>
      </dgm:t>
    </dgm:pt>
    <dgm:pt modelId="{CF29DC23-EFD9-4BEC-AF1D-FBDF2D59D473}" type="parTrans" cxnId="{C5CC4282-780F-43EF-8EEF-6483BA729831}">
      <dgm:prSet/>
      <dgm:spPr/>
      <dgm:t>
        <a:bodyPr/>
        <a:lstStyle/>
        <a:p>
          <a:endParaRPr lang="en-US"/>
        </a:p>
      </dgm:t>
    </dgm:pt>
    <dgm:pt modelId="{F957E025-3796-4D86-8228-2ED8C46B37F1}" type="sibTrans" cxnId="{C5CC4282-780F-43EF-8EEF-6483BA729831}">
      <dgm:prSet/>
      <dgm:spPr/>
      <dgm:t>
        <a:bodyPr/>
        <a:lstStyle/>
        <a:p>
          <a:endParaRPr lang="en-US"/>
        </a:p>
      </dgm:t>
    </dgm:pt>
    <dgm:pt modelId="{97117E82-CDD6-4F36-AA3B-209B3A7D723F}">
      <dgm:prSet/>
      <dgm:spPr/>
      <dgm:t>
        <a:bodyPr/>
        <a:lstStyle/>
        <a:p>
          <a:pPr rtl="0"/>
          <a:r>
            <a:rPr lang="en-US" dirty="0" smtClean="0"/>
            <a:t>Bilingual </a:t>
          </a:r>
          <a:endParaRPr lang="en-US" dirty="0"/>
        </a:p>
      </dgm:t>
    </dgm:pt>
    <dgm:pt modelId="{71FE02D1-248D-4EDD-BFE5-0490BD9C0F10}" type="parTrans" cxnId="{FBE900D0-ED5F-4CF1-A270-C82662640A47}">
      <dgm:prSet/>
      <dgm:spPr/>
      <dgm:t>
        <a:bodyPr/>
        <a:lstStyle/>
        <a:p>
          <a:endParaRPr lang="en-US"/>
        </a:p>
      </dgm:t>
    </dgm:pt>
    <dgm:pt modelId="{D06121B9-8FA6-48C3-9794-2B4424ADC81C}" type="sibTrans" cxnId="{FBE900D0-ED5F-4CF1-A270-C82662640A47}">
      <dgm:prSet/>
      <dgm:spPr/>
      <dgm:t>
        <a:bodyPr/>
        <a:lstStyle/>
        <a:p>
          <a:endParaRPr lang="en-US"/>
        </a:p>
      </dgm:t>
    </dgm:pt>
    <dgm:pt modelId="{A4351104-3E04-4914-975C-F6B0C4BA797D}" type="pres">
      <dgm:prSet presAssocID="{116983C8-5200-4073-83AD-47244DA06546}" presName="hierChild1" presStyleCnt="0">
        <dgm:presLayoutVars>
          <dgm:chPref val="1"/>
          <dgm:dir/>
          <dgm:animOne val="branch"/>
          <dgm:animLvl val="lvl"/>
          <dgm:resizeHandles/>
        </dgm:presLayoutVars>
      </dgm:prSet>
      <dgm:spPr/>
      <dgm:t>
        <a:bodyPr/>
        <a:lstStyle/>
        <a:p>
          <a:endParaRPr lang="en-US"/>
        </a:p>
      </dgm:t>
    </dgm:pt>
    <dgm:pt modelId="{BE426FB8-D29F-4CDA-8C1D-C5F1844CC383}" type="pres">
      <dgm:prSet presAssocID="{EB06D5A3-8E76-49FD-BB5B-A9CA80A3E35B}" presName="hierRoot1" presStyleCnt="0"/>
      <dgm:spPr/>
    </dgm:pt>
    <dgm:pt modelId="{B7E281B6-CCD2-413E-8E2D-795303A32B51}" type="pres">
      <dgm:prSet presAssocID="{EB06D5A3-8E76-49FD-BB5B-A9CA80A3E35B}" presName="composite" presStyleCnt="0"/>
      <dgm:spPr/>
    </dgm:pt>
    <dgm:pt modelId="{EB6FCDC9-8679-4058-85E9-4B52E21A0243}" type="pres">
      <dgm:prSet presAssocID="{EB06D5A3-8E76-49FD-BB5B-A9CA80A3E35B}" presName="background" presStyleLbl="node0" presStyleIdx="0" presStyleCnt="1"/>
      <dgm:spPr/>
    </dgm:pt>
    <dgm:pt modelId="{F2D05DAB-AE25-4E8E-B8A8-80547E39CA16}" type="pres">
      <dgm:prSet presAssocID="{EB06D5A3-8E76-49FD-BB5B-A9CA80A3E35B}" presName="text" presStyleLbl="fgAcc0" presStyleIdx="0" presStyleCnt="1">
        <dgm:presLayoutVars>
          <dgm:chPref val="3"/>
        </dgm:presLayoutVars>
      </dgm:prSet>
      <dgm:spPr/>
      <dgm:t>
        <a:bodyPr/>
        <a:lstStyle/>
        <a:p>
          <a:endParaRPr lang="en-US"/>
        </a:p>
      </dgm:t>
    </dgm:pt>
    <dgm:pt modelId="{2A6E720A-2769-4C49-9B9A-373B2EB60948}" type="pres">
      <dgm:prSet presAssocID="{EB06D5A3-8E76-49FD-BB5B-A9CA80A3E35B}" presName="hierChild2" presStyleCnt="0"/>
      <dgm:spPr/>
    </dgm:pt>
    <dgm:pt modelId="{D43FEA69-2548-4190-910C-63B9F3198D06}" type="pres">
      <dgm:prSet presAssocID="{4B879E92-B5BF-40FE-8F93-95AB6410A5A0}" presName="Name10" presStyleLbl="parChTrans1D2" presStyleIdx="0" presStyleCnt="4"/>
      <dgm:spPr/>
      <dgm:t>
        <a:bodyPr/>
        <a:lstStyle/>
        <a:p>
          <a:endParaRPr lang="en-US"/>
        </a:p>
      </dgm:t>
    </dgm:pt>
    <dgm:pt modelId="{D1CBAAF6-6378-48B7-9624-01D95D6FAF40}" type="pres">
      <dgm:prSet presAssocID="{543D20F5-E53C-4BEE-95F7-AA5002B192E6}" presName="hierRoot2" presStyleCnt="0"/>
      <dgm:spPr/>
    </dgm:pt>
    <dgm:pt modelId="{7F85563A-DEAA-4F49-91A5-8958573BBD6E}" type="pres">
      <dgm:prSet presAssocID="{543D20F5-E53C-4BEE-95F7-AA5002B192E6}" presName="composite2" presStyleCnt="0"/>
      <dgm:spPr/>
    </dgm:pt>
    <dgm:pt modelId="{4E8C2E54-1F46-4EED-8B15-0E9DC32B1159}" type="pres">
      <dgm:prSet presAssocID="{543D20F5-E53C-4BEE-95F7-AA5002B192E6}" presName="background2" presStyleLbl="node2" presStyleIdx="0" presStyleCnt="4"/>
      <dgm:spPr/>
    </dgm:pt>
    <dgm:pt modelId="{82F9E2CA-CE20-4C07-BCF5-6EC7E1785A8C}" type="pres">
      <dgm:prSet presAssocID="{543D20F5-E53C-4BEE-95F7-AA5002B192E6}" presName="text2" presStyleLbl="fgAcc2" presStyleIdx="0" presStyleCnt="4">
        <dgm:presLayoutVars>
          <dgm:chPref val="3"/>
        </dgm:presLayoutVars>
      </dgm:prSet>
      <dgm:spPr/>
      <dgm:t>
        <a:bodyPr/>
        <a:lstStyle/>
        <a:p>
          <a:endParaRPr lang="en-US"/>
        </a:p>
      </dgm:t>
    </dgm:pt>
    <dgm:pt modelId="{A41AFEDD-CFD6-4B27-A58F-23B8689613C6}" type="pres">
      <dgm:prSet presAssocID="{543D20F5-E53C-4BEE-95F7-AA5002B192E6}" presName="hierChild3" presStyleCnt="0"/>
      <dgm:spPr/>
    </dgm:pt>
    <dgm:pt modelId="{CE66414E-74A9-4259-93CF-2A6BC677F007}" type="pres">
      <dgm:prSet presAssocID="{D2372BF2-0268-4A59-8CFE-1E17B7131517}" presName="Name10" presStyleLbl="parChTrans1D2" presStyleIdx="1" presStyleCnt="4"/>
      <dgm:spPr/>
      <dgm:t>
        <a:bodyPr/>
        <a:lstStyle/>
        <a:p>
          <a:endParaRPr lang="en-US"/>
        </a:p>
      </dgm:t>
    </dgm:pt>
    <dgm:pt modelId="{4B045733-41BB-468F-9A82-4F71B77810A8}" type="pres">
      <dgm:prSet presAssocID="{958083CC-BC71-4A77-B557-1DA9837994BF}" presName="hierRoot2" presStyleCnt="0"/>
      <dgm:spPr/>
    </dgm:pt>
    <dgm:pt modelId="{49B4AC29-86E0-40C1-9383-2260EC1AD3F6}" type="pres">
      <dgm:prSet presAssocID="{958083CC-BC71-4A77-B557-1DA9837994BF}" presName="composite2" presStyleCnt="0"/>
      <dgm:spPr/>
    </dgm:pt>
    <dgm:pt modelId="{4F6C4D1F-1512-42DF-9589-A5B25DBC33B7}" type="pres">
      <dgm:prSet presAssocID="{958083CC-BC71-4A77-B557-1DA9837994BF}" presName="background2" presStyleLbl="node2" presStyleIdx="1" presStyleCnt="4"/>
      <dgm:spPr/>
    </dgm:pt>
    <dgm:pt modelId="{4BA17670-6D1C-47B2-900E-81526D212A83}" type="pres">
      <dgm:prSet presAssocID="{958083CC-BC71-4A77-B557-1DA9837994BF}" presName="text2" presStyleLbl="fgAcc2" presStyleIdx="1" presStyleCnt="4">
        <dgm:presLayoutVars>
          <dgm:chPref val="3"/>
        </dgm:presLayoutVars>
      </dgm:prSet>
      <dgm:spPr/>
      <dgm:t>
        <a:bodyPr/>
        <a:lstStyle/>
        <a:p>
          <a:endParaRPr lang="en-US"/>
        </a:p>
      </dgm:t>
    </dgm:pt>
    <dgm:pt modelId="{B85FB6C0-6803-4AC8-BA86-78B1B1A08526}" type="pres">
      <dgm:prSet presAssocID="{958083CC-BC71-4A77-B557-1DA9837994BF}" presName="hierChild3" presStyleCnt="0"/>
      <dgm:spPr/>
    </dgm:pt>
    <dgm:pt modelId="{EA41F738-52C9-40CE-801F-125A42CAD331}" type="pres">
      <dgm:prSet presAssocID="{CF29DC23-EFD9-4BEC-AF1D-FBDF2D59D473}" presName="Name10" presStyleLbl="parChTrans1D2" presStyleIdx="2" presStyleCnt="4"/>
      <dgm:spPr/>
      <dgm:t>
        <a:bodyPr/>
        <a:lstStyle/>
        <a:p>
          <a:endParaRPr lang="en-US"/>
        </a:p>
      </dgm:t>
    </dgm:pt>
    <dgm:pt modelId="{0990A653-DE11-4684-B48F-B544FF05DCAD}" type="pres">
      <dgm:prSet presAssocID="{FFAD69C0-0262-40E6-8D4E-2E60CBD557BF}" presName="hierRoot2" presStyleCnt="0"/>
      <dgm:spPr/>
    </dgm:pt>
    <dgm:pt modelId="{6D2582DD-CFF4-440E-BDF1-EACE4133CF7D}" type="pres">
      <dgm:prSet presAssocID="{FFAD69C0-0262-40E6-8D4E-2E60CBD557BF}" presName="composite2" presStyleCnt="0"/>
      <dgm:spPr/>
    </dgm:pt>
    <dgm:pt modelId="{87682D3E-F555-4C71-A527-E8457DF96D58}" type="pres">
      <dgm:prSet presAssocID="{FFAD69C0-0262-40E6-8D4E-2E60CBD557BF}" presName="background2" presStyleLbl="node2" presStyleIdx="2" presStyleCnt="4"/>
      <dgm:spPr/>
    </dgm:pt>
    <dgm:pt modelId="{65F6B1C4-A69F-41CE-8B15-4B321604EDD7}" type="pres">
      <dgm:prSet presAssocID="{FFAD69C0-0262-40E6-8D4E-2E60CBD557BF}" presName="text2" presStyleLbl="fgAcc2" presStyleIdx="2" presStyleCnt="4">
        <dgm:presLayoutVars>
          <dgm:chPref val="3"/>
        </dgm:presLayoutVars>
      </dgm:prSet>
      <dgm:spPr/>
      <dgm:t>
        <a:bodyPr/>
        <a:lstStyle/>
        <a:p>
          <a:endParaRPr lang="en-US"/>
        </a:p>
      </dgm:t>
    </dgm:pt>
    <dgm:pt modelId="{03AA8D0B-4DC3-4D3B-A442-53B17F30BE34}" type="pres">
      <dgm:prSet presAssocID="{FFAD69C0-0262-40E6-8D4E-2E60CBD557BF}" presName="hierChild3" presStyleCnt="0"/>
      <dgm:spPr/>
    </dgm:pt>
    <dgm:pt modelId="{146CAECC-52E8-44C1-9BCE-6BA66C41988F}" type="pres">
      <dgm:prSet presAssocID="{71FE02D1-248D-4EDD-BFE5-0490BD9C0F10}" presName="Name10" presStyleLbl="parChTrans1D2" presStyleIdx="3" presStyleCnt="4"/>
      <dgm:spPr/>
      <dgm:t>
        <a:bodyPr/>
        <a:lstStyle/>
        <a:p>
          <a:endParaRPr lang="en-US"/>
        </a:p>
      </dgm:t>
    </dgm:pt>
    <dgm:pt modelId="{94BFE8B1-A62A-496D-AAD6-093073D6996B}" type="pres">
      <dgm:prSet presAssocID="{97117E82-CDD6-4F36-AA3B-209B3A7D723F}" presName="hierRoot2" presStyleCnt="0"/>
      <dgm:spPr/>
    </dgm:pt>
    <dgm:pt modelId="{7769F718-1FED-49CF-B8A0-1A748A07AB76}" type="pres">
      <dgm:prSet presAssocID="{97117E82-CDD6-4F36-AA3B-209B3A7D723F}" presName="composite2" presStyleCnt="0"/>
      <dgm:spPr/>
    </dgm:pt>
    <dgm:pt modelId="{610A711B-6671-4641-87A4-F72D3AE770E2}" type="pres">
      <dgm:prSet presAssocID="{97117E82-CDD6-4F36-AA3B-209B3A7D723F}" presName="background2" presStyleLbl="node2" presStyleIdx="3" presStyleCnt="4"/>
      <dgm:spPr/>
    </dgm:pt>
    <dgm:pt modelId="{AA7E2073-50CE-4DA5-8E8C-597B662D5B6D}" type="pres">
      <dgm:prSet presAssocID="{97117E82-CDD6-4F36-AA3B-209B3A7D723F}" presName="text2" presStyleLbl="fgAcc2" presStyleIdx="3" presStyleCnt="4">
        <dgm:presLayoutVars>
          <dgm:chPref val="3"/>
        </dgm:presLayoutVars>
      </dgm:prSet>
      <dgm:spPr/>
      <dgm:t>
        <a:bodyPr/>
        <a:lstStyle/>
        <a:p>
          <a:endParaRPr lang="en-US"/>
        </a:p>
      </dgm:t>
    </dgm:pt>
    <dgm:pt modelId="{58B528D9-926E-4DE4-BF12-B0E165ED6F0D}" type="pres">
      <dgm:prSet presAssocID="{97117E82-CDD6-4F36-AA3B-209B3A7D723F}" presName="hierChild3" presStyleCnt="0"/>
      <dgm:spPr/>
    </dgm:pt>
  </dgm:ptLst>
  <dgm:cxnLst>
    <dgm:cxn modelId="{CEA166BE-1AFE-488A-8CD6-BD66F64EE2DA}" type="presOf" srcId="{97117E82-CDD6-4F36-AA3B-209B3A7D723F}" destId="{AA7E2073-50CE-4DA5-8E8C-597B662D5B6D}" srcOrd="0" destOrd="0" presId="urn:microsoft.com/office/officeart/2005/8/layout/hierarchy1"/>
    <dgm:cxn modelId="{05E0B502-A73E-4C7D-A70F-C6E5E5B393A5}" srcId="{EB06D5A3-8E76-49FD-BB5B-A9CA80A3E35B}" destId="{543D20F5-E53C-4BEE-95F7-AA5002B192E6}" srcOrd="0" destOrd="0" parTransId="{4B879E92-B5BF-40FE-8F93-95AB6410A5A0}" sibTransId="{15D3FF66-366A-46BF-BB04-DCCF3E4FF2B9}"/>
    <dgm:cxn modelId="{118FDF10-13B1-4530-B5DF-04996EF4B6DD}" type="presOf" srcId="{543D20F5-E53C-4BEE-95F7-AA5002B192E6}" destId="{82F9E2CA-CE20-4C07-BCF5-6EC7E1785A8C}" srcOrd="0" destOrd="0" presId="urn:microsoft.com/office/officeart/2005/8/layout/hierarchy1"/>
    <dgm:cxn modelId="{D1D88CD9-5524-472C-A538-81EFBFF24DDE}" type="presOf" srcId="{CF29DC23-EFD9-4BEC-AF1D-FBDF2D59D473}" destId="{EA41F738-52C9-40CE-801F-125A42CAD331}" srcOrd="0" destOrd="0" presId="urn:microsoft.com/office/officeart/2005/8/layout/hierarchy1"/>
    <dgm:cxn modelId="{27150B8A-D746-4441-97D6-06E642D3034B}" type="presOf" srcId="{116983C8-5200-4073-83AD-47244DA06546}" destId="{A4351104-3E04-4914-975C-F6B0C4BA797D}" srcOrd="0" destOrd="0" presId="urn:microsoft.com/office/officeart/2005/8/layout/hierarchy1"/>
    <dgm:cxn modelId="{9C04E80B-53A8-4929-8456-623A659BC8A4}" type="presOf" srcId="{EB06D5A3-8E76-49FD-BB5B-A9CA80A3E35B}" destId="{F2D05DAB-AE25-4E8E-B8A8-80547E39CA16}" srcOrd="0" destOrd="0" presId="urn:microsoft.com/office/officeart/2005/8/layout/hierarchy1"/>
    <dgm:cxn modelId="{2EA42B00-4E3B-455E-896A-85E52DD906E3}" type="presOf" srcId="{71FE02D1-248D-4EDD-BFE5-0490BD9C0F10}" destId="{146CAECC-52E8-44C1-9BCE-6BA66C41988F}" srcOrd="0" destOrd="0" presId="urn:microsoft.com/office/officeart/2005/8/layout/hierarchy1"/>
    <dgm:cxn modelId="{CCD37B04-56EB-4651-9562-1457512A2208}" type="presOf" srcId="{FFAD69C0-0262-40E6-8D4E-2E60CBD557BF}" destId="{65F6B1C4-A69F-41CE-8B15-4B321604EDD7}" srcOrd="0" destOrd="0" presId="urn:microsoft.com/office/officeart/2005/8/layout/hierarchy1"/>
    <dgm:cxn modelId="{4A3132E4-09CB-449A-8E88-945BDFA308FB}" type="presOf" srcId="{D2372BF2-0268-4A59-8CFE-1E17B7131517}" destId="{CE66414E-74A9-4259-93CF-2A6BC677F007}" srcOrd="0" destOrd="0" presId="urn:microsoft.com/office/officeart/2005/8/layout/hierarchy1"/>
    <dgm:cxn modelId="{88312CBA-F64B-4237-B75A-BB9FE0870F91}" type="presOf" srcId="{958083CC-BC71-4A77-B557-1DA9837994BF}" destId="{4BA17670-6D1C-47B2-900E-81526D212A83}" srcOrd="0" destOrd="0" presId="urn:microsoft.com/office/officeart/2005/8/layout/hierarchy1"/>
    <dgm:cxn modelId="{C5CC4282-780F-43EF-8EEF-6483BA729831}" srcId="{EB06D5A3-8E76-49FD-BB5B-A9CA80A3E35B}" destId="{FFAD69C0-0262-40E6-8D4E-2E60CBD557BF}" srcOrd="2" destOrd="0" parTransId="{CF29DC23-EFD9-4BEC-AF1D-FBDF2D59D473}" sibTransId="{F957E025-3796-4D86-8228-2ED8C46B37F1}"/>
    <dgm:cxn modelId="{474F44A2-9D5A-4794-B0AF-84327E1CFBE0}" srcId="{116983C8-5200-4073-83AD-47244DA06546}" destId="{EB06D5A3-8E76-49FD-BB5B-A9CA80A3E35B}" srcOrd="0" destOrd="0" parTransId="{8F942E1E-91EE-4C5B-9CCF-B617B8F95FD0}" sibTransId="{DD535786-BD4D-4B98-AB99-506C073C1436}"/>
    <dgm:cxn modelId="{35C952F0-3EEB-4B50-B1FE-B4195332D5A1}" srcId="{EB06D5A3-8E76-49FD-BB5B-A9CA80A3E35B}" destId="{958083CC-BC71-4A77-B557-1DA9837994BF}" srcOrd="1" destOrd="0" parTransId="{D2372BF2-0268-4A59-8CFE-1E17B7131517}" sibTransId="{01AA2B1A-F3C6-466A-9E60-C184687EF4BF}"/>
    <dgm:cxn modelId="{FBE900D0-ED5F-4CF1-A270-C82662640A47}" srcId="{EB06D5A3-8E76-49FD-BB5B-A9CA80A3E35B}" destId="{97117E82-CDD6-4F36-AA3B-209B3A7D723F}" srcOrd="3" destOrd="0" parTransId="{71FE02D1-248D-4EDD-BFE5-0490BD9C0F10}" sibTransId="{D06121B9-8FA6-48C3-9794-2B4424ADC81C}"/>
    <dgm:cxn modelId="{E2367F38-46A6-4BEA-927D-1017B7EA9329}" type="presOf" srcId="{4B879E92-B5BF-40FE-8F93-95AB6410A5A0}" destId="{D43FEA69-2548-4190-910C-63B9F3198D06}" srcOrd="0" destOrd="0" presId="urn:microsoft.com/office/officeart/2005/8/layout/hierarchy1"/>
    <dgm:cxn modelId="{90C519C1-EC64-419C-B4B9-178020906AC9}" type="presParOf" srcId="{A4351104-3E04-4914-975C-F6B0C4BA797D}" destId="{BE426FB8-D29F-4CDA-8C1D-C5F1844CC383}" srcOrd="0" destOrd="0" presId="urn:microsoft.com/office/officeart/2005/8/layout/hierarchy1"/>
    <dgm:cxn modelId="{949E2D73-60CA-407E-BC2B-74C42FFA5F71}" type="presParOf" srcId="{BE426FB8-D29F-4CDA-8C1D-C5F1844CC383}" destId="{B7E281B6-CCD2-413E-8E2D-795303A32B51}" srcOrd="0" destOrd="0" presId="urn:microsoft.com/office/officeart/2005/8/layout/hierarchy1"/>
    <dgm:cxn modelId="{1099B98F-B559-45DB-B44A-5FDA7B2CC6CB}" type="presParOf" srcId="{B7E281B6-CCD2-413E-8E2D-795303A32B51}" destId="{EB6FCDC9-8679-4058-85E9-4B52E21A0243}" srcOrd="0" destOrd="0" presId="urn:microsoft.com/office/officeart/2005/8/layout/hierarchy1"/>
    <dgm:cxn modelId="{F14A78C8-506B-49ED-BF07-94DF91EE23F8}" type="presParOf" srcId="{B7E281B6-CCD2-413E-8E2D-795303A32B51}" destId="{F2D05DAB-AE25-4E8E-B8A8-80547E39CA16}" srcOrd="1" destOrd="0" presId="urn:microsoft.com/office/officeart/2005/8/layout/hierarchy1"/>
    <dgm:cxn modelId="{D21B6102-AA3B-465D-A0E6-B3401CEA6950}" type="presParOf" srcId="{BE426FB8-D29F-4CDA-8C1D-C5F1844CC383}" destId="{2A6E720A-2769-4C49-9B9A-373B2EB60948}" srcOrd="1" destOrd="0" presId="urn:microsoft.com/office/officeart/2005/8/layout/hierarchy1"/>
    <dgm:cxn modelId="{96C2C086-71CA-46E3-864F-F8018EFD9C2C}" type="presParOf" srcId="{2A6E720A-2769-4C49-9B9A-373B2EB60948}" destId="{D43FEA69-2548-4190-910C-63B9F3198D06}" srcOrd="0" destOrd="0" presId="urn:microsoft.com/office/officeart/2005/8/layout/hierarchy1"/>
    <dgm:cxn modelId="{6EE6EF94-87B7-425C-9AF0-67E0309D6E57}" type="presParOf" srcId="{2A6E720A-2769-4C49-9B9A-373B2EB60948}" destId="{D1CBAAF6-6378-48B7-9624-01D95D6FAF40}" srcOrd="1" destOrd="0" presId="urn:microsoft.com/office/officeart/2005/8/layout/hierarchy1"/>
    <dgm:cxn modelId="{A964EC41-F4CE-4B73-8F75-DCA63F631C63}" type="presParOf" srcId="{D1CBAAF6-6378-48B7-9624-01D95D6FAF40}" destId="{7F85563A-DEAA-4F49-91A5-8958573BBD6E}" srcOrd="0" destOrd="0" presId="urn:microsoft.com/office/officeart/2005/8/layout/hierarchy1"/>
    <dgm:cxn modelId="{87E0E65B-4644-4930-8787-ED112396DF7D}" type="presParOf" srcId="{7F85563A-DEAA-4F49-91A5-8958573BBD6E}" destId="{4E8C2E54-1F46-4EED-8B15-0E9DC32B1159}" srcOrd="0" destOrd="0" presId="urn:microsoft.com/office/officeart/2005/8/layout/hierarchy1"/>
    <dgm:cxn modelId="{52352D0D-4E12-4C37-9752-67B47A3B249C}" type="presParOf" srcId="{7F85563A-DEAA-4F49-91A5-8958573BBD6E}" destId="{82F9E2CA-CE20-4C07-BCF5-6EC7E1785A8C}" srcOrd="1" destOrd="0" presId="urn:microsoft.com/office/officeart/2005/8/layout/hierarchy1"/>
    <dgm:cxn modelId="{88DF97B1-F6F1-4EDE-88C3-A5014F6A3B16}" type="presParOf" srcId="{D1CBAAF6-6378-48B7-9624-01D95D6FAF40}" destId="{A41AFEDD-CFD6-4B27-A58F-23B8689613C6}" srcOrd="1" destOrd="0" presId="urn:microsoft.com/office/officeart/2005/8/layout/hierarchy1"/>
    <dgm:cxn modelId="{066C384B-923D-48F9-BF43-0023992A5652}" type="presParOf" srcId="{2A6E720A-2769-4C49-9B9A-373B2EB60948}" destId="{CE66414E-74A9-4259-93CF-2A6BC677F007}" srcOrd="2" destOrd="0" presId="urn:microsoft.com/office/officeart/2005/8/layout/hierarchy1"/>
    <dgm:cxn modelId="{D71CD080-B86E-4A35-83B3-F47BA93E7186}" type="presParOf" srcId="{2A6E720A-2769-4C49-9B9A-373B2EB60948}" destId="{4B045733-41BB-468F-9A82-4F71B77810A8}" srcOrd="3" destOrd="0" presId="urn:microsoft.com/office/officeart/2005/8/layout/hierarchy1"/>
    <dgm:cxn modelId="{B4123BF4-A898-47D5-87C5-91401B83DDCA}" type="presParOf" srcId="{4B045733-41BB-468F-9A82-4F71B77810A8}" destId="{49B4AC29-86E0-40C1-9383-2260EC1AD3F6}" srcOrd="0" destOrd="0" presId="urn:microsoft.com/office/officeart/2005/8/layout/hierarchy1"/>
    <dgm:cxn modelId="{33395CC0-AC0E-4C09-864C-21B3DBAF42D2}" type="presParOf" srcId="{49B4AC29-86E0-40C1-9383-2260EC1AD3F6}" destId="{4F6C4D1F-1512-42DF-9589-A5B25DBC33B7}" srcOrd="0" destOrd="0" presId="urn:microsoft.com/office/officeart/2005/8/layout/hierarchy1"/>
    <dgm:cxn modelId="{B3A1E067-ABEC-433E-9E00-D2647A206B72}" type="presParOf" srcId="{49B4AC29-86E0-40C1-9383-2260EC1AD3F6}" destId="{4BA17670-6D1C-47B2-900E-81526D212A83}" srcOrd="1" destOrd="0" presId="urn:microsoft.com/office/officeart/2005/8/layout/hierarchy1"/>
    <dgm:cxn modelId="{EFC0F601-42FC-47F3-AC90-D93F7F7519EE}" type="presParOf" srcId="{4B045733-41BB-468F-9A82-4F71B77810A8}" destId="{B85FB6C0-6803-4AC8-BA86-78B1B1A08526}" srcOrd="1" destOrd="0" presId="urn:microsoft.com/office/officeart/2005/8/layout/hierarchy1"/>
    <dgm:cxn modelId="{5057FEA0-C663-4260-964A-1CF9881DB7B5}" type="presParOf" srcId="{2A6E720A-2769-4C49-9B9A-373B2EB60948}" destId="{EA41F738-52C9-40CE-801F-125A42CAD331}" srcOrd="4" destOrd="0" presId="urn:microsoft.com/office/officeart/2005/8/layout/hierarchy1"/>
    <dgm:cxn modelId="{FE6C7C69-AF6A-493B-AA62-DAE15A9DBAD2}" type="presParOf" srcId="{2A6E720A-2769-4C49-9B9A-373B2EB60948}" destId="{0990A653-DE11-4684-B48F-B544FF05DCAD}" srcOrd="5" destOrd="0" presId="urn:microsoft.com/office/officeart/2005/8/layout/hierarchy1"/>
    <dgm:cxn modelId="{437969BA-2FF5-42F6-86AD-2431DB6BCAEC}" type="presParOf" srcId="{0990A653-DE11-4684-B48F-B544FF05DCAD}" destId="{6D2582DD-CFF4-440E-BDF1-EACE4133CF7D}" srcOrd="0" destOrd="0" presId="urn:microsoft.com/office/officeart/2005/8/layout/hierarchy1"/>
    <dgm:cxn modelId="{9060A8C5-3255-4367-963C-E2ED80A5D726}" type="presParOf" srcId="{6D2582DD-CFF4-440E-BDF1-EACE4133CF7D}" destId="{87682D3E-F555-4C71-A527-E8457DF96D58}" srcOrd="0" destOrd="0" presId="urn:microsoft.com/office/officeart/2005/8/layout/hierarchy1"/>
    <dgm:cxn modelId="{7748BBC1-28EE-46A3-A920-DC84CADC8859}" type="presParOf" srcId="{6D2582DD-CFF4-440E-BDF1-EACE4133CF7D}" destId="{65F6B1C4-A69F-41CE-8B15-4B321604EDD7}" srcOrd="1" destOrd="0" presId="urn:microsoft.com/office/officeart/2005/8/layout/hierarchy1"/>
    <dgm:cxn modelId="{26F0F592-A2D0-4BB3-91EA-45BBBED07191}" type="presParOf" srcId="{0990A653-DE11-4684-B48F-B544FF05DCAD}" destId="{03AA8D0B-4DC3-4D3B-A442-53B17F30BE34}" srcOrd="1" destOrd="0" presId="urn:microsoft.com/office/officeart/2005/8/layout/hierarchy1"/>
    <dgm:cxn modelId="{2678B78D-EB4D-44F4-B35D-0BAA2578DEFA}" type="presParOf" srcId="{2A6E720A-2769-4C49-9B9A-373B2EB60948}" destId="{146CAECC-52E8-44C1-9BCE-6BA66C41988F}" srcOrd="6" destOrd="0" presId="urn:microsoft.com/office/officeart/2005/8/layout/hierarchy1"/>
    <dgm:cxn modelId="{9ECC81F8-6475-40FD-8E2B-0928B514911D}" type="presParOf" srcId="{2A6E720A-2769-4C49-9B9A-373B2EB60948}" destId="{94BFE8B1-A62A-496D-AAD6-093073D6996B}" srcOrd="7" destOrd="0" presId="urn:microsoft.com/office/officeart/2005/8/layout/hierarchy1"/>
    <dgm:cxn modelId="{EB2E039A-E431-4899-B85B-249F0211E854}" type="presParOf" srcId="{94BFE8B1-A62A-496D-AAD6-093073D6996B}" destId="{7769F718-1FED-49CF-B8A0-1A748A07AB76}" srcOrd="0" destOrd="0" presId="urn:microsoft.com/office/officeart/2005/8/layout/hierarchy1"/>
    <dgm:cxn modelId="{EA03163C-218E-468B-A722-F400DE382CA0}" type="presParOf" srcId="{7769F718-1FED-49CF-B8A0-1A748A07AB76}" destId="{610A711B-6671-4641-87A4-F72D3AE770E2}" srcOrd="0" destOrd="0" presId="urn:microsoft.com/office/officeart/2005/8/layout/hierarchy1"/>
    <dgm:cxn modelId="{870680B4-4A6B-4669-9EC2-AD92983E925E}" type="presParOf" srcId="{7769F718-1FED-49CF-B8A0-1A748A07AB76}" destId="{AA7E2073-50CE-4DA5-8E8C-597B662D5B6D}" srcOrd="1" destOrd="0" presId="urn:microsoft.com/office/officeart/2005/8/layout/hierarchy1"/>
    <dgm:cxn modelId="{84AFE921-A924-4106-A177-8E969EBD1742}" type="presParOf" srcId="{94BFE8B1-A62A-496D-AAD6-093073D6996B}" destId="{58B528D9-926E-4DE4-BF12-B0E165ED6F0D}" srcOrd="1" destOrd="0" presId="urn:microsoft.com/office/officeart/2005/8/layout/hierarchy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4D9A65A2-D581-4B22-B093-043B61DAFDA5}" type="doc">
      <dgm:prSet loTypeId="urn:microsoft.com/office/officeart/2008/layout/HorizontalMultiLevelHierarchy" loCatId="hierarchy" qsTypeId="urn:microsoft.com/office/officeart/2005/8/quickstyle/simple1" qsCatId="simple" csTypeId="urn:microsoft.com/office/officeart/2005/8/colors/accent2_1" csCatId="accent2"/>
      <dgm:spPr/>
      <dgm:t>
        <a:bodyPr/>
        <a:lstStyle/>
        <a:p>
          <a:endParaRPr lang="en-US"/>
        </a:p>
      </dgm:t>
    </dgm:pt>
    <dgm:pt modelId="{D9B52060-AA6E-47FC-979F-F3A13688EC63}">
      <dgm:prSet/>
      <dgm:spPr/>
      <dgm:t>
        <a:bodyPr/>
        <a:lstStyle/>
        <a:p>
          <a:pPr rtl="0"/>
          <a:r>
            <a:rPr lang="en-US" smtClean="0"/>
            <a:t>Challenges before Constituent Assembly </a:t>
          </a:r>
          <a:endParaRPr lang="en-US"/>
        </a:p>
      </dgm:t>
    </dgm:pt>
    <dgm:pt modelId="{C451113F-1385-48B8-8FC8-1445ECD9429D}" type="parTrans" cxnId="{ABD9D9AC-4FC2-4445-806B-79D779EC2879}">
      <dgm:prSet/>
      <dgm:spPr/>
      <dgm:t>
        <a:bodyPr/>
        <a:lstStyle/>
        <a:p>
          <a:endParaRPr lang="en-US"/>
        </a:p>
      </dgm:t>
    </dgm:pt>
    <dgm:pt modelId="{2DD662BA-0B8D-4F71-9A60-80617D97337F}" type="sibTrans" cxnId="{ABD9D9AC-4FC2-4445-806B-79D779EC2879}">
      <dgm:prSet/>
      <dgm:spPr/>
      <dgm:t>
        <a:bodyPr/>
        <a:lstStyle/>
        <a:p>
          <a:endParaRPr lang="en-US"/>
        </a:p>
      </dgm:t>
    </dgm:pt>
    <dgm:pt modelId="{1C7CF0E3-DC13-4653-9100-49F734ECC094}">
      <dgm:prSet/>
      <dgm:spPr/>
      <dgm:t>
        <a:bodyPr/>
        <a:lstStyle/>
        <a:p>
          <a:pPr rtl="0"/>
          <a:r>
            <a:rPr lang="en-US" dirty="0" smtClean="0"/>
            <a:t>Character of Constitution (</a:t>
          </a:r>
          <a:r>
            <a:rPr lang="en-US" dirty="0" smtClean="0">
              <a:solidFill>
                <a:srgbClr val="FF0000"/>
              </a:solidFill>
            </a:rPr>
            <a:t>Western</a:t>
          </a:r>
          <a:r>
            <a:rPr lang="en-US" dirty="0" smtClean="0"/>
            <a:t> or Islamic)</a:t>
          </a:r>
          <a:endParaRPr lang="en-US" dirty="0"/>
        </a:p>
      </dgm:t>
    </dgm:pt>
    <dgm:pt modelId="{9B0CF177-4534-4318-9811-49AF71308AEC}" type="parTrans" cxnId="{892867E5-5652-4A2C-8DEA-466AA2440BCA}">
      <dgm:prSet/>
      <dgm:spPr/>
      <dgm:t>
        <a:bodyPr/>
        <a:lstStyle/>
        <a:p>
          <a:endParaRPr lang="en-US"/>
        </a:p>
      </dgm:t>
    </dgm:pt>
    <dgm:pt modelId="{0FE28732-BA39-4E96-B951-F183081B44A3}" type="sibTrans" cxnId="{892867E5-5652-4A2C-8DEA-466AA2440BCA}">
      <dgm:prSet/>
      <dgm:spPr/>
      <dgm:t>
        <a:bodyPr/>
        <a:lstStyle/>
        <a:p>
          <a:endParaRPr lang="en-US"/>
        </a:p>
      </dgm:t>
    </dgm:pt>
    <dgm:pt modelId="{B90ED2A2-D511-4FED-9751-E924BE9AA242}">
      <dgm:prSet/>
      <dgm:spPr/>
      <dgm:t>
        <a:bodyPr/>
        <a:lstStyle/>
        <a:p>
          <a:pPr rtl="0"/>
          <a:r>
            <a:rPr lang="en-US" dirty="0" smtClean="0"/>
            <a:t>Distribution (</a:t>
          </a:r>
          <a:r>
            <a:rPr lang="en-US" dirty="0" smtClean="0">
              <a:solidFill>
                <a:srgbClr val="FF0000"/>
              </a:solidFill>
            </a:rPr>
            <a:t>Geographic</a:t>
          </a:r>
          <a:r>
            <a:rPr lang="en-US" dirty="0" smtClean="0"/>
            <a:t> &amp; Representation)</a:t>
          </a:r>
          <a:endParaRPr lang="en-US" dirty="0"/>
        </a:p>
      </dgm:t>
    </dgm:pt>
    <dgm:pt modelId="{F297055E-760B-420E-AD50-8A5A2DB47F14}" type="parTrans" cxnId="{6ED6C9D2-71B6-4CC1-8050-24817FA81EF6}">
      <dgm:prSet/>
      <dgm:spPr/>
      <dgm:t>
        <a:bodyPr/>
        <a:lstStyle/>
        <a:p>
          <a:endParaRPr lang="en-US"/>
        </a:p>
      </dgm:t>
    </dgm:pt>
    <dgm:pt modelId="{3C2EE328-3AE1-49FF-ADEF-EAE1CD7EF293}" type="sibTrans" cxnId="{6ED6C9D2-71B6-4CC1-8050-24817FA81EF6}">
      <dgm:prSet/>
      <dgm:spPr/>
      <dgm:t>
        <a:bodyPr/>
        <a:lstStyle/>
        <a:p>
          <a:endParaRPr lang="en-US"/>
        </a:p>
      </dgm:t>
    </dgm:pt>
    <dgm:pt modelId="{0763E8E5-01E3-49ED-8727-F143BCFDB3B3}">
      <dgm:prSet/>
      <dgm:spPr/>
      <dgm:t>
        <a:bodyPr/>
        <a:lstStyle/>
        <a:p>
          <a:pPr rtl="0"/>
          <a:r>
            <a:rPr lang="en-US" dirty="0" smtClean="0"/>
            <a:t>Language Controversy (Urdu or </a:t>
          </a:r>
          <a:r>
            <a:rPr lang="en-US" dirty="0" smtClean="0">
              <a:solidFill>
                <a:srgbClr val="FF0000"/>
              </a:solidFill>
            </a:rPr>
            <a:t>Bengali</a:t>
          </a:r>
          <a:r>
            <a:rPr lang="en-US" dirty="0" smtClean="0"/>
            <a:t>)</a:t>
          </a:r>
          <a:endParaRPr lang="en-US" dirty="0"/>
        </a:p>
      </dgm:t>
    </dgm:pt>
    <dgm:pt modelId="{26CFC3A7-3EED-4EA0-8577-831809FC1165}" type="parTrans" cxnId="{CFC2E988-B56D-4D61-BECC-24AA40F20F2D}">
      <dgm:prSet/>
      <dgm:spPr/>
      <dgm:t>
        <a:bodyPr/>
        <a:lstStyle/>
        <a:p>
          <a:endParaRPr lang="en-US"/>
        </a:p>
      </dgm:t>
    </dgm:pt>
    <dgm:pt modelId="{442BF9D1-255A-4378-A04F-1FF00E2A5976}" type="sibTrans" cxnId="{CFC2E988-B56D-4D61-BECC-24AA40F20F2D}">
      <dgm:prSet/>
      <dgm:spPr/>
      <dgm:t>
        <a:bodyPr/>
        <a:lstStyle/>
        <a:p>
          <a:endParaRPr lang="en-US"/>
        </a:p>
      </dgm:t>
    </dgm:pt>
    <dgm:pt modelId="{2F611725-73CB-4643-9B13-9260B034565C}">
      <dgm:prSet/>
      <dgm:spPr/>
      <dgm:t>
        <a:bodyPr/>
        <a:lstStyle/>
        <a:p>
          <a:pPr rtl="0"/>
          <a:r>
            <a:rPr lang="en-US" dirty="0" smtClean="0"/>
            <a:t>Form of Govt. (</a:t>
          </a:r>
          <a:r>
            <a:rPr lang="en-US" dirty="0" smtClean="0">
              <a:solidFill>
                <a:srgbClr val="FF0000"/>
              </a:solidFill>
            </a:rPr>
            <a:t>Presidential</a:t>
          </a:r>
          <a:r>
            <a:rPr lang="en-US" dirty="0" smtClean="0"/>
            <a:t> or Parliamentary)</a:t>
          </a:r>
          <a:endParaRPr lang="en-US" dirty="0"/>
        </a:p>
      </dgm:t>
    </dgm:pt>
    <dgm:pt modelId="{B59FF1CE-19B5-48BE-B699-4D8F51CDA268}" type="parTrans" cxnId="{5AAF7EAA-D47A-4BD1-BE48-348E724B56D4}">
      <dgm:prSet/>
      <dgm:spPr/>
      <dgm:t>
        <a:bodyPr/>
        <a:lstStyle/>
        <a:p>
          <a:endParaRPr lang="en-US"/>
        </a:p>
      </dgm:t>
    </dgm:pt>
    <dgm:pt modelId="{7D820B3F-4624-4A94-94A7-91A9C2585196}" type="sibTrans" cxnId="{5AAF7EAA-D47A-4BD1-BE48-348E724B56D4}">
      <dgm:prSet/>
      <dgm:spPr/>
      <dgm:t>
        <a:bodyPr/>
        <a:lstStyle/>
        <a:p>
          <a:endParaRPr lang="en-US"/>
        </a:p>
      </dgm:t>
    </dgm:pt>
    <dgm:pt modelId="{572233CD-7F88-4257-9401-6BB5BB0EE971}" type="pres">
      <dgm:prSet presAssocID="{4D9A65A2-D581-4B22-B093-043B61DAFDA5}" presName="Name0" presStyleCnt="0">
        <dgm:presLayoutVars>
          <dgm:chPref val="1"/>
          <dgm:dir/>
          <dgm:animOne val="branch"/>
          <dgm:animLvl val="lvl"/>
          <dgm:resizeHandles val="exact"/>
        </dgm:presLayoutVars>
      </dgm:prSet>
      <dgm:spPr/>
      <dgm:t>
        <a:bodyPr/>
        <a:lstStyle/>
        <a:p>
          <a:endParaRPr lang="en-US"/>
        </a:p>
      </dgm:t>
    </dgm:pt>
    <dgm:pt modelId="{5D836722-4AC8-4485-8AD8-58ABD62195C7}" type="pres">
      <dgm:prSet presAssocID="{D9B52060-AA6E-47FC-979F-F3A13688EC63}" presName="root1" presStyleCnt="0"/>
      <dgm:spPr/>
    </dgm:pt>
    <dgm:pt modelId="{038FFABE-8797-425E-A287-5A5A77A1252B}" type="pres">
      <dgm:prSet presAssocID="{D9B52060-AA6E-47FC-979F-F3A13688EC63}" presName="LevelOneTextNode" presStyleLbl="node0" presStyleIdx="0" presStyleCnt="1">
        <dgm:presLayoutVars>
          <dgm:chPref val="3"/>
        </dgm:presLayoutVars>
      </dgm:prSet>
      <dgm:spPr/>
      <dgm:t>
        <a:bodyPr/>
        <a:lstStyle/>
        <a:p>
          <a:endParaRPr lang="en-US"/>
        </a:p>
      </dgm:t>
    </dgm:pt>
    <dgm:pt modelId="{CDEC46BF-BA45-4466-9D6C-BCB3F416C198}" type="pres">
      <dgm:prSet presAssocID="{D9B52060-AA6E-47FC-979F-F3A13688EC63}" presName="level2hierChild" presStyleCnt="0"/>
      <dgm:spPr/>
    </dgm:pt>
    <dgm:pt modelId="{3EACCDB6-D1F2-4CB0-BB0E-ED7422DFE8BC}" type="pres">
      <dgm:prSet presAssocID="{9B0CF177-4534-4318-9811-49AF71308AEC}" presName="conn2-1" presStyleLbl="parChTrans1D2" presStyleIdx="0" presStyleCnt="4"/>
      <dgm:spPr/>
      <dgm:t>
        <a:bodyPr/>
        <a:lstStyle/>
        <a:p>
          <a:endParaRPr lang="en-US"/>
        </a:p>
      </dgm:t>
    </dgm:pt>
    <dgm:pt modelId="{9BB01EDF-0EE4-460B-A423-AAB643978C44}" type="pres">
      <dgm:prSet presAssocID="{9B0CF177-4534-4318-9811-49AF71308AEC}" presName="connTx" presStyleLbl="parChTrans1D2" presStyleIdx="0" presStyleCnt="4"/>
      <dgm:spPr/>
      <dgm:t>
        <a:bodyPr/>
        <a:lstStyle/>
        <a:p>
          <a:endParaRPr lang="en-US"/>
        </a:p>
      </dgm:t>
    </dgm:pt>
    <dgm:pt modelId="{41EECE26-C41D-48B3-B76C-0A28C345D9A3}" type="pres">
      <dgm:prSet presAssocID="{1C7CF0E3-DC13-4653-9100-49F734ECC094}" presName="root2" presStyleCnt="0"/>
      <dgm:spPr/>
    </dgm:pt>
    <dgm:pt modelId="{2AE2DF21-0173-40A1-A90C-907DFAC21F47}" type="pres">
      <dgm:prSet presAssocID="{1C7CF0E3-DC13-4653-9100-49F734ECC094}" presName="LevelTwoTextNode" presStyleLbl="node2" presStyleIdx="0" presStyleCnt="4">
        <dgm:presLayoutVars>
          <dgm:chPref val="3"/>
        </dgm:presLayoutVars>
      </dgm:prSet>
      <dgm:spPr/>
      <dgm:t>
        <a:bodyPr/>
        <a:lstStyle/>
        <a:p>
          <a:endParaRPr lang="en-US"/>
        </a:p>
      </dgm:t>
    </dgm:pt>
    <dgm:pt modelId="{D243DE78-BCD0-4AB0-A01B-B0AA5989EF1C}" type="pres">
      <dgm:prSet presAssocID="{1C7CF0E3-DC13-4653-9100-49F734ECC094}" presName="level3hierChild" presStyleCnt="0"/>
      <dgm:spPr/>
    </dgm:pt>
    <dgm:pt modelId="{4DDA3F46-53EB-4E68-B8B9-68DEB47650AB}" type="pres">
      <dgm:prSet presAssocID="{F297055E-760B-420E-AD50-8A5A2DB47F14}" presName="conn2-1" presStyleLbl="parChTrans1D2" presStyleIdx="1" presStyleCnt="4"/>
      <dgm:spPr/>
      <dgm:t>
        <a:bodyPr/>
        <a:lstStyle/>
        <a:p>
          <a:endParaRPr lang="en-US"/>
        </a:p>
      </dgm:t>
    </dgm:pt>
    <dgm:pt modelId="{820D9A6D-D46E-477B-9B90-560086DCB62A}" type="pres">
      <dgm:prSet presAssocID="{F297055E-760B-420E-AD50-8A5A2DB47F14}" presName="connTx" presStyleLbl="parChTrans1D2" presStyleIdx="1" presStyleCnt="4"/>
      <dgm:spPr/>
      <dgm:t>
        <a:bodyPr/>
        <a:lstStyle/>
        <a:p>
          <a:endParaRPr lang="en-US"/>
        </a:p>
      </dgm:t>
    </dgm:pt>
    <dgm:pt modelId="{459D45D1-D583-4008-925A-8F1B98849093}" type="pres">
      <dgm:prSet presAssocID="{B90ED2A2-D511-4FED-9751-E924BE9AA242}" presName="root2" presStyleCnt="0"/>
      <dgm:spPr/>
    </dgm:pt>
    <dgm:pt modelId="{93FAD7EF-85E1-423B-A532-48C5ABBA2AA8}" type="pres">
      <dgm:prSet presAssocID="{B90ED2A2-D511-4FED-9751-E924BE9AA242}" presName="LevelTwoTextNode" presStyleLbl="node2" presStyleIdx="1" presStyleCnt="4">
        <dgm:presLayoutVars>
          <dgm:chPref val="3"/>
        </dgm:presLayoutVars>
      </dgm:prSet>
      <dgm:spPr/>
      <dgm:t>
        <a:bodyPr/>
        <a:lstStyle/>
        <a:p>
          <a:endParaRPr lang="en-US"/>
        </a:p>
      </dgm:t>
    </dgm:pt>
    <dgm:pt modelId="{0D48926A-4F3A-414F-9263-996683D7BE2E}" type="pres">
      <dgm:prSet presAssocID="{B90ED2A2-D511-4FED-9751-E924BE9AA242}" presName="level3hierChild" presStyleCnt="0"/>
      <dgm:spPr/>
    </dgm:pt>
    <dgm:pt modelId="{5DA71C3D-A086-4A27-944C-5ED14ABBA24B}" type="pres">
      <dgm:prSet presAssocID="{26CFC3A7-3EED-4EA0-8577-831809FC1165}" presName="conn2-1" presStyleLbl="parChTrans1D2" presStyleIdx="2" presStyleCnt="4"/>
      <dgm:spPr/>
      <dgm:t>
        <a:bodyPr/>
        <a:lstStyle/>
        <a:p>
          <a:endParaRPr lang="en-US"/>
        </a:p>
      </dgm:t>
    </dgm:pt>
    <dgm:pt modelId="{0ADF4CA9-6322-4CF3-ACFB-631DE242E0F3}" type="pres">
      <dgm:prSet presAssocID="{26CFC3A7-3EED-4EA0-8577-831809FC1165}" presName="connTx" presStyleLbl="parChTrans1D2" presStyleIdx="2" presStyleCnt="4"/>
      <dgm:spPr/>
      <dgm:t>
        <a:bodyPr/>
        <a:lstStyle/>
        <a:p>
          <a:endParaRPr lang="en-US"/>
        </a:p>
      </dgm:t>
    </dgm:pt>
    <dgm:pt modelId="{4EBF572E-3F6F-4622-BF65-41AB4F53B0C3}" type="pres">
      <dgm:prSet presAssocID="{0763E8E5-01E3-49ED-8727-F143BCFDB3B3}" presName="root2" presStyleCnt="0"/>
      <dgm:spPr/>
    </dgm:pt>
    <dgm:pt modelId="{1FAFE5BE-A8CF-4CBF-AD33-ACD5086C34C9}" type="pres">
      <dgm:prSet presAssocID="{0763E8E5-01E3-49ED-8727-F143BCFDB3B3}" presName="LevelTwoTextNode" presStyleLbl="node2" presStyleIdx="2" presStyleCnt="4">
        <dgm:presLayoutVars>
          <dgm:chPref val="3"/>
        </dgm:presLayoutVars>
      </dgm:prSet>
      <dgm:spPr/>
      <dgm:t>
        <a:bodyPr/>
        <a:lstStyle/>
        <a:p>
          <a:endParaRPr lang="en-US"/>
        </a:p>
      </dgm:t>
    </dgm:pt>
    <dgm:pt modelId="{48617B4E-6CB9-4B2B-A9F0-B149AF1A8EC4}" type="pres">
      <dgm:prSet presAssocID="{0763E8E5-01E3-49ED-8727-F143BCFDB3B3}" presName="level3hierChild" presStyleCnt="0"/>
      <dgm:spPr/>
    </dgm:pt>
    <dgm:pt modelId="{9B9304A0-7235-4846-AD71-5D92C96BE6F5}" type="pres">
      <dgm:prSet presAssocID="{B59FF1CE-19B5-48BE-B699-4D8F51CDA268}" presName="conn2-1" presStyleLbl="parChTrans1D2" presStyleIdx="3" presStyleCnt="4"/>
      <dgm:spPr/>
      <dgm:t>
        <a:bodyPr/>
        <a:lstStyle/>
        <a:p>
          <a:endParaRPr lang="en-US"/>
        </a:p>
      </dgm:t>
    </dgm:pt>
    <dgm:pt modelId="{9AA4662B-2BE2-4E25-83DC-CC80D3949430}" type="pres">
      <dgm:prSet presAssocID="{B59FF1CE-19B5-48BE-B699-4D8F51CDA268}" presName="connTx" presStyleLbl="parChTrans1D2" presStyleIdx="3" presStyleCnt="4"/>
      <dgm:spPr/>
      <dgm:t>
        <a:bodyPr/>
        <a:lstStyle/>
        <a:p>
          <a:endParaRPr lang="en-US"/>
        </a:p>
      </dgm:t>
    </dgm:pt>
    <dgm:pt modelId="{4B89B5F2-53BB-433A-A2B3-BDEDE2CD7A76}" type="pres">
      <dgm:prSet presAssocID="{2F611725-73CB-4643-9B13-9260B034565C}" presName="root2" presStyleCnt="0"/>
      <dgm:spPr/>
    </dgm:pt>
    <dgm:pt modelId="{E4BB62D3-AE76-4939-919C-59B91D254315}" type="pres">
      <dgm:prSet presAssocID="{2F611725-73CB-4643-9B13-9260B034565C}" presName="LevelTwoTextNode" presStyleLbl="node2" presStyleIdx="3" presStyleCnt="4">
        <dgm:presLayoutVars>
          <dgm:chPref val="3"/>
        </dgm:presLayoutVars>
      </dgm:prSet>
      <dgm:spPr/>
      <dgm:t>
        <a:bodyPr/>
        <a:lstStyle/>
        <a:p>
          <a:endParaRPr lang="en-US"/>
        </a:p>
      </dgm:t>
    </dgm:pt>
    <dgm:pt modelId="{A77236C9-57A6-439C-A926-FE19E30881B8}" type="pres">
      <dgm:prSet presAssocID="{2F611725-73CB-4643-9B13-9260B034565C}" presName="level3hierChild" presStyleCnt="0"/>
      <dgm:spPr/>
    </dgm:pt>
  </dgm:ptLst>
  <dgm:cxnLst>
    <dgm:cxn modelId="{E88B0718-BB3C-42DF-AE2F-597DF0C7AAF9}" type="presOf" srcId="{9B0CF177-4534-4318-9811-49AF71308AEC}" destId="{3EACCDB6-D1F2-4CB0-BB0E-ED7422DFE8BC}" srcOrd="0" destOrd="0" presId="urn:microsoft.com/office/officeart/2008/layout/HorizontalMultiLevelHierarchy"/>
    <dgm:cxn modelId="{892867E5-5652-4A2C-8DEA-466AA2440BCA}" srcId="{D9B52060-AA6E-47FC-979F-F3A13688EC63}" destId="{1C7CF0E3-DC13-4653-9100-49F734ECC094}" srcOrd="0" destOrd="0" parTransId="{9B0CF177-4534-4318-9811-49AF71308AEC}" sibTransId="{0FE28732-BA39-4E96-B951-F183081B44A3}"/>
    <dgm:cxn modelId="{5AAF7EAA-D47A-4BD1-BE48-348E724B56D4}" srcId="{D9B52060-AA6E-47FC-979F-F3A13688EC63}" destId="{2F611725-73CB-4643-9B13-9260B034565C}" srcOrd="3" destOrd="0" parTransId="{B59FF1CE-19B5-48BE-B699-4D8F51CDA268}" sibTransId="{7D820B3F-4624-4A94-94A7-91A9C2585196}"/>
    <dgm:cxn modelId="{BF597D6D-5EDC-42FA-86D4-84568B3773CF}" type="presOf" srcId="{F297055E-760B-420E-AD50-8A5A2DB47F14}" destId="{4DDA3F46-53EB-4E68-B8B9-68DEB47650AB}" srcOrd="0" destOrd="0" presId="urn:microsoft.com/office/officeart/2008/layout/HorizontalMultiLevelHierarchy"/>
    <dgm:cxn modelId="{85E4823E-CD6F-4035-8D53-DAAC84596255}" type="presOf" srcId="{B59FF1CE-19B5-48BE-B699-4D8F51CDA268}" destId="{9B9304A0-7235-4846-AD71-5D92C96BE6F5}" srcOrd="0" destOrd="0" presId="urn:microsoft.com/office/officeart/2008/layout/HorizontalMultiLevelHierarchy"/>
    <dgm:cxn modelId="{7AF05ED2-0D56-476F-B4E2-4983B8E32897}" type="presOf" srcId="{2F611725-73CB-4643-9B13-9260B034565C}" destId="{E4BB62D3-AE76-4939-919C-59B91D254315}" srcOrd="0" destOrd="0" presId="urn:microsoft.com/office/officeart/2008/layout/HorizontalMultiLevelHierarchy"/>
    <dgm:cxn modelId="{6ED6C9D2-71B6-4CC1-8050-24817FA81EF6}" srcId="{D9B52060-AA6E-47FC-979F-F3A13688EC63}" destId="{B90ED2A2-D511-4FED-9751-E924BE9AA242}" srcOrd="1" destOrd="0" parTransId="{F297055E-760B-420E-AD50-8A5A2DB47F14}" sibTransId="{3C2EE328-3AE1-49FF-ADEF-EAE1CD7EF293}"/>
    <dgm:cxn modelId="{9BD493DF-BA37-4503-9BEE-6258027BEFB0}" type="presOf" srcId="{B90ED2A2-D511-4FED-9751-E924BE9AA242}" destId="{93FAD7EF-85E1-423B-A532-48C5ABBA2AA8}" srcOrd="0" destOrd="0" presId="urn:microsoft.com/office/officeart/2008/layout/HorizontalMultiLevelHierarchy"/>
    <dgm:cxn modelId="{4AB6369F-C1BD-4787-80C2-6CDA4C0CF63F}" type="presOf" srcId="{9B0CF177-4534-4318-9811-49AF71308AEC}" destId="{9BB01EDF-0EE4-460B-A423-AAB643978C44}" srcOrd="1" destOrd="0" presId="urn:microsoft.com/office/officeart/2008/layout/HorizontalMultiLevelHierarchy"/>
    <dgm:cxn modelId="{CFC2E988-B56D-4D61-BECC-24AA40F20F2D}" srcId="{D9B52060-AA6E-47FC-979F-F3A13688EC63}" destId="{0763E8E5-01E3-49ED-8727-F143BCFDB3B3}" srcOrd="2" destOrd="0" parTransId="{26CFC3A7-3EED-4EA0-8577-831809FC1165}" sibTransId="{442BF9D1-255A-4378-A04F-1FF00E2A5976}"/>
    <dgm:cxn modelId="{807D172B-14FC-45C5-A6B2-0EAEA9D75069}" type="presOf" srcId="{4D9A65A2-D581-4B22-B093-043B61DAFDA5}" destId="{572233CD-7F88-4257-9401-6BB5BB0EE971}" srcOrd="0" destOrd="0" presId="urn:microsoft.com/office/officeart/2008/layout/HorizontalMultiLevelHierarchy"/>
    <dgm:cxn modelId="{ABD9D9AC-4FC2-4445-806B-79D779EC2879}" srcId="{4D9A65A2-D581-4B22-B093-043B61DAFDA5}" destId="{D9B52060-AA6E-47FC-979F-F3A13688EC63}" srcOrd="0" destOrd="0" parTransId="{C451113F-1385-48B8-8FC8-1445ECD9429D}" sibTransId="{2DD662BA-0B8D-4F71-9A60-80617D97337F}"/>
    <dgm:cxn modelId="{5C822907-73E0-4A21-8983-294E1A5F41D9}" type="presOf" srcId="{D9B52060-AA6E-47FC-979F-F3A13688EC63}" destId="{038FFABE-8797-425E-A287-5A5A77A1252B}" srcOrd="0" destOrd="0" presId="urn:microsoft.com/office/officeart/2008/layout/HorizontalMultiLevelHierarchy"/>
    <dgm:cxn modelId="{DF49FA29-F4D0-4E18-8CEC-321B42821851}" type="presOf" srcId="{26CFC3A7-3EED-4EA0-8577-831809FC1165}" destId="{5DA71C3D-A086-4A27-944C-5ED14ABBA24B}" srcOrd="0" destOrd="0" presId="urn:microsoft.com/office/officeart/2008/layout/HorizontalMultiLevelHierarchy"/>
    <dgm:cxn modelId="{A2041B36-1674-4EF2-9415-8817BD0022EA}" type="presOf" srcId="{1C7CF0E3-DC13-4653-9100-49F734ECC094}" destId="{2AE2DF21-0173-40A1-A90C-907DFAC21F47}" srcOrd="0" destOrd="0" presId="urn:microsoft.com/office/officeart/2008/layout/HorizontalMultiLevelHierarchy"/>
    <dgm:cxn modelId="{FD619302-A2F4-4F4B-A82A-930457870C1E}" type="presOf" srcId="{0763E8E5-01E3-49ED-8727-F143BCFDB3B3}" destId="{1FAFE5BE-A8CF-4CBF-AD33-ACD5086C34C9}" srcOrd="0" destOrd="0" presId="urn:microsoft.com/office/officeart/2008/layout/HorizontalMultiLevelHierarchy"/>
    <dgm:cxn modelId="{D5313C62-9CAC-46F3-A923-EE190301FDA6}" type="presOf" srcId="{F297055E-760B-420E-AD50-8A5A2DB47F14}" destId="{820D9A6D-D46E-477B-9B90-560086DCB62A}" srcOrd="1" destOrd="0" presId="urn:microsoft.com/office/officeart/2008/layout/HorizontalMultiLevelHierarchy"/>
    <dgm:cxn modelId="{BCC79374-DE6E-408A-8667-7D97BCC53E3C}" type="presOf" srcId="{B59FF1CE-19B5-48BE-B699-4D8F51CDA268}" destId="{9AA4662B-2BE2-4E25-83DC-CC80D3949430}" srcOrd="1" destOrd="0" presId="urn:microsoft.com/office/officeart/2008/layout/HorizontalMultiLevelHierarchy"/>
    <dgm:cxn modelId="{30527703-DEC8-4587-9233-88B1E5D1365E}" type="presOf" srcId="{26CFC3A7-3EED-4EA0-8577-831809FC1165}" destId="{0ADF4CA9-6322-4CF3-ACFB-631DE242E0F3}" srcOrd="1" destOrd="0" presId="urn:microsoft.com/office/officeart/2008/layout/HorizontalMultiLevelHierarchy"/>
    <dgm:cxn modelId="{BA2DEBE7-1E44-4E19-8B6C-B8795CCD6F2E}" type="presParOf" srcId="{572233CD-7F88-4257-9401-6BB5BB0EE971}" destId="{5D836722-4AC8-4485-8AD8-58ABD62195C7}" srcOrd="0" destOrd="0" presId="urn:microsoft.com/office/officeart/2008/layout/HorizontalMultiLevelHierarchy"/>
    <dgm:cxn modelId="{8195ACCA-1297-4D52-AF67-EA2C8358C431}" type="presParOf" srcId="{5D836722-4AC8-4485-8AD8-58ABD62195C7}" destId="{038FFABE-8797-425E-A287-5A5A77A1252B}" srcOrd="0" destOrd="0" presId="urn:microsoft.com/office/officeart/2008/layout/HorizontalMultiLevelHierarchy"/>
    <dgm:cxn modelId="{411533E6-A952-4882-BC60-BE26E21AFB0A}" type="presParOf" srcId="{5D836722-4AC8-4485-8AD8-58ABD62195C7}" destId="{CDEC46BF-BA45-4466-9D6C-BCB3F416C198}" srcOrd="1" destOrd="0" presId="urn:microsoft.com/office/officeart/2008/layout/HorizontalMultiLevelHierarchy"/>
    <dgm:cxn modelId="{73EB2B18-63B7-4C60-BF43-49AE01AD7DCA}" type="presParOf" srcId="{CDEC46BF-BA45-4466-9D6C-BCB3F416C198}" destId="{3EACCDB6-D1F2-4CB0-BB0E-ED7422DFE8BC}" srcOrd="0" destOrd="0" presId="urn:microsoft.com/office/officeart/2008/layout/HorizontalMultiLevelHierarchy"/>
    <dgm:cxn modelId="{2EFA6F4B-E4E0-420D-8038-96616635859C}" type="presParOf" srcId="{3EACCDB6-D1F2-4CB0-BB0E-ED7422DFE8BC}" destId="{9BB01EDF-0EE4-460B-A423-AAB643978C44}" srcOrd="0" destOrd="0" presId="urn:microsoft.com/office/officeart/2008/layout/HorizontalMultiLevelHierarchy"/>
    <dgm:cxn modelId="{96FC2FC7-FD15-43DB-875D-1D05A5F4581C}" type="presParOf" srcId="{CDEC46BF-BA45-4466-9D6C-BCB3F416C198}" destId="{41EECE26-C41D-48B3-B76C-0A28C345D9A3}" srcOrd="1" destOrd="0" presId="urn:microsoft.com/office/officeart/2008/layout/HorizontalMultiLevelHierarchy"/>
    <dgm:cxn modelId="{35792025-3AA5-4BAB-B936-314CE9AC7134}" type="presParOf" srcId="{41EECE26-C41D-48B3-B76C-0A28C345D9A3}" destId="{2AE2DF21-0173-40A1-A90C-907DFAC21F47}" srcOrd="0" destOrd="0" presId="urn:microsoft.com/office/officeart/2008/layout/HorizontalMultiLevelHierarchy"/>
    <dgm:cxn modelId="{87E900BE-6CDD-4BF1-8901-112CDDCBD20C}" type="presParOf" srcId="{41EECE26-C41D-48B3-B76C-0A28C345D9A3}" destId="{D243DE78-BCD0-4AB0-A01B-B0AA5989EF1C}" srcOrd="1" destOrd="0" presId="urn:microsoft.com/office/officeart/2008/layout/HorizontalMultiLevelHierarchy"/>
    <dgm:cxn modelId="{501598A1-32BD-4DF5-BDBE-AAABCBD0CF96}" type="presParOf" srcId="{CDEC46BF-BA45-4466-9D6C-BCB3F416C198}" destId="{4DDA3F46-53EB-4E68-B8B9-68DEB47650AB}" srcOrd="2" destOrd="0" presId="urn:microsoft.com/office/officeart/2008/layout/HorizontalMultiLevelHierarchy"/>
    <dgm:cxn modelId="{3E84A51F-2850-4B7B-BA91-4A386F7F351D}" type="presParOf" srcId="{4DDA3F46-53EB-4E68-B8B9-68DEB47650AB}" destId="{820D9A6D-D46E-477B-9B90-560086DCB62A}" srcOrd="0" destOrd="0" presId="urn:microsoft.com/office/officeart/2008/layout/HorizontalMultiLevelHierarchy"/>
    <dgm:cxn modelId="{C44E649C-AEEE-4C33-91D4-00B17AE9FCDB}" type="presParOf" srcId="{CDEC46BF-BA45-4466-9D6C-BCB3F416C198}" destId="{459D45D1-D583-4008-925A-8F1B98849093}" srcOrd="3" destOrd="0" presId="urn:microsoft.com/office/officeart/2008/layout/HorizontalMultiLevelHierarchy"/>
    <dgm:cxn modelId="{D3776169-95EB-4CED-8B2C-4B7E12B81491}" type="presParOf" srcId="{459D45D1-D583-4008-925A-8F1B98849093}" destId="{93FAD7EF-85E1-423B-A532-48C5ABBA2AA8}" srcOrd="0" destOrd="0" presId="urn:microsoft.com/office/officeart/2008/layout/HorizontalMultiLevelHierarchy"/>
    <dgm:cxn modelId="{A3CDBB32-FA0C-4C44-9FC5-11A79655E690}" type="presParOf" srcId="{459D45D1-D583-4008-925A-8F1B98849093}" destId="{0D48926A-4F3A-414F-9263-996683D7BE2E}" srcOrd="1" destOrd="0" presId="urn:microsoft.com/office/officeart/2008/layout/HorizontalMultiLevelHierarchy"/>
    <dgm:cxn modelId="{C4B32930-27F0-40BA-8753-BC9A02C6CAA5}" type="presParOf" srcId="{CDEC46BF-BA45-4466-9D6C-BCB3F416C198}" destId="{5DA71C3D-A086-4A27-944C-5ED14ABBA24B}" srcOrd="4" destOrd="0" presId="urn:microsoft.com/office/officeart/2008/layout/HorizontalMultiLevelHierarchy"/>
    <dgm:cxn modelId="{A6B3D635-1A19-4B36-8F97-A5FFCBFE4CC3}" type="presParOf" srcId="{5DA71C3D-A086-4A27-944C-5ED14ABBA24B}" destId="{0ADF4CA9-6322-4CF3-ACFB-631DE242E0F3}" srcOrd="0" destOrd="0" presId="urn:microsoft.com/office/officeart/2008/layout/HorizontalMultiLevelHierarchy"/>
    <dgm:cxn modelId="{28B33455-27B8-4E3A-B4B8-4F79EFB03FE1}" type="presParOf" srcId="{CDEC46BF-BA45-4466-9D6C-BCB3F416C198}" destId="{4EBF572E-3F6F-4622-BF65-41AB4F53B0C3}" srcOrd="5" destOrd="0" presId="urn:microsoft.com/office/officeart/2008/layout/HorizontalMultiLevelHierarchy"/>
    <dgm:cxn modelId="{5A5B90AE-3FE9-47EF-ACE7-7F0E7E911A7A}" type="presParOf" srcId="{4EBF572E-3F6F-4622-BF65-41AB4F53B0C3}" destId="{1FAFE5BE-A8CF-4CBF-AD33-ACD5086C34C9}" srcOrd="0" destOrd="0" presId="urn:microsoft.com/office/officeart/2008/layout/HorizontalMultiLevelHierarchy"/>
    <dgm:cxn modelId="{939A2CF9-0F1A-4C8A-91B2-A95E29BA25CA}" type="presParOf" srcId="{4EBF572E-3F6F-4622-BF65-41AB4F53B0C3}" destId="{48617B4E-6CB9-4B2B-A9F0-B149AF1A8EC4}" srcOrd="1" destOrd="0" presId="urn:microsoft.com/office/officeart/2008/layout/HorizontalMultiLevelHierarchy"/>
    <dgm:cxn modelId="{2A68A347-E93B-4410-A19B-C1D8182836BF}" type="presParOf" srcId="{CDEC46BF-BA45-4466-9D6C-BCB3F416C198}" destId="{9B9304A0-7235-4846-AD71-5D92C96BE6F5}" srcOrd="6" destOrd="0" presId="urn:microsoft.com/office/officeart/2008/layout/HorizontalMultiLevelHierarchy"/>
    <dgm:cxn modelId="{F6CD9F87-5B00-418B-8D5F-D2C552F837F4}" type="presParOf" srcId="{9B9304A0-7235-4846-AD71-5D92C96BE6F5}" destId="{9AA4662B-2BE2-4E25-83DC-CC80D3949430}" srcOrd="0" destOrd="0" presId="urn:microsoft.com/office/officeart/2008/layout/HorizontalMultiLevelHierarchy"/>
    <dgm:cxn modelId="{27EC9F93-5B5B-44DC-9434-811F5EE91C0E}" type="presParOf" srcId="{CDEC46BF-BA45-4466-9D6C-BCB3F416C198}" destId="{4B89B5F2-53BB-433A-A2B3-BDEDE2CD7A76}" srcOrd="7" destOrd="0" presId="urn:microsoft.com/office/officeart/2008/layout/HorizontalMultiLevelHierarchy"/>
    <dgm:cxn modelId="{03ADFB9F-164B-4320-9DFA-B293A941282F}" type="presParOf" srcId="{4B89B5F2-53BB-433A-A2B3-BDEDE2CD7A76}" destId="{E4BB62D3-AE76-4939-919C-59B91D254315}" srcOrd="0" destOrd="0" presId="urn:microsoft.com/office/officeart/2008/layout/HorizontalMultiLevelHierarchy"/>
    <dgm:cxn modelId="{ECCC996F-0623-4777-99B3-CCDF130E80CD}" type="presParOf" srcId="{4B89B5F2-53BB-433A-A2B3-BDEDE2CD7A76}" destId="{A77236C9-57A6-439C-A926-FE19E30881B8}" srcOrd="1" destOrd="0" presId="urn:microsoft.com/office/officeart/2008/layout/HorizontalMultiLevelHierarchy"/>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0F0AE796-3D59-48FB-999A-12D88ED78F87}" type="doc">
      <dgm:prSet loTypeId="urn:microsoft.com/office/officeart/2005/8/layout/radial6" loCatId="relationship" qsTypeId="urn:microsoft.com/office/officeart/2005/8/quickstyle/3d1" qsCatId="3D" csTypeId="urn:microsoft.com/office/officeart/2005/8/colors/accent2_2" csCatId="accent2" phldr="1"/>
      <dgm:spPr/>
      <dgm:t>
        <a:bodyPr/>
        <a:lstStyle/>
        <a:p>
          <a:endParaRPr lang="en-US"/>
        </a:p>
      </dgm:t>
    </dgm:pt>
    <dgm:pt modelId="{45994FC3-3C1C-4EC2-9EFC-83491E0A5053}">
      <dgm:prSet/>
      <dgm:spPr/>
      <dgm:t>
        <a:bodyPr/>
        <a:lstStyle/>
        <a:p>
          <a:pPr rtl="0"/>
          <a:r>
            <a:rPr lang="en-US" dirty="0" smtClean="0"/>
            <a:t>2</a:t>
          </a:r>
          <a:r>
            <a:rPr lang="en-US" baseline="30000" dirty="0" smtClean="0"/>
            <a:t>nd</a:t>
          </a:r>
          <a:r>
            <a:rPr lang="en-US" dirty="0" smtClean="0"/>
            <a:t> Constituent Assembly </a:t>
          </a:r>
          <a:endParaRPr lang="en-US" dirty="0"/>
        </a:p>
      </dgm:t>
    </dgm:pt>
    <dgm:pt modelId="{6674355A-1275-49B7-82C9-151136E2D9DA}" type="parTrans" cxnId="{AB5F117E-47DC-41D9-8D90-679C7531ACFB}">
      <dgm:prSet/>
      <dgm:spPr/>
      <dgm:t>
        <a:bodyPr/>
        <a:lstStyle/>
        <a:p>
          <a:endParaRPr lang="en-US"/>
        </a:p>
      </dgm:t>
    </dgm:pt>
    <dgm:pt modelId="{1EE2B9FF-6EAD-48F0-90A9-995A2F3F38E3}" type="sibTrans" cxnId="{AB5F117E-47DC-41D9-8D90-679C7531ACFB}">
      <dgm:prSet/>
      <dgm:spPr/>
      <dgm:t>
        <a:bodyPr/>
        <a:lstStyle/>
        <a:p>
          <a:endParaRPr lang="en-US"/>
        </a:p>
      </dgm:t>
    </dgm:pt>
    <dgm:pt modelId="{2EE91CDB-A0D6-4155-BC8E-52627777131C}">
      <dgm:prSet/>
      <dgm:spPr/>
      <dgm:t>
        <a:bodyPr/>
        <a:lstStyle/>
        <a:p>
          <a:pPr rtl="0"/>
          <a:r>
            <a:rPr lang="en-US" dirty="0" smtClean="0"/>
            <a:t>1</a:t>
          </a:r>
          <a:r>
            <a:rPr lang="en-US" baseline="30000" dirty="0" smtClean="0"/>
            <a:t>st</a:t>
          </a:r>
          <a:r>
            <a:rPr lang="en-US" dirty="0" smtClean="0"/>
            <a:t> CA Dissolved </a:t>
          </a:r>
          <a:endParaRPr lang="en-US" dirty="0"/>
        </a:p>
      </dgm:t>
    </dgm:pt>
    <dgm:pt modelId="{359C2D83-1E7A-431F-AB07-6F1198DA39B7}" type="parTrans" cxnId="{E0AE94C4-0B1C-4898-936E-049EF29C5807}">
      <dgm:prSet/>
      <dgm:spPr/>
      <dgm:t>
        <a:bodyPr/>
        <a:lstStyle/>
        <a:p>
          <a:endParaRPr lang="en-US"/>
        </a:p>
      </dgm:t>
    </dgm:pt>
    <dgm:pt modelId="{7F0DD5FC-EDCD-40AB-8308-A6601394FD24}" type="sibTrans" cxnId="{E0AE94C4-0B1C-4898-936E-049EF29C5807}">
      <dgm:prSet/>
      <dgm:spPr/>
      <dgm:t>
        <a:bodyPr/>
        <a:lstStyle/>
        <a:p>
          <a:endParaRPr lang="en-US"/>
        </a:p>
      </dgm:t>
    </dgm:pt>
    <dgm:pt modelId="{FFA27702-551E-4A02-B135-FC93C8E0B1EF}">
      <dgm:prSet/>
      <dgm:spPr/>
      <dgm:t>
        <a:bodyPr/>
        <a:lstStyle/>
        <a:p>
          <a:pPr rtl="0"/>
          <a:r>
            <a:rPr lang="en-US" smtClean="0"/>
            <a:t>Tamizuddin Case </a:t>
          </a:r>
          <a:endParaRPr lang="en-US"/>
        </a:p>
      </dgm:t>
    </dgm:pt>
    <dgm:pt modelId="{CC0500F3-53D3-46F5-AC93-0574AF03D6E7}" type="parTrans" cxnId="{5B41EB04-3B5E-48F3-A8B3-25914CF445EC}">
      <dgm:prSet/>
      <dgm:spPr/>
      <dgm:t>
        <a:bodyPr/>
        <a:lstStyle/>
        <a:p>
          <a:endParaRPr lang="en-US"/>
        </a:p>
      </dgm:t>
    </dgm:pt>
    <dgm:pt modelId="{89EA0E8C-9CF2-4A0A-BCCC-72CEC5225C8E}" type="sibTrans" cxnId="{5B41EB04-3B5E-48F3-A8B3-25914CF445EC}">
      <dgm:prSet/>
      <dgm:spPr/>
      <dgm:t>
        <a:bodyPr/>
        <a:lstStyle/>
        <a:p>
          <a:endParaRPr lang="en-US"/>
        </a:p>
      </dgm:t>
    </dgm:pt>
    <dgm:pt modelId="{0F03E81A-BD11-4CF7-A047-0665F614D300}">
      <dgm:prSet/>
      <dgm:spPr/>
      <dgm:t>
        <a:bodyPr/>
        <a:lstStyle/>
        <a:p>
          <a:pPr rtl="0"/>
          <a:r>
            <a:rPr lang="en-US" dirty="0" smtClean="0"/>
            <a:t>Elections </a:t>
          </a:r>
          <a:endParaRPr lang="en-US" dirty="0"/>
        </a:p>
      </dgm:t>
    </dgm:pt>
    <dgm:pt modelId="{11460463-BAEE-4C41-A24B-CAB35746357A}" type="parTrans" cxnId="{DE9FCCC0-26E8-4D5E-9052-30A5B89D3024}">
      <dgm:prSet/>
      <dgm:spPr/>
      <dgm:t>
        <a:bodyPr/>
        <a:lstStyle/>
        <a:p>
          <a:endParaRPr lang="en-US"/>
        </a:p>
      </dgm:t>
    </dgm:pt>
    <dgm:pt modelId="{6B204F2D-B373-4C26-BA14-09858B739477}" type="sibTrans" cxnId="{DE9FCCC0-26E8-4D5E-9052-30A5B89D3024}">
      <dgm:prSet/>
      <dgm:spPr/>
      <dgm:t>
        <a:bodyPr/>
        <a:lstStyle/>
        <a:p>
          <a:endParaRPr lang="en-US"/>
        </a:p>
      </dgm:t>
    </dgm:pt>
    <dgm:pt modelId="{4CC8336F-32DA-4BC4-B9D1-BB3F858EB0D9}">
      <dgm:prSet/>
      <dgm:spPr/>
      <dgm:t>
        <a:bodyPr/>
        <a:lstStyle/>
        <a:p>
          <a:pPr rtl="0"/>
          <a:r>
            <a:rPr lang="en-US" smtClean="0"/>
            <a:t>Constitution 1956 </a:t>
          </a:r>
          <a:endParaRPr lang="en-US"/>
        </a:p>
      </dgm:t>
    </dgm:pt>
    <dgm:pt modelId="{3B13D544-A20F-4416-B403-810AB52C3AAD}" type="parTrans" cxnId="{666B215D-F33A-44EC-9480-01B37440F3AB}">
      <dgm:prSet/>
      <dgm:spPr/>
      <dgm:t>
        <a:bodyPr/>
        <a:lstStyle/>
        <a:p>
          <a:endParaRPr lang="en-US"/>
        </a:p>
      </dgm:t>
    </dgm:pt>
    <dgm:pt modelId="{049853E7-AA25-44E2-8555-A19471F7ECAA}" type="sibTrans" cxnId="{666B215D-F33A-44EC-9480-01B37440F3AB}">
      <dgm:prSet/>
      <dgm:spPr/>
      <dgm:t>
        <a:bodyPr/>
        <a:lstStyle/>
        <a:p>
          <a:endParaRPr lang="en-US"/>
        </a:p>
      </dgm:t>
    </dgm:pt>
    <dgm:pt modelId="{2B384B4E-BC90-4A03-9ED4-9FA814B9AAEC}" type="pres">
      <dgm:prSet presAssocID="{0F0AE796-3D59-48FB-999A-12D88ED78F87}" presName="Name0" presStyleCnt="0">
        <dgm:presLayoutVars>
          <dgm:chMax val="1"/>
          <dgm:dir/>
          <dgm:animLvl val="ctr"/>
          <dgm:resizeHandles val="exact"/>
        </dgm:presLayoutVars>
      </dgm:prSet>
      <dgm:spPr/>
      <dgm:t>
        <a:bodyPr/>
        <a:lstStyle/>
        <a:p>
          <a:endParaRPr lang="en-US"/>
        </a:p>
      </dgm:t>
    </dgm:pt>
    <dgm:pt modelId="{594BF29E-1F9D-4874-81A1-4E555C95DE12}" type="pres">
      <dgm:prSet presAssocID="{45994FC3-3C1C-4EC2-9EFC-83491E0A5053}" presName="centerShape" presStyleLbl="node0" presStyleIdx="0" presStyleCnt="1"/>
      <dgm:spPr/>
      <dgm:t>
        <a:bodyPr/>
        <a:lstStyle/>
        <a:p>
          <a:endParaRPr lang="en-US"/>
        </a:p>
      </dgm:t>
    </dgm:pt>
    <dgm:pt modelId="{1966B98D-F14C-4D1C-A527-33A62D27536A}" type="pres">
      <dgm:prSet presAssocID="{2EE91CDB-A0D6-4155-BC8E-52627777131C}" presName="node" presStyleLbl="node1" presStyleIdx="0" presStyleCnt="4">
        <dgm:presLayoutVars>
          <dgm:bulletEnabled val="1"/>
        </dgm:presLayoutVars>
      </dgm:prSet>
      <dgm:spPr/>
      <dgm:t>
        <a:bodyPr/>
        <a:lstStyle/>
        <a:p>
          <a:endParaRPr lang="en-US"/>
        </a:p>
      </dgm:t>
    </dgm:pt>
    <dgm:pt modelId="{4476892E-AEC4-4C8D-A76C-BEBD8A06C381}" type="pres">
      <dgm:prSet presAssocID="{2EE91CDB-A0D6-4155-BC8E-52627777131C}" presName="dummy" presStyleCnt="0"/>
      <dgm:spPr/>
    </dgm:pt>
    <dgm:pt modelId="{85DFC47A-8816-447C-B432-F5908694816E}" type="pres">
      <dgm:prSet presAssocID="{7F0DD5FC-EDCD-40AB-8308-A6601394FD24}" presName="sibTrans" presStyleLbl="sibTrans2D1" presStyleIdx="0" presStyleCnt="4"/>
      <dgm:spPr/>
      <dgm:t>
        <a:bodyPr/>
        <a:lstStyle/>
        <a:p>
          <a:endParaRPr lang="en-US"/>
        </a:p>
      </dgm:t>
    </dgm:pt>
    <dgm:pt modelId="{CE129EF1-80A3-4B90-BA98-93C8C0FB552F}" type="pres">
      <dgm:prSet presAssocID="{FFA27702-551E-4A02-B135-FC93C8E0B1EF}" presName="node" presStyleLbl="node1" presStyleIdx="1" presStyleCnt="4">
        <dgm:presLayoutVars>
          <dgm:bulletEnabled val="1"/>
        </dgm:presLayoutVars>
      </dgm:prSet>
      <dgm:spPr/>
      <dgm:t>
        <a:bodyPr/>
        <a:lstStyle/>
        <a:p>
          <a:endParaRPr lang="en-US"/>
        </a:p>
      </dgm:t>
    </dgm:pt>
    <dgm:pt modelId="{DE79E1E5-3880-478D-A149-365EB6BF95F0}" type="pres">
      <dgm:prSet presAssocID="{FFA27702-551E-4A02-B135-FC93C8E0B1EF}" presName="dummy" presStyleCnt="0"/>
      <dgm:spPr/>
    </dgm:pt>
    <dgm:pt modelId="{49DF4C87-A984-49C4-A284-6F9F45027742}" type="pres">
      <dgm:prSet presAssocID="{89EA0E8C-9CF2-4A0A-BCCC-72CEC5225C8E}" presName="sibTrans" presStyleLbl="sibTrans2D1" presStyleIdx="1" presStyleCnt="4"/>
      <dgm:spPr/>
      <dgm:t>
        <a:bodyPr/>
        <a:lstStyle/>
        <a:p>
          <a:endParaRPr lang="en-US"/>
        </a:p>
      </dgm:t>
    </dgm:pt>
    <dgm:pt modelId="{840300E8-1986-4E5A-957E-1A7E13EE1EF2}" type="pres">
      <dgm:prSet presAssocID="{0F03E81A-BD11-4CF7-A047-0665F614D300}" presName="node" presStyleLbl="node1" presStyleIdx="2" presStyleCnt="4">
        <dgm:presLayoutVars>
          <dgm:bulletEnabled val="1"/>
        </dgm:presLayoutVars>
      </dgm:prSet>
      <dgm:spPr/>
      <dgm:t>
        <a:bodyPr/>
        <a:lstStyle/>
        <a:p>
          <a:endParaRPr lang="en-US"/>
        </a:p>
      </dgm:t>
    </dgm:pt>
    <dgm:pt modelId="{729C490C-013F-4FFF-B008-0B97F32B24D5}" type="pres">
      <dgm:prSet presAssocID="{0F03E81A-BD11-4CF7-A047-0665F614D300}" presName="dummy" presStyleCnt="0"/>
      <dgm:spPr/>
    </dgm:pt>
    <dgm:pt modelId="{AA884F9F-FFA7-4F37-8823-4E7965C00220}" type="pres">
      <dgm:prSet presAssocID="{6B204F2D-B373-4C26-BA14-09858B739477}" presName="sibTrans" presStyleLbl="sibTrans2D1" presStyleIdx="2" presStyleCnt="4"/>
      <dgm:spPr/>
      <dgm:t>
        <a:bodyPr/>
        <a:lstStyle/>
        <a:p>
          <a:endParaRPr lang="en-US"/>
        </a:p>
      </dgm:t>
    </dgm:pt>
    <dgm:pt modelId="{F2D2F29B-C0F0-4D58-A728-34254F6073E6}" type="pres">
      <dgm:prSet presAssocID="{4CC8336F-32DA-4BC4-B9D1-BB3F858EB0D9}" presName="node" presStyleLbl="node1" presStyleIdx="3" presStyleCnt="4">
        <dgm:presLayoutVars>
          <dgm:bulletEnabled val="1"/>
        </dgm:presLayoutVars>
      </dgm:prSet>
      <dgm:spPr/>
      <dgm:t>
        <a:bodyPr/>
        <a:lstStyle/>
        <a:p>
          <a:endParaRPr lang="en-US"/>
        </a:p>
      </dgm:t>
    </dgm:pt>
    <dgm:pt modelId="{BBF4DE76-0701-475D-8AC8-A869E19E5B0F}" type="pres">
      <dgm:prSet presAssocID="{4CC8336F-32DA-4BC4-B9D1-BB3F858EB0D9}" presName="dummy" presStyleCnt="0"/>
      <dgm:spPr/>
    </dgm:pt>
    <dgm:pt modelId="{B0F5B03E-C89F-44F4-8588-623E4BFFE33F}" type="pres">
      <dgm:prSet presAssocID="{049853E7-AA25-44E2-8555-A19471F7ECAA}" presName="sibTrans" presStyleLbl="sibTrans2D1" presStyleIdx="3" presStyleCnt="4"/>
      <dgm:spPr/>
      <dgm:t>
        <a:bodyPr/>
        <a:lstStyle/>
        <a:p>
          <a:endParaRPr lang="en-US"/>
        </a:p>
      </dgm:t>
    </dgm:pt>
  </dgm:ptLst>
  <dgm:cxnLst>
    <dgm:cxn modelId="{C8C09610-E4F1-4D78-9052-9BFB27584F6F}" type="presOf" srcId="{4CC8336F-32DA-4BC4-B9D1-BB3F858EB0D9}" destId="{F2D2F29B-C0F0-4D58-A728-34254F6073E6}" srcOrd="0" destOrd="0" presId="urn:microsoft.com/office/officeart/2005/8/layout/radial6"/>
    <dgm:cxn modelId="{AB5F117E-47DC-41D9-8D90-679C7531ACFB}" srcId="{0F0AE796-3D59-48FB-999A-12D88ED78F87}" destId="{45994FC3-3C1C-4EC2-9EFC-83491E0A5053}" srcOrd="0" destOrd="0" parTransId="{6674355A-1275-49B7-82C9-151136E2D9DA}" sibTransId="{1EE2B9FF-6EAD-48F0-90A9-995A2F3F38E3}"/>
    <dgm:cxn modelId="{E0AE94C4-0B1C-4898-936E-049EF29C5807}" srcId="{45994FC3-3C1C-4EC2-9EFC-83491E0A5053}" destId="{2EE91CDB-A0D6-4155-BC8E-52627777131C}" srcOrd="0" destOrd="0" parTransId="{359C2D83-1E7A-431F-AB07-6F1198DA39B7}" sibTransId="{7F0DD5FC-EDCD-40AB-8308-A6601394FD24}"/>
    <dgm:cxn modelId="{FF9A18C1-D548-4412-8A3A-A562025103A8}" type="presOf" srcId="{FFA27702-551E-4A02-B135-FC93C8E0B1EF}" destId="{CE129EF1-80A3-4B90-BA98-93C8C0FB552F}" srcOrd="0" destOrd="0" presId="urn:microsoft.com/office/officeart/2005/8/layout/radial6"/>
    <dgm:cxn modelId="{5B41EB04-3B5E-48F3-A8B3-25914CF445EC}" srcId="{45994FC3-3C1C-4EC2-9EFC-83491E0A5053}" destId="{FFA27702-551E-4A02-B135-FC93C8E0B1EF}" srcOrd="1" destOrd="0" parTransId="{CC0500F3-53D3-46F5-AC93-0574AF03D6E7}" sibTransId="{89EA0E8C-9CF2-4A0A-BCCC-72CEC5225C8E}"/>
    <dgm:cxn modelId="{94667CDD-DA01-482C-BB4F-4A43E4F3DCDC}" type="presOf" srcId="{45994FC3-3C1C-4EC2-9EFC-83491E0A5053}" destId="{594BF29E-1F9D-4874-81A1-4E555C95DE12}" srcOrd="0" destOrd="0" presId="urn:microsoft.com/office/officeart/2005/8/layout/radial6"/>
    <dgm:cxn modelId="{B0BC908E-9C13-4485-A2BC-66286B15F687}" type="presOf" srcId="{0F03E81A-BD11-4CF7-A047-0665F614D300}" destId="{840300E8-1986-4E5A-957E-1A7E13EE1EF2}" srcOrd="0" destOrd="0" presId="urn:microsoft.com/office/officeart/2005/8/layout/radial6"/>
    <dgm:cxn modelId="{E9EBDDDE-B543-45CD-8D3E-28CC9503BF06}" type="presOf" srcId="{7F0DD5FC-EDCD-40AB-8308-A6601394FD24}" destId="{85DFC47A-8816-447C-B432-F5908694816E}" srcOrd="0" destOrd="0" presId="urn:microsoft.com/office/officeart/2005/8/layout/radial6"/>
    <dgm:cxn modelId="{DE9FCCC0-26E8-4D5E-9052-30A5B89D3024}" srcId="{45994FC3-3C1C-4EC2-9EFC-83491E0A5053}" destId="{0F03E81A-BD11-4CF7-A047-0665F614D300}" srcOrd="2" destOrd="0" parTransId="{11460463-BAEE-4C41-A24B-CAB35746357A}" sibTransId="{6B204F2D-B373-4C26-BA14-09858B739477}"/>
    <dgm:cxn modelId="{89359685-9AAD-4014-8389-DB393FDF1320}" type="presOf" srcId="{6B204F2D-B373-4C26-BA14-09858B739477}" destId="{AA884F9F-FFA7-4F37-8823-4E7965C00220}" srcOrd="0" destOrd="0" presId="urn:microsoft.com/office/officeart/2005/8/layout/radial6"/>
    <dgm:cxn modelId="{14822F67-A616-49D7-B0A9-1282D75C2888}" type="presOf" srcId="{0F0AE796-3D59-48FB-999A-12D88ED78F87}" destId="{2B384B4E-BC90-4A03-9ED4-9FA814B9AAEC}" srcOrd="0" destOrd="0" presId="urn:microsoft.com/office/officeart/2005/8/layout/radial6"/>
    <dgm:cxn modelId="{666B215D-F33A-44EC-9480-01B37440F3AB}" srcId="{45994FC3-3C1C-4EC2-9EFC-83491E0A5053}" destId="{4CC8336F-32DA-4BC4-B9D1-BB3F858EB0D9}" srcOrd="3" destOrd="0" parTransId="{3B13D544-A20F-4416-B403-810AB52C3AAD}" sibTransId="{049853E7-AA25-44E2-8555-A19471F7ECAA}"/>
    <dgm:cxn modelId="{02257F6A-2FC7-4E34-A1E7-3C9201D8E8F0}" type="presOf" srcId="{89EA0E8C-9CF2-4A0A-BCCC-72CEC5225C8E}" destId="{49DF4C87-A984-49C4-A284-6F9F45027742}" srcOrd="0" destOrd="0" presId="urn:microsoft.com/office/officeart/2005/8/layout/radial6"/>
    <dgm:cxn modelId="{6195BB24-12CA-42A8-9DEA-9C51E25DD7D9}" type="presOf" srcId="{2EE91CDB-A0D6-4155-BC8E-52627777131C}" destId="{1966B98D-F14C-4D1C-A527-33A62D27536A}" srcOrd="0" destOrd="0" presId="urn:microsoft.com/office/officeart/2005/8/layout/radial6"/>
    <dgm:cxn modelId="{2589BBCE-F9D6-43DF-97B7-AB894B5BC1D6}" type="presOf" srcId="{049853E7-AA25-44E2-8555-A19471F7ECAA}" destId="{B0F5B03E-C89F-44F4-8588-623E4BFFE33F}" srcOrd="0" destOrd="0" presId="urn:microsoft.com/office/officeart/2005/8/layout/radial6"/>
    <dgm:cxn modelId="{DA2FBF5E-910F-4804-AE12-1F9828D62F9D}" type="presParOf" srcId="{2B384B4E-BC90-4A03-9ED4-9FA814B9AAEC}" destId="{594BF29E-1F9D-4874-81A1-4E555C95DE12}" srcOrd="0" destOrd="0" presId="urn:microsoft.com/office/officeart/2005/8/layout/radial6"/>
    <dgm:cxn modelId="{BAD8C36E-49D4-4F96-851D-7B57A994E95D}" type="presParOf" srcId="{2B384B4E-BC90-4A03-9ED4-9FA814B9AAEC}" destId="{1966B98D-F14C-4D1C-A527-33A62D27536A}" srcOrd="1" destOrd="0" presId="urn:microsoft.com/office/officeart/2005/8/layout/radial6"/>
    <dgm:cxn modelId="{64200B0A-D6BC-48BF-9368-D895BA558FFD}" type="presParOf" srcId="{2B384B4E-BC90-4A03-9ED4-9FA814B9AAEC}" destId="{4476892E-AEC4-4C8D-A76C-BEBD8A06C381}" srcOrd="2" destOrd="0" presId="urn:microsoft.com/office/officeart/2005/8/layout/radial6"/>
    <dgm:cxn modelId="{E9184561-173E-41B6-A182-911655E88841}" type="presParOf" srcId="{2B384B4E-BC90-4A03-9ED4-9FA814B9AAEC}" destId="{85DFC47A-8816-447C-B432-F5908694816E}" srcOrd="3" destOrd="0" presId="urn:microsoft.com/office/officeart/2005/8/layout/radial6"/>
    <dgm:cxn modelId="{E825CE0D-EAEC-43F9-89D7-666597D97F45}" type="presParOf" srcId="{2B384B4E-BC90-4A03-9ED4-9FA814B9AAEC}" destId="{CE129EF1-80A3-4B90-BA98-93C8C0FB552F}" srcOrd="4" destOrd="0" presId="urn:microsoft.com/office/officeart/2005/8/layout/radial6"/>
    <dgm:cxn modelId="{DAE25E6C-A3E6-4A0D-9388-0E7C8AA278CF}" type="presParOf" srcId="{2B384B4E-BC90-4A03-9ED4-9FA814B9AAEC}" destId="{DE79E1E5-3880-478D-A149-365EB6BF95F0}" srcOrd="5" destOrd="0" presId="urn:microsoft.com/office/officeart/2005/8/layout/radial6"/>
    <dgm:cxn modelId="{E82B8F47-7531-4F1F-831C-0597452F12DC}" type="presParOf" srcId="{2B384B4E-BC90-4A03-9ED4-9FA814B9AAEC}" destId="{49DF4C87-A984-49C4-A284-6F9F45027742}" srcOrd="6" destOrd="0" presId="urn:microsoft.com/office/officeart/2005/8/layout/radial6"/>
    <dgm:cxn modelId="{0866B0C0-30B0-455E-B413-885EC025303F}" type="presParOf" srcId="{2B384B4E-BC90-4A03-9ED4-9FA814B9AAEC}" destId="{840300E8-1986-4E5A-957E-1A7E13EE1EF2}" srcOrd="7" destOrd="0" presId="urn:microsoft.com/office/officeart/2005/8/layout/radial6"/>
    <dgm:cxn modelId="{9E30F9B9-A230-4D8D-8B07-3A6EEEC285CF}" type="presParOf" srcId="{2B384B4E-BC90-4A03-9ED4-9FA814B9AAEC}" destId="{729C490C-013F-4FFF-B008-0B97F32B24D5}" srcOrd="8" destOrd="0" presId="urn:microsoft.com/office/officeart/2005/8/layout/radial6"/>
    <dgm:cxn modelId="{D9927675-D3F6-4240-8239-19EE62B246F9}" type="presParOf" srcId="{2B384B4E-BC90-4A03-9ED4-9FA814B9AAEC}" destId="{AA884F9F-FFA7-4F37-8823-4E7965C00220}" srcOrd="9" destOrd="0" presId="urn:microsoft.com/office/officeart/2005/8/layout/radial6"/>
    <dgm:cxn modelId="{EC0CED9B-9D6D-4980-9D82-CE5344B7E310}" type="presParOf" srcId="{2B384B4E-BC90-4A03-9ED4-9FA814B9AAEC}" destId="{F2D2F29B-C0F0-4D58-A728-34254F6073E6}" srcOrd="10" destOrd="0" presId="urn:microsoft.com/office/officeart/2005/8/layout/radial6"/>
    <dgm:cxn modelId="{19BC5156-554E-47DF-A226-77393848755C}" type="presParOf" srcId="{2B384B4E-BC90-4A03-9ED4-9FA814B9AAEC}" destId="{BBF4DE76-0701-475D-8AC8-A869E19E5B0F}" srcOrd="11" destOrd="0" presId="urn:microsoft.com/office/officeart/2005/8/layout/radial6"/>
    <dgm:cxn modelId="{11EEAC17-60DA-4511-B4A2-A4E7428B76E5}" type="presParOf" srcId="{2B384B4E-BC90-4A03-9ED4-9FA814B9AAEC}" destId="{B0F5B03E-C89F-44F4-8588-623E4BFFE33F}" srcOrd="12" destOrd="0" presId="urn:microsoft.com/office/officeart/2005/8/layout/radial6"/>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4D9A65A2-D581-4B22-B093-043B61DAFDA5}" type="doc">
      <dgm:prSet loTypeId="urn:microsoft.com/office/officeart/2008/layout/HorizontalMultiLevelHierarchy" loCatId="hierarchy" qsTypeId="urn:microsoft.com/office/officeart/2005/8/quickstyle/simple1" qsCatId="simple" csTypeId="urn:microsoft.com/office/officeart/2005/8/colors/accent2_1" csCatId="accent2"/>
      <dgm:spPr/>
      <dgm:t>
        <a:bodyPr/>
        <a:lstStyle/>
        <a:p>
          <a:endParaRPr lang="en-US"/>
        </a:p>
      </dgm:t>
    </dgm:pt>
    <dgm:pt modelId="{D9B52060-AA6E-47FC-979F-F3A13688EC63}">
      <dgm:prSet/>
      <dgm:spPr/>
      <dgm:t>
        <a:bodyPr/>
        <a:lstStyle/>
        <a:p>
          <a:pPr rtl="0"/>
          <a:r>
            <a:rPr lang="en-US" smtClean="0"/>
            <a:t>Challenges before Constituent Assembly </a:t>
          </a:r>
          <a:endParaRPr lang="en-US"/>
        </a:p>
      </dgm:t>
    </dgm:pt>
    <dgm:pt modelId="{C451113F-1385-48B8-8FC8-1445ECD9429D}" type="parTrans" cxnId="{ABD9D9AC-4FC2-4445-806B-79D779EC2879}">
      <dgm:prSet/>
      <dgm:spPr/>
      <dgm:t>
        <a:bodyPr/>
        <a:lstStyle/>
        <a:p>
          <a:endParaRPr lang="en-US"/>
        </a:p>
      </dgm:t>
    </dgm:pt>
    <dgm:pt modelId="{2DD662BA-0B8D-4F71-9A60-80617D97337F}" type="sibTrans" cxnId="{ABD9D9AC-4FC2-4445-806B-79D779EC2879}">
      <dgm:prSet/>
      <dgm:spPr/>
      <dgm:t>
        <a:bodyPr/>
        <a:lstStyle/>
        <a:p>
          <a:endParaRPr lang="en-US"/>
        </a:p>
      </dgm:t>
    </dgm:pt>
    <dgm:pt modelId="{1C7CF0E3-DC13-4653-9100-49F734ECC094}">
      <dgm:prSet/>
      <dgm:spPr/>
      <dgm:t>
        <a:bodyPr/>
        <a:lstStyle/>
        <a:p>
          <a:pPr rtl="0"/>
          <a:r>
            <a:rPr lang="en-US" dirty="0" smtClean="0"/>
            <a:t>Character of Constitution (</a:t>
          </a:r>
          <a:r>
            <a:rPr lang="en-US" dirty="0" smtClean="0">
              <a:solidFill>
                <a:srgbClr val="FF0000"/>
              </a:solidFill>
            </a:rPr>
            <a:t>Western</a:t>
          </a:r>
          <a:r>
            <a:rPr lang="en-US" dirty="0" smtClean="0"/>
            <a:t> or Islamic)</a:t>
          </a:r>
          <a:endParaRPr lang="en-US" dirty="0"/>
        </a:p>
      </dgm:t>
    </dgm:pt>
    <dgm:pt modelId="{9B0CF177-4534-4318-9811-49AF71308AEC}" type="parTrans" cxnId="{892867E5-5652-4A2C-8DEA-466AA2440BCA}">
      <dgm:prSet/>
      <dgm:spPr/>
      <dgm:t>
        <a:bodyPr/>
        <a:lstStyle/>
        <a:p>
          <a:endParaRPr lang="en-US"/>
        </a:p>
      </dgm:t>
    </dgm:pt>
    <dgm:pt modelId="{0FE28732-BA39-4E96-B951-F183081B44A3}" type="sibTrans" cxnId="{892867E5-5652-4A2C-8DEA-466AA2440BCA}">
      <dgm:prSet/>
      <dgm:spPr/>
      <dgm:t>
        <a:bodyPr/>
        <a:lstStyle/>
        <a:p>
          <a:endParaRPr lang="en-US"/>
        </a:p>
      </dgm:t>
    </dgm:pt>
    <dgm:pt modelId="{B90ED2A2-D511-4FED-9751-E924BE9AA242}">
      <dgm:prSet/>
      <dgm:spPr/>
      <dgm:t>
        <a:bodyPr/>
        <a:lstStyle/>
        <a:p>
          <a:pPr rtl="0"/>
          <a:r>
            <a:rPr lang="en-US" dirty="0" smtClean="0"/>
            <a:t>Distribution (</a:t>
          </a:r>
          <a:r>
            <a:rPr lang="en-US" dirty="0" smtClean="0">
              <a:solidFill>
                <a:srgbClr val="FF0000"/>
              </a:solidFill>
            </a:rPr>
            <a:t>Geographic</a:t>
          </a:r>
          <a:r>
            <a:rPr lang="en-US" dirty="0" smtClean="0"/>
            <a:t> &amp; Representation)</a:t>
          </a:r>
          <a:endParaRPr lang="en-US" dirty="0"/>
        </a:p>
      </dgm:t>
    </dgm:pt>
    <dgm:pt modelId="{F297055E-760B-420E-AD50-8A5A2DB47F14}" type="parTrans" cxnId="{6ED6C9D2-71B6-4CC1-8050-24817FA81EF6}">
      <dgm:prSet/>
      <dgm:spPr/>
      <dgm:t>
        <a:bodyPr/>
        <a:lstStyle/>
        <a:p>
          <a:endParaRPr lang="en-US"/>
        </a:p>
      </dgm:t>
    </dgm:pt>
    <dgm:pt modelId="{3C2EE328-3AE1-49FF-ADEF-EAE1CD7EF293}" type="sibTrans" cxnId="{6ED6C9D2-71B6-4CC1-8050-24817FA81EF6}">
      <dgm:prSet/>
      <dgm:spPr/>
      <dgm:t>
        <a:bodyPr/>
        <a:lstStyle/>
        <a:p>
          <a:endParaRPr lang="en-US"/>
        </a:p>
      </dgm:t>
    </dgm:pt>
    <dgm:pt modelId="{0763E8E5-01E3-49ED-8727-F143BCFDB3B3}">
      <dgm:prSet/>
      <dgm:spPr/>
      <dgm:t>
        <a:bodyPr/>
        <a:lstStyle/>
        <a:p>
          <a:pPr rtl="0"/>
          <a:r>
            <a:rPr lang="en-US" dirty="0" smtClean="0"/>
            <a:t>Language Controversy (Urdu or </a:t>
          </a:r>
          <a:r>
            <a:rPr lang="en-US" dirty="0" smtClean="0">
              <a:solidFill>
                <a:srgbClr val="FF0000"/>
              </a:solidFill>
            </a:rPr>
            <a:t>Bengali</a:t>
          </a:r>
          <a:r>
            <a:rPr lang="en-US" dirty="0" smtClean="0"/>
            <a:t>)</a:t>
          </a:r>
          <a:endParaRPr lang="en-US" dirty="0"/>
        </a:p>
      </dgm:t>
    </dgm:pt>
    <dgm:pt modelId="{26CFC3A7-3EED-4EA0-8577-831809FC1165}" type="parTrans" cxnId="{CFC2E988-B56D-4D61-BECC-24AA40F20F2D}">
      <dgm:prSet/>
      <dgm:spPr/>
      <dgm:t>
        <a:bodyPr/>
        <a:lstStyle/>
        <a:p>
          <a:endParaRPr lang="en-US"/>
        </a:p>
      </dgm:t>
    </dgm:pt>
    <dgm:pt modelId="{442BF9D1-255A-4378-A04F-1FF00E2A5976}" type="sibTrans" cxnId="{CFC2E988-B56D-4D61-BECC-24AA40F20F2D}">
      <dgm:prSet/>
      <dgm:spPr/>
      <dgm:t>
        <a:bodyPr/>
        <a:lstStyle/>
        <a:p>
          <a:endParaRPr lang="en-US"/>
        </a:p>
      </dgm:t>
    </dgm:pt>
    <dgm:pt modelId="{2F611725-73CB-4643-9B13-9260B034565C}">
      <dgm:prSet/>
      <dgm:spPr/>
      <dgm:t>
        <a:bodyPr/>
        <a:lstStyle/>
        <a:p>
          <a:pPr rtl="0"/>
          <a:r>
            <a:rPr lang="en-US" dirty="0" smtClean="0"/>
            <a:t>Form of Govt. (</a:t>
          </a:r>
          <a:r>
            <a:rPr lang="en-US" dirty="0" smtClean="0">
              <a:solidFill>
                <a:srgbClr val="FF0000"/>
              </a:solidFill>
            </a:rPr>
            <a:t>Presidential</a:t>
          </a:r>
          <a:r>
            <a:rPr lang="en-US" dirty="0" smtClean="0"/>
            <a:t> or Parliamentary)</a:t>
          </a:r>
          <a:endParaRPr lang="en-US" dirty="0"/>
        </a:p>
      </dgm:t>
    </dgm:pt>
    <dgm:pt modelId="{B59FF1CE-19B5-48BE-B699-4D8F51CDA268}" type="parTrans" cxnId="{5AAF7EAA-D47A-4BD1-BE48-348E724B56D4}">
      <dgm:prSet/>
      <dgm:spPr/>
      <dgm:t>
        <a:bodyPr/>
        <a:lstStyle/>
        <a:p>
          <a:endParaRPr lang="en-US"/>
        </a:p>
      </dgm:t>
    </dgm:pt>
    <dgm:pt modelId="{7D820B3F-4624-4A94-94A7-91A9C2585196}" type="sibTrans" cxnId="{5AAF7EAA-D47A-4BD1-BE48-348E724B56D4}">
      <dgm:prSet/>
      <dgm:spPr/>
      <dgm:t>
        <a:bodyPr/>
        <a:lstStyle/>
        <a:p>
          <a:endParaRPr lang="en-US"/>
        </a:p>
      </dgm:t>
    </dgm:pt>
    <dgm:pt modelId="{572233CD-7F88-4257-9401-6BB5BB0EE971}" type="pres">
      <dgm:prSet presAssocID="{4D9A65A2-D581-4B22-B093-043B61DAFDA5}" presName="Name0" presStyleCnt="0">
        <dgm:presLayoutVars>
          <dgm:chPref val="1"/>
          <dgm:dir/>
          <dgm:animOne val="branch"/>
          <dgm:animLvl val="lvl"/>
          <dgm:resizeHandles val="exact"/>
        </dgm:presLayoutVars>
      </dgm:prSet>
      <dgm:spPr/>
      <dgm:t>
        <a:bodyPr/>
        <a:lstStyle/>
        <a:p>
          <a:endParaRPr lang="en-US"/>
        </a:p>
      </dgm:t>
    </dgm:pt>
    <dgm:pt modelId="{5D836722-4AC8-4485-8AD8-58ABD62195C7}" type="pres">
      <dgm:prSet presAssocID="{D9B52060-AA6E-47FC-979F-F3A13688EC63}" presName="root1" presStyleCnt="0"/>
      <dgm:spPr/>
    </dgm:pt>
    <dgm:pt modelId="{038FFABE-8797-425E-A287-5A5A77A1252B}" type="pres">
      <dgm:prSet presAssocID="{D9B52060-AA6E-47FC-979F-F3A13688EC63}" presName="LevelOneTextNode" presStyleLbl="node0" presStyleIdx="0" presStyleCnt="1">
        <dgm:presLayoutVars>
          <dgm:chPref val="3"/>
        </dgm:presLayoutVars>
      </dgm:prSet>
      <dgm:spPr/>
      <dgm:t>
        <a:bodyPr/>
        <a:lstStyle/>
        <a:p>
          <a:endParaRPr lang="en-US"/>
        </a:p>
      </dgm:t>
    </dgm:pt>
    <dgm:pt modelId="{CDEC46BF-BA45-4466-9D6C-BCB3F416C198}" type="pres">
      <dgm:prSet presAssocID="{D9B52060-AA6E-47FC-979F-F3A13688EC63}" presName="level2hierChild" presStyleCnt="0"/>
      <dgm:spPr/>
    </dgm:pt>
    <dgm:pt modelId="{3EACCDB6-D1F2-4CB0-BB0E-ED7422DFE8BC}" type="pres">
      <dgm:prSet presAssocID="{9B0CF177-4534-4318-9811-49AF71308AEC}" presName="conn2-1" presStyleLbl="parChTrans1D2" presStyleIdx="0" presStyleCnt="4"/>
      <dgm:spPr/>
      <dgm:t>
        <a:bodyPr/>
        <a:lstStyle/>
        <a:p>
          <a:endParaRPr lang="en-US"/>
        </a:p>
      </dgm:t>
    </dgm:pt>
    <dgm:pt modelId="{9BB01EDF-0EE4-460B-A423-AAB643978C44}" type="pres">
      <dgm:prSet presAssocID="{9B0CF177-4534-4318-9811-49AF71308AEC}" presName="connTx" presStyleLbl="parChTrans1D2" presStyleIdx="0" presStyleCnt="4"/>
      <dgm:spPr/>
      <dgm:t>
        <a:bodyPr/>
        <a:lstStyle/>
        <a:p>
          <a:endParaRPr lang="en-US"/>
        </a:p>
      </dgm:t>
    </dgm:pt>
    <dgm:pt modelId="{41EECE26-C41D-48B3-B76C-0A28C345D9A3}" type="pres">
      <dgm:prSet presAssocID="{1C7CF0E3-DC13-4653-9100-49F734ECC094}" presName="root2" presStyleCnt="0"/>
      <dgm:spPr/>
    </dgm:pt>
    <dgm:pt modelId="{2AE2DF21-0173-40A1-A90C-907DFAC21F47}" type="pres">
      <dgm:prSet presAssocID="{1C7CF0E3-DC13-4653-9100-49F734ECC094}" presName="LevelTwoTextNode" presStyleLbl="node2" presStyleIdx="0" presStyleCnt="4">
        <dgm:presLayoutVars>
          <dgm:chPref val="3"/>
        </dgm:presLayoutVars>
      </dgm:prSet>
      <dgm:spPr/>
      <dgm:t>
        <a:bodyPr/>
        <a:lstStyle/>
        <a:p>
          <a:endParaRPr lang="en-US"/>
        </a:p>
      </dgm:t>
    </dgm:pt>
    <dgm:pt modelId="{D243DE78-BCD0-4AB0-A01B-B0AA5989EF1C}" type="pres">
      <dgm:prSet presAssocID="{1C7CF0E3-DC13-4653-9100-49F734ECC094}" presName="level3hierChild" presStyleCnt="0"/>
      <dgm:spPr/>
    </dgm:pt>
    <dgm:pt modelId="{4DDA3F46-53EB-4E68-B8B9-68DEB47650AB}" type="pres">
      <dgm:prSet presAssocID="{F297055E-760B-420E-AD50-8A5A2DB47F14}" presName="conn2-1" presStyleLbl="parChTrans1D2" presStyleIdx="1" presStyleCnt="4"/>
      <dgm:spPr/>
      <dgm:t>
        <a:bodyPr/>
        <a:lstStyle/>
        <a:p>
          <a:endParaRPr lang="en-US"/>
        </a:p>
      </dgm:t>
    </dgm:pt>
    <dgm:pt modelId="{820D9A6D-D46E-477B-9B90-560086DCB62A}" type="pres">
      <dgm:prSet presAssocID="{F297055E-760B-420E-AD50-8A5A2DB47F14}" presName="connTx" presStyleLbl="parChTrans1D2" presStyleIdx="1" presStyleCnt="4"/>
      <dgm:spPr/>
      <dgm:t>
        <a:bodyPr/>
        <a:lstStyle/>
        <a:p>
          <a:endParaRPr lang="en-US"/>
        </a:p>
      </dgm:t>
    </dgm:pt>
    <dgm:pt modelId="{459D45D1-D583-4008-925A-8F1B98849093}" type="pres">
      <dgm:prSet presAssocID="{B90ED2A2-D511-4FED-9751-E924BE9AA242}" presName="root2" presStyleCnt="0"/>
      <dgm:spPr/>
    </dgm:pt>
    <dgm:pt modelId="{93FAD7EF-85E1-423B-A532-48C5ABBA2AA8}" type="pres">
      <dgm:prSet presAssocID="{B90ED2A2-D511-4FED-9751-E924BE9AA242}" presName="LevelTwoTextNode" presStyleLbl="node2" presStyleIdx="1" presStyleCnt="4">
        <dgm:presLayoutVars>
          <dgm:chPref val="3"/>
        </dgm:presLayoutVars>
      </dgm:prSet>
      <dgm:spPr/>
      <dgm:t>
        <a:bodyPr/>
        <a:lstStyle/>
        <a:p>
          <a:endParaRPr lang="en-US"/>
        </a:p>
      </dgm:t>
    </dgm:pt>
    <dgm:pt modelId="{0D48926A-4F3A-414F-9263-996683D7BE2E}" type="pres">
      <dgm:prSet presAssocID="{B90ED2A2-D511-4FED-9751-E924BE9AA242}" presName="level3hierChild" presStyleCnt="0"/>
      <dgm:spPr/>
    </dgm:pt>
    <dgm:pt modelId="{5DA71C3D-A086-4A27-944C-5ED14ABBA24B}" type="pres">
      <dgm:prSet presAssocID="{26CFC3A7-3EED-4EA0-8577-831809FC1165}" presName="conn2-1" presStyleLbl="parChTrans1D2" presStyleIdx="2" presStyleCnt="4"/>
      <dgm:spPr/>
      <dgm:t>
        <a:bodyPr/>
        <a:lstStyle/>
        <a:p>
          <a:endParaRPr lang="en-US"/>
        </a:p>
      </dgm:t>
    </dgm:pt>
    <dgm:pt modelId="{0ADF4CA9-6322-4CF3-ACFB-631DE242E0F3}" type="pres">
      <dgm:prSet presAssocID="{26CFC3A7-3EED-4EA0-8577-831809FC1165}" presName="connTx" presStyleLbl="parChTrans1D2" presStyleIdx="2" presStyleCnt="4"/>
      <dgm:spPr/>
      <dgm:t>
        <a:bodyPr/>
        <a:lstStyle/>
        <a:p>
          <a:endParaRPr lang="en-US"/>
        </a:p>
      </dgm:t>
    </dgm:pt>
    <dgm:pt modelId="{4EBF572E-3F6F-4622-BF65-41AB4F53B0C3}" type="pres">
      <dgm:prSet presAssocID="{0763E8E5-01E3-49ED-8727-F143BCFDB3B3}" presName="root2" presStyleCnt="0"/>
      <dgm:spPr/>
    </dgm:pt>
    <dgm:pt modelId="{1FAFE5BE-A8CF-4CBF-AD33-ACD5086C34C9}" type="pres">
      <dgm:prSet presAssocID="{0763E8E5-01E3-49ED-8727-F143BCFDB3B3}" presName="LevelTwoTextNode" presStyleLbl="node2" presStyleIdx="2" presStyleCnt="4">
        <dgm:presLayoutVars>
          <dgm:chPref val="3"/>
        </dgm:presLayoutVars>
      </dgm:prSet>
      <dgm:spPr/>
      <dgm:t>
        <a:bodyPr/>
        <a:lstStyle/>
        <a:p>
          <a:endParaRPr lang="en-US"/>
        </a:p>
      </dgm:t>
    </dgm:pt>
    <dgm:pt modelId="{48617B4E-6CB9-4B2B-A9F0-B149AF1A8EC4}" type="pres">
      <dgm:prSet presAssocID="{0763E8E5-01E3-49ED-8727-F143BCFDB3B3}" presName="level3hierChild" presStyleCnt="0"/>
      <dgm:spPr/>
    </dgm:pt>
    <dgm:pt modelId="{9B9304A0-7235-4846-AD71-5D92C96BE6F5}" type="pres">
      <dgm:prSet presAssocID="{B59FF1CE-19B5-48BE-B699-4D8F51CDA268}" presName="conn2-1" presStyleLbl="parChTrans1D2" presStyleIdx="3" presStyleCnt="4"/>
      <dgm:spPr/>
      <dgm:t>
        <a:bodyPr/>
        <a:lstStyle/>
        <a:p>
          <a:endParaRPr lang="en-US"/>
        </a:p>
      </dgm:t>
    </dgm:pt>
    <dgm:pt modelId="{9AA4662B-2BE2-4E25-83DC-CC80D3949430}" type="pres">
      <dgm:prSet presAssocID="{B59FF1CE-19B5-48BE-B699-4D8F51CDA268}" presName="connTx" presStyleLbl="parChTrans1D2" presStyleIdx="3" presStyleCnt="4"/>
      <dgm:spPr/>
      <dgm:t>
        <a:bodyPr/>
        <a:lstStyle/>
        <a:p>
          <a:endParaRPr lang="en-US"/>
        </a:p>
      </dgm:t>
    </dgm:pt>
    <dgm:pt modelId="{4B89B5F2-53BB-433A-A2B3-BDEDE2CD7A76}" type="pres">
      <dgm:prSet presAssocID="{2F611725-73CB-4643-9B13-9260B034565C}" presName="root2" presStyleCnt="0"/>
      <dgm:spPr/>
    </dgm:pt>
    <dgm:pt modelId="{E4BB62D3-AE76-4939-919C-59B91D254315}" type="pres">
      <dgm:prSet presAssocID="{2F611725-73CB-4643-9B13-9260B034565C}" presName="LevelTwoTextNode" presStyleLbl="node2" presStyleIdx="3" presStyleCnt="4">
        <dgm:presLayoutVars>
          <dgm:chPref val="3"/>
        </dgm:presLayoutVars>
      </dgm:prSet>
      <dgm:spPr/>
      <dgm:t>
        <a:bodyPr/>
        <a:lstStyle/>
        <a:p>
          <a:endParaRPr lang="en-US"/>
        </a:p>
      </dgm:t>
    </dgm:pt>
    <dgm:pt modelId="{A77236C9-57A6-439C-A926-FE19E30881B8}" type="pres">
      <dgm:prSet presAssocID="{2F611725-73CB-4643-9B13-9260B034565C}" presName="level3hierChild" presStyleCnt="0"/>
      <dgm:spPr/>
    </dgm:pt>
  </dgm:ptLst>
  <dgm:cxnLst>
    <dgm:cxn modelId="{02FBBB4C-78D7-4FBA-8FB0-E25EAA1A8739}" type="presOf" srcId="{F297055E-760B-420E-AD50-8A5A2DB47F14}" destId="{820D9A6D-D46E-477B-9B90-560086DCB62A}" srcOrd="1" destOrd="0" presId="urn:microsoft.com/office/officeart/2008/layout/HorizontalMultiLevelHierarchy"/>
    <dgm:cxn modelId="{EAD5C5A9-98F5-481E-9753-30997ACEBDEC}" type="presOf" srcId="{26CFC3A7-3EED-4EA0-8577-831809FC1165}" destId="{5DA71C3D-A086-4A27-944C-5ED14ABBA24B}" srcOrd="0" destOrd="0" presId="urn:microsoft.com/office/officeart/2008/layout/HorizontalMultiLevelHierarchy"/>
    <dgm:cxn modelId="{745E29FD-B314-4019-A8C5-E38AE263CCE8}" type="presOf" srcId="{0763E8E5-01E3-49ED-8727-F143BCFDB3B3}" destId="{1FAFE5BE-A8CF-4CBF-AD33-ACD5086C34C9}" srcOrd="0" destOrd="0" presId="urn:microsoft.com/office/officeart/2008/layout/HorizontalMultiLevelHierarchy"/>
    <dgm:cxn modelId="{3D1B7CD0-7DF3-49ED-86A9-F908400B9643}" type="presOf" srcId="{B59FF1CE-19B5-48BE-B699-4D8F51CDA268}" destId="{9AA4662B-2BE2-4E25-83DC-CC80D3949430}" srcOrd="1" destOrd="0" presId="urn:microsoft.com/office/officeart/2008/layout/HorizontalMultiLevelHierarchy"/>
    <dgm:cxn modelId="{FC55D4B0-2981-4F90-9B1A-68C30D4D5BAE}" type="presOf" srcId="{9B0CF177-4534-4318-9811-49AF71308AEC}" destId="{3EACCDB6-D1F2-4CB0-BB0E-ED7422DFE8BC}" srcOrd="0" destOrd="0" presId="urn:microsoft.com/office/officeart/2008/layout/HorizontalMultiLevelHierarchy"/>
    <dgm:cxn modelId="{ABD9D9AC-4FC2-4445-806B-79D779EC2879}" srcId="{4D9A65A2-D581-4B22-B093-043B61DAFDA5}" destId="{D9B52060-AA6E-47FC-979F-F3A13688EC63}" srcOrd="0" destOrd="0" parTransId="{C451113F-1385-48B8-8FC8-1445ECD9429D}" sibTransId="{2DD662BA-0B8D-4F71-9A60-80617D97337F}"/>
    <dgm:cxn modelId="{63BDFB4E-AD6F-4AC8-8DAD-EAC8F90634EB}" type="presOf" srcId="{B59FF1CE-19B5-48BE-B699-4D8F51CDA268}" destId="{9B9304A0-7235-4846-AD71-5D92C96BE6F5}" srcOrd="0" destOrd="0" presId="urn:microsoft.com/office/officeart/2008/layout/HorizontalMultiLevelHierarchy"/>
    <dgm:cxn modelId="{BBC9BCB2-9FFB-41E4-9A4C-418C6E7A294B}" type="presOf" srcId="{9B0CF177-4534-4318-9811-49AF71308AEC}" destId="{9BB01EDF-0EE4-460B-A423-AAB643978C44}" srcOrd="1" destOrd="0" presId="urn:microsoft.com/office/officeart/2008/layout/HorizontalMultiLevelHierarchy"/>
    <dgm:cxn modelId="{679F0838-7959-4E54-97B6-4AA7A5B6341A}" type="presOf" srcId="{D9B52060-AA6E-47FC-979F-F3A13688EC63}" destId="{038FFABE-8797-425E-A287-5A5A77A1252B}" srcOrd="0" destOrd="0" presId="urn:microsoft.com/office/officeart/2008/layout/HorizontalMultiLevelHierarchy"/>
    <dgm:cxn modelId="{5AAF7EAA-D47A-4BD1-BE48-348E724B56D4}" srcId="{D9B52060-AA6E-47FC-979F-F3A13688EC63}" destId="{2F611725-73CB-4643-9B13-9260B034565C}" srcOrd="3" destOrd="0" parTransId="{B59FF1CE-19B5-48BE-B699-4D8F51CDA268}" sibTransId="{7D820B3F-4624-4A94-94A7-91A9C2585196}"/>
    <dgm:cxn modelId="{875EE9A6-D430-438B-B84C-03A55CCFAA64}" type="presOf" srcId="{26CFC3A7-3EED-4EA0-8577-831809FC1165}" destId="{0ADF4CA9-6322-4CF3-ACFB-631DE242E0F3}" srcOrd="1" destOrd="0" presId="urn:microsoft.com/office/officeart/2008/layout/HorizontalMultiLevelHierarchy"/>
    <dgm:cxn modelId="{1E01EE0D-F188-47A1-827D-BCD8E142C27B}" type="presOf" srcId="{F297055E-760B-420E-AD50-8A5A2DB47F14}" destId="{4DDA3F46-53EB-4E68-B8B9-68DEB47650AB}" srcOrd="0" destOrd="0" presId="urn:microsoft.com/office/officeart/2008/layout/HorizontalMultiLevelHierarchy"/>
    <dgm:cxn modelId="{892867E5-5652-4A2C-8DEA-466AA2440BCA}" srcId="{D9B52060-AA6E-47FC-979F-F3A13688EC63}" destId="{1C7CF0E3-DC13-4653-9100-49F734ECC094}" srcOrd="0" destOrd="0" parTransId="{9B0CF177-4534-4318-9811-49AF71308AEC}" sibTransId="{0FE28732-BA39-4E96-B951-F183081B44A3}"/>
    <dgm:cxn modelId="{CFC2E988-B56D-4D61-BECC-24AA40F20F2D}" srcId="{D9B52060-AA6E-47FC-979F-F3A13688EC63}" destId="{0763E8E5-01E3-49ED-8727-F143BCFDB3B3}" srcOrd="2" destOrd="0" parTransId="{26CFC3A7-3EED-4EA0-8577-831809FC1165}" sibTransId="{442BF9D1-255A-4378-A04F-1FF00E2A5976}"/>
    <dgm:cxn modelId="{3D085FA8-B7E1-4920-8692-006463813A24}" type="presOf" srcId="{1C7CF0E3-DC13-4653-9100-49F734ECC094}" destId="{2AE2DF21-0173-40A1-A90C-907DFAC21F47}" srcOrd="0" destOrd="0" presId="urn:microsoft.com/office/officeart/2008/layout/HorizontalMultiLevelHierarchy"/>
    <dgm:cxn modelId="{E0611C27-9A97-4699-BC5B-60B22B94DAC8}" type="presOf" srcId="{4D9A65A2-D581-4B22-B093-043B61DAFDA5}" destId="{572233CD-7F88-4257-9401-6BB5BB0EE971}" srcOrd="0" destOrd="0" presId="urn:microsoft.com/office/officeart/2008/layout/HorizontalMultiLevelHierarchy"/>
    <dgm:cxn modelId="{6ED6C9D2-71B6-4CC1-8050-24817FA81EF6}" srcId="{D9B52060-AA6E-47FC-979F-F3A13688EC63}" destId="{B90ED2A2-D511-4FED-9751-E924BE9AA242}" srcOrd="1" destOrd="0" parTransId="{F297055E-760B-420E-AD50-8A5A2DB47F14}" sibTransId="{3C2EE328-3AE1-49FF-ADEF-EAE1CD7EF293}"/>
    <dgm:cxn modelId="{99F7222D-744F-4CB6-ADCD-A99A308B2934}" type="presOf" srcId="{2F611725-73CB-4643-9B13-9260B034565C}" destId="{E4BB62D3-AE76-4939-919C-59B91D254315}" srcOrd="0" destOrd="0" presId="urn:microsoft.com/office/officeart/2008/layout/HorizontalMultiLevelHierarchy"/>
    <dgm:cxn modelId="{E973C5CE-A7AE-469F-AF95-FBF587766C83}" type="presOf" srcId="{B90ED2A2-D511-4FED-9751-E924BE9AA242}" destId="{93FAD7EF-85E1-423B-A532-48C5ABBA2AA8}" srcOrd="0" destOrd="0" presId="urn:microsoft.com/office/officeart/2008/layout/HorizontalMultiLevelHierarchy"/>
    <dgm:cxn modelId="{D977096B-5ADB-4569-AC88-69A3152EC58F}" type="presParOf" srcId="{572233CD-7F88-4257-9401-6BB5BB0EE971}" destId="{5D836722-4AC8-4485-8AD8-58ABD62195C7}" srcOrd="0" destOrd="0" presId="urn:microsoft.com/office/officeart/2008/layout/HorizontalMultiLevelHierarchy"/>
    <dgm:cxn modelId="{063CDA4B-DDE0-4347-B9FB-AB4E9D1D76A6}" type="presParOf" srcId="{5D836722-4AC8-4485-8AD8-58ABD62195C7}" destId="{038FFABE-8797-425E-A287-5A5A77A1252B}" srcOrd="0" destOrd="0" presId="urn:microsoft.com/office/officeart/2008/layout/HorizontalMultiLevelHierarchy"/>
    <dgm:cxn modelId="{083ED686-4845-40B2-A53D-B3AFC3373B45}" type="presParOf" srcId="{5D836722-4AC8-4485-8AD8-58ABD62195C7}" destId="{CDEC46BF-BA45-4466-9D6C-BCB3F416C198}" srcOrd="1" destOrd="0" presId="urn:microsoft.com/office/officeart/2008/layout/HorizontalMultiLevelHierarchy"/>
    <dgm:cxn modelId="{34185062-CD96-4C08-8C25-5F30D401C8F4}" type="presParOf" srcId="{CDEC46BF-BA45-4466-9D6C-BCB3F416C198}" destId="{3EACCDB6-D1F2-4CB0-BB0E-ED7422DFE8BC}" srcOrd="0" destOrd="0" presId="urn:microsoft.com/office/officeart/2008/layout/HorizontalMultiLevelHierarchy"/>
    <dgm:cxn modelId="{CEBC56D5-6A67-4EDF-A9E4-BEBD738020E3}" type="presParOf" srcId="{3EACCDB6-D1F2-4CB0-BB0E-ED7422DFE8BC}" destId="{9BB01EDF-0EE4-460B-A423-AAB643978C44}" srcOrd="0" destOrd="0" presId="urn:microsoft.com/office/officeart/2008/layout/HorizontalMultiLevelHierarchy"/>
    <dgm:cxn modelId="{EAFE56E2-9077-482A-A7DE-C7DA1D402928}" type="presParOf" srcId="{CDEC46BF-BA45-4466-9D6C-BCB3F416C198}" destId="{41EECE26-C41D-48B3-B76C-0A28C345D9A3}" srcOrd="1" destOrd="0" presId="urn:microsoft.com/office/officeart/2008/layout/HorizontalMultiLevelHierarchy"/>
    <dgm:cxn modelId="{A55D007F-7760-4773-8B94-422B98F73C0D}" type="presParOf" srcId="{41EECE26-C41D-48B3-B76C-0A28C345D9A3}" destId="{2AE2DF21-0173-40A1-A90C-907DFAC21F47}" srcOrd="0" destOrd="0" presId="urn:microsoft.com/office/officeart/2008/layout/HorizontalMultiLevelHierarchy"/>
    <dgm:cxn modelId="{C8D6DEFE-6F08-4CEB-AF79-E07E3043477F}" type="presParOf" srcId="{41EECE26-C41D-48B3-B76C-0A28C345D9A3}" destId="{D243DE78-BCD0-4AB0-A01B-B0AA5989EF1C}" srcOrd="1" destOrd="0" presId="urn:microsoft.com/office/officeart/2008/layout/HorizontalMultiLevelHierarchy"/>
    <dgm:cxn modelId="{AEA3A4F1-B5E1-48C6-8A2E-4E6036FE44FC}" type="presParOf" srcId="{CDEC46BF-BA45-4466-9D6C-BCB3F416C198}" destId="{4DDA3F46-53EB-4E68-B8B9-68DEB47650AB}" srcOrd="2" destOrd="0" presId="urn:microsoft.com/office/officeart/2008/layout/HorizontalMultiLevelHierarchy"/>
    <dgm:cxn modelId="{D331E11F-3DA6-4108-8273-C78E9D7D669C}" type="presParOf" srcId="{4DDA3F46-53EB-4E68-B8B9-68DEB47650AB}" destId="{820D9A6D-D46E-477B-9B90-560086DCB62A}" srcOrd="0" destOrd="0" presId="urn:microsoft.com/office/officeart/2008/layout/HorizontalMultiLevelHierarchy"/>
    <dgm:cxn modelId="{6ED09E55-A058-4E83-BABB-2AD12D046FB4}" type="presParOf" srcId="{CDEC46BF-BA45-4466-9D6C-BCB3F416C198}" destId="{459D45D1-D583-4008-925A-8F1B98849093}" srcOrd="3" destOrd="0" presId="urn:microsoft.com/office/officeart/2008/layout/HorizontalMultiLevelHierarchy"/>
    <dgm:cxn modelId="{A31E7824-22F5-4FC4-AB6E-F22C83E2B6F9}" type="presParOf" srcId="{459D45D1-D583-4008-925A-8F1B98849093}" destId="{93FAD7EF-85E1-423B-A532-48C5ABBA2AA8}" srcOrd="0" destOrd="0" presId="urn:microsoft.com/office/officeart/2008/layout/HorizontalMultiLevelHierarchy"/>
    <dgm:cxn modelId="{70DEF896-16BF-4ADA-8BE9-CB20BCCBC005}" type="presParOf" srcId="{459D45D1-D583-4008-925A-8F1B98849093}" destId="{0D48926A-4F3A-414F-9263-996683D7BE2E}" srcOrd="1" destOrd="0" presId="urn:microsoft.com/office/officeart/2008/layout/HorizontalMultiLevelHierarchy"/>
    <dgm:cxn modelId="{F50C8B08-B927-4A51-BC5B-5F60B4D09A7B}" type="presParOf" srcId="{CDEC46BF-BA45-4466-9D6C-BCB3F416C198}" destId="{5DA71C3D-A086-4A27-944C-5ED14ABBA24B}" srcOrd="4" destOrd="0" presId="urn:microsoft.com/office/officeart/2008/layout/HorizontalMultiLevelHierarchy"/>
    <dgm:cxn modelId="{F4222E82-1C2B-400C-9968-A68C3A70AF76}" type="presParOf" srcId="{5DA71C3D-A086-4A27-944C-5ED14ABBA24B}" destId="{0ADF4CA9-6322-4CF3-ACFB-631DE242E0F3}" srcOrd="0" destOrd="0" presId="urn:microsoft.com/office/officeart/2008/layout/HorizontalMultiLevelHierarchy"/>
    <dgm:cxn modelId="{A62445FA-D894-4F2F-81A4-D0525F5491C8}" type="presParOf" srcId="{CDEC46BF-BA45-4466-9D6C-BCB3F416C198}" destId="{4EBF572E-3F6F-4622-BF65-41AB4F53B0C3}" srcOrd="5" destOrd="0" presId="urn:microsoft.com/office/officeart/2008/layout/HorizontalMultiLevelHierarchy"/>
    <dgm:cxn modelId="{4ADB1BA1-50DA-4C3E-A6FF-9BF8022D4F9E}" type="presParOf" srcId="{4EBF572E-3F6F-4622-BF65-41AB4F53B0C3}" destId="{1FAFE5BE-A8CF-4CBF-AD33-ACD5086C34C9}" srcOrd="0" destOrd="0" presId="urn:microsoft.com/office/officeart/2008/layout/HorizontalMultiLevelHierarchy"/>
    <dgm:cxn modelId="{05284AC5-F286-4732-B17B-22AD7897E0A3}" type="presParOf" srcId="{4EBF572E-3F6F-4622-BF65-41AB4F53B0C3}" destId="{48617B4E-6CB9-4B2B-A9F0-B149AF1A8EC4}" srcOrd="1" destOrd="0" presId="urn:microsoft.com/office/officeart/2008/layout/HorizontalMultiLevelHierarchy"/>
    <dgm:cxn modelId="{765CDE3B-14AC-4CFC-93C6-BF04C021CBE4}" type="presParOf" srcId="{CDEC46BF-BA45-4466-9D6C-BCB3F416C198}" destId="{9B9304A0-7235-4846-AD71-5D92C96BE6F5}" srcOrd="6" destOrd="0" presId="urn:microsoft.com/office/officeart/2008/layout/HorizontalMultiLevelHierarchy"/>
    <dgm:cxn modelId="{BEE142B3-731C-4B7F-8451-44EA0805EF9B}" type="presParOf" srcId="{9B9304A0-7235-4846-AD71-5D92C96BE6F5}" destId="{9AA4662B-2BE2-4E25-83DC-CC80D3949430}" srcOrd="0" destOrd="0" presId="urn:microsoft.com/office/officeart/2008/layout/HorizontalMultiLevelHierarchy"/>
    <dgm:cxn modelId="{93F91355-76C9-41DA-B8CC-72AA78E12FFE}" type="presParOf" srcId="{CDEC46BF-BA45-4466-9D6C-BCB3F416C198}" destId="{4B89B5F2-53BB-433A-A2B3-BDEDE2CD7A76}" srcOrd="7" destOrd="0" presId="urn:microsoft.com/office/officeart/2008/layout/HorizontalMultiLevelHierarchy"/>
    <dgm:cxn modelId="{8057E379-3405-43BD-8DCE-820627F3A2CD}" type="presParOf" srcId="{4B89B5F2-53BB-433A-A2B3-BDEDE2CD7A76}" destId="{E4BB62D3-AE76-4939-919C-59B91D254315}" srcOrd="0" destOrd="0" presId="urn:microsoft.com/office/officeart/2008/layout/HorizontalMultiLevelHierarchy"/>
    <dgm:cxn modelId="{693108A9-3D5C-4BC0-92FF-EECA36920ACD}" type="presParOf" srcId="{4B89B5F2-53BB-433A-A2B3-BDEDE2CD7A76}" destId="{A77236C9-57A6-439C-A926-FE19E30881B8}" srcOrd="1" destOrd="0" presId="urn:microsoft.com/office/officeart/2008/layout/HorizontalMultiLevelHierarchy"/>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2.xml><?xml version="1.0" encoding="utf-8"?>
<dgm:dataModel xmlns:dgm="http://schemas.openxmlformats.org/drawingml/2006/diagram" xmlns:a="http://schemas.openxmlformats.org/drawingml/2006/main">
  <dgm:ptLst>
    <dgm:pt modelId="{42EEE7CA-7E0C-4DA2-915C-6B6F5E8CD022}" type="doc">
      <dgm:prSet loTypeId="urn:microsoft.com/office/officeart/2005/8/layout/orgChart1" loCatId="hierarchy" qsTypeId="urn:microsoft.com/office/officeart/2005/8/quickstyle/3d1" qsCatId="3D" csTypeId="urn:microsoft.com/office/officeart/2005/8/colors/accent3_1" csCatId="accent3" phldr="1"/>
      <dgm:spPr/>
      <dgm:t>
        <a:bodyPr/>
        <a:lstStyle/>
        <a:p>
          <a:endParaRPr lang="en-US"/>
        </a:p>
      </dgm:t>
    </dgm:pt>
    <dgm:pt modelId="{43F4E795-3E37-4FDF-BB2F-42A767606077}">
      <dgm:prSet/>
      <dgm:spPr/>
      <dgm:t>
        <a:bodyPr/>
        <a:lstStyle/>
        <a:p>
          <a:pPr rtl="0"/>
          <a:r>
            <a:rPr lang="en-US" dirty="0" smtClean="0"/>
            <a:t>Martial Law</a:t>
          </a:r>
          <a:endParaRPr lang="en-US" dirty="0"/>
        </a:p>
      </dgm:t>
    </dgm:pt>
    <dgm:pt modelId="{C4A27DDC-4010-4AF7-A76C-DFEF7E0C639E}" type="parTrans" cxnId="{AECD9A1E-C31A-42D6-9D4B-004BED5B9CC6}">
      <dgm:prSet/>
      <dgm:spPr/>
      <dgm:t>
        <a:bodyPr/>
        <a:lstStyle/>
        <a:p>
          <a:endParaRPr lang="en-US"/>
        </a:p>
      </dgm:t>
    </dgm:pt>
    <dgm:pt modelId="{D497CD02-A379-4FDC-ACF3-83A5974C405B}" type="sibTrans" cxnId="{AECD9A1E-C31A-42D6-9D4B-004BED5B9CC6}">
      <dgm:prSet/>
      <dgm:spPr/>
      <dgm:t>
        <a:bodyPr/>
        <a:lstStyle/>
        <a:p>
          <a:endParaRPr lang="en-US"/>
        </a:p>
      </dgm:t>
    </dgm:pt>
    <dgm:pt modelId="{9E9DB548-FA02-4D87-A890-8EDE99D57DB6}">
      <dgm:prSet/>
      <dgm:spPr/>
      <dgm:t>
        <a:bodyPr/>
        <a:lstStyle/>
        <a:p>
          <a:pPr rtl="0"/>
          <a:r>
            <a:rPr lang="en-US" dirty="0" smtClean="0"/>
            <a:t>Dissolved Iskandar Mirza</a:t>
          </a:r>
          <a:endParaRPr lang="en-US" dirty="0"/>
        </a:p>
      </dgm:t>
    </dgm:pt>
    <dgm:pt modelId="{59952961-EF20-446F-A6A7-84ADBB7BCAE4}" type="parTrans" cxnId="{80080A84-76F3-4B0D-AF36-3846C43F0AB3}">
      <dgm:prSet/>
      <dgm:spPr/>
      <dgm:t>
        <a:bodyPr/>
        <a:lstStyle/>
        <a:p>
          <a:endParaRPr lang="en-US"/>
        </a:p>
      </dgm:t>
    </dgm:pt>
    <dgm:pt modelId="{59BE3ED0-AC77-44F8-8E4C-FB6AC28DF32E}" type="sibTrans" cxnId="{80080A84-76F3-4B0D-AF36-3846C43F0AB3}">
      <dgm:prSet/>
      <dgm:spPr/>
      <dgm:t>
        <a:bodyPr/>
        <a:lstStyle/>
        <a:p>
          <a:endParaRPr lang="en-US"/>
        </a:p>
      </dgm:t>
    </dgm:pt>
    <dgm:pt modelId="{259A1ACC-A71C-46FA-90F5-C15ED6B9FFB2}">
      <dgm:prSet/>
      <dgm:spPr/>
      <dgm:t>
        <a:bodyPr/>
        <a:lstStyle/>
        <a:p>
          <a:pPr rtl="0"/>
          <a:r>
            <a:rPr lang="en-US" dirty="0" smtClean="0"/>
            <a:t>Shahab Uddin Commission</a:t>
          </a:r>
          <a:endParaRPr lang="en-US" dirty="0"/>
        </a:p>
      </dgm:t>
    </dgm:pt>
    <dgm:pt modelId="{5578D270-1340-4F36-8BF9-C3DE08B68C0A}" type="parTrans" cxnId="{E7DCB013-EBC0-4981-B9F0-64C07245CD3C}">
      <dgm:prSet/>
      <dgm:spPr/>
      <dgm:t>
        <a:bodyPr/>
        <a:lstStyle/>
        <a:p>
          <a:endParaRPr lang="en-US"/>
        </a:p>
      </dgm:t>
    </dgm:pt>
    <dgm:pt modelId="{1E808EE5-5206-4E87-8FF5-26DD84EB17B0}" type="sibTrans" cxnId="{E7DCB013-EBC0-4981-B9F0-64C07245CD3C}">
      <dgm:prSet/>
      <dgm:spPr/>
      <dgm:t>
        <a:bodyPr/>
        <a:lstStyle/>
        <a:p>
          <a:endParaRPr lang="en-US"/>
        </a:p>
      </dgm:t>
    </dgm:pt>
    <dgm:pt modelId="{D585615F-520F-45C1-BE55-BA4DABE40C33}" type="pres">
      <dgm:prSet presAssocID="{42EEE7CA-7E0C-4DA2-915C-6B6F5E8CD022}" presName="hierChild1" presStyleCnt="0">
        <dgm:presLayoutVars>
          <dgm:orgChart val="1"/>
          <dgm:chPref val="1"/>
          <dgm:dir/>
          <dgm:animOne val="branch"/>
          <dgm:animLvl val="lvl"/>
          <dgm:resizeHandles/>
        </dgm:presLayoutVars>
      </dgm:prSet>
      <dgm:spPr/>
      <dgm:t>
        <a:bodyPr/>
        <a:lstStyle/>
        <a:p>
          <a:endParaRPr lang="en-US"/>
        </a:p>
      </dgm:t>
    </dgm:pt>
    <dgm:pt modelId="{6DBA7613-8B03-4415-ABE4-5180619F3F13}" type="pres">
      <dgm:prSet presAssocID="{43F4E795-3E37-4FDF-BB2F-42A767606077}" presName="hierRoot1" presStyleCnt="0">
        <dgm:presLayoutVars>
          <dgm:hierBranch val="init"/>
        </dgm:presLayoutVars>
      </dgm:prSet>
      <dgm:spPr/>
    </dgm:pt>
    <dgm:pt modelId="{9B168097-FA01-4666-871F-FE40AE78C871}" type="pres">
      <dgm:prSet presAssocID="{43F4E795-3E37-4FDF-BB2F-42A767606077}" presName="rootComposite1" presStyleCnt="0"/>
      <dgm:spPr/>
    </dgm:pt>
    <dgm:pt modelId="{12D9E906-B753-4F7A-A0BC-F0FB7D2EDE52}" type="pres">
      <dgm:prSet presAssocID="{43F4E795-3E37-4FDF-BB2F-42A767606077}" presName="rootText1" presStyleLbl="node0" presStyleIdx="0" presStyleCnt="1">
        <dgm:presLayoutVars>
          <dgm:chPref val="3"/>
        </dgm:presLayoutVars>
      </dgm:prSet>
      <dgm:spPr/>
      <dgm:t>
        <a:bodyPr/>
        <a:lstStyle/>
        <a:p>
          <a:endParaRPr lang="en-US"/>
        </a:p>
      </dgm:t>
    </dgm:pt>
    <dgm:pt modelId="{AD7359E0-6736-49DB-9DB5-A7EDA55AB527}" type="pres">
      <dgm:prSet presAssocID="{43F4E795-3E37-4FDF-BB2F-42A767606077}" presName="rootConnector1" presStyleLbl="node1" presStyleIdx="0" presStyleCnt="0"/>
      <dgm:spPr/>
      <dgm:t>
        <a:bodyPr/>
        <a:lstStyle/>
        <a:p>
          <a:endParaRPr lang="en-US"/>
        </a:p>
      </dgm:t>
    </dgm:pt>
    <dgm:pt modelId="{40370EBA-08F1-4994-AF45-6767749D31A5}" type="pres">
      <dgm:prSet presAssocID="{43F4E795-3E37-4FDF-BB2F-42A767606077}" presName="hierChild2" presStyleCnt="0"/>
      <dgm:spPr/>
    </dgm:pt>
    <dgm:pt modelId="{7E3AA489-6A02-483E-A88F-97139495D413}" type="pres">
      <dgm:prSet presAssocID="{59952961-EF20-446F-A6A7-84ADBB7BCAE4}" presName="Name37" presStyleLbl="parChTrans1D2" presStyleIdx="0" presStyleCnt="2"/>
      <dgm:spPr/>
      <dgm:t>
        <a:bodyPr/>
        <a:lstStyle/>
        <a:p>
          <a:endParaRPr lang="en-US"/>
        </a:p>
      </dgm:t>
    </dgm:pt>
    <dgm:pt modelId="{4AC4BFBB-01A2-41EE-93D6-CB2AB53244FB}" type="pres">
      <dgm:prSet presAssocID="{9E9DB548-FA02-4D87-A890-8EDE99D57DB6}" presName="hierRoot2" presStyleCnt="0">
        <dgm:presLayoutVars>
          <dgm:hierBranch val="init"/>
        </dgm:presLayoutVars>
      </dgm:prSet>
      <dgm:spPr/>
    </dgm:pt>
    <dgm:pt modelId="{488B357A-0DC1-4CB1-8EB2-849F798253FB}" type="pres">
      <dgm:prSet presAssocID="{9E9DB548-FA02-4D87-A890-8EDE99D57DB6}" presName="rootComposite" presStyleCnt="0"/>
      <dgm:spPr/>
    </dgm:pt>
    <dgm:pt modelId="{2CC6FE0D-704D-484F-AEB5-C63C519C1B52}" type="pres">
      <dgm:prSet presAssocID="{9E9DB548-FA02-4D87-A890-8EDE99D57DB6}" presName="rootText" presStyleLbl="node2" presStyleIdx="0" presStyleCnt="2">
        <dgm:presLayoutVars>
          <dgm:chPref val="3"/>
        </dgm:presLayoutVars>
      </dgm:prSet>
      <dgm:spPr/>
      <dgm:t>
        <a:bodyPr/>
        <a:lstStyle/>
        <a:p>
          <a:endParaRPr lang="en-US"/>
        </a:p>
      </dgm:t>
    </dgm:pt>
    <dgm:pt modelId="{6EC588CA-9A8D-4C63-80C9-F1EDCD503FDC}" type="pres">
      <dgm:prSet presAssocID="{9E9DB548-FA02-4D87-A890-8EDE99D57DB6}" presName="rootConnector" presStyleLbl="node2" presStyleIdx="0" presStyleCnt="2"/>
      <dgm:spPr/>
      <dgm:t>
        <a:bodyPr/>
        <a:lstStyle/>
        <a:p>
          <a:endParaRPr lang="en-US"/>
        </a:p>
      </dgm:t>
    </dgm:pt>
    <dgm:pt modelId="{90A3612B-81C5-40F2-83B3-678467BA863E}" type="pres">
      <dgm:prSet presAssocID="{9E9DB548-FA02-4D87-A890-8EDE99D57DB6}" presName="hierChild4" presStyleCnt="0"/>
      <dgm:spPr/>
    </dgm:pt>
    <dgm:pt modelId="{7AC3C788-4870-42BC-9B8F-E804B16609EC}" type="pres">
      <dgm:prSet presAssocID="{9E9DB548-FA02-4D87-A890-8EDE99D57DB6}" presName="hierChild5" presStyleCnt="0"/>
      <dgm:spPr/>
    </dgm:pt>
    <dgm:pt modelId="{80FB24F8-DF95-4452-BDC5-FD2F902CFE43}" type="pres">
      <dgm:prSet presAssocID="{5578D270-1340-4F36-8BF9-C3DE08B68C0A}" presName="Name37" presStyleLbl="parChTrans1D2" presStyleIdx="1" presStyleCnt="2"/>
      <dgm:spPr/>
      <dgm:t>
        <a:bodyPr/>
        <a:lstStyle/>
        <a:p>
          <a:endParaRPr lang="en-US"/>
        </a:p>
      </dgm:t>
    </dgm:pt>
    <dgm:pt modelId="{6DECE934-D2F5-4344-AECE-A487C6ADBF53}" type="pres">
      <dgm:prSet presAssocID="{259A1ACC-A71C-46FA-90F5-C15ED6B9FFB2}" presName="hierRoot2" presStyleCnt="0">
        <dgm:presLayoutVars>
          <dgm:hierBranch val="init"/>
        </dgm:presLayoutVars>
      </dgm:prSet>
      <dgm:spPr/>
    </dgm:pt>
    <dgm:pt modelId="{29DC1C6C-89E8-4F7C-9210-7B018F168B87}" type="pres">
      <dgm:prSet presAssocID="{259A1ACC-A71C-46FA-90F5-C15ED6B9FFB2}" presName="rootComposite" presStyleCnt="0"/>
      <dgm:spPr/>
    </dgm:pt>
    <dgm:pt modelId="{BC181467-F0C1-4B43-A6C0-0B0C4DE500FF}" type="pres">
      <dgm:prSet presAssocID="{259A1ACC-A71C-46FA-90F5-C15ED6B9FFB2}" presName="rootText" presStyleLbl="node2" presStyleIdx="1" presStyleCnt="2">
        <dgm:presLayoutVars>
          <dgm:chPref val="3"/>
        </dgm:presLayoutVars>
      </dgm:prSet>
      <dgm:spPr/>
      <dgm:t>
        <a:bodyPr/>
        <a:lstStyle/>
        <a:p>
          <a:endParaRPr lang="en-US"/>
        </a:p>
      </dgm:t>
    </dgm:pt>
    <dgm:pt modelId="{668F3A62-44E1-42BF-9980-2AF1C4CEC407}" type="pres">
      <dgm:prSet presAssocID="{259A1ACC-A71C-46FA-90F5-C15ED6B9FFB2}" presName="rootConnector" presStyleLbl="node2" presStyleIdx="1" presStyleCnt="2"/>
      <dgm:spPr/>
      <dgm:t>
        <a:bodyPr/>
        <a:lstStyle/>
        <a:p>
          <a:endParaRPr lang="en-US"/>
        </a:p>
      </dgm:t>
    </dgm:pt>
    <dgm:pt modelId="{32920C02-DF55-400D-867D-131C10044320}" type="pres">
      <dgm:prSet presAssocID="{259A1ACC-A71C-46FA-90F5-C15ED6B9FFB2}" presName="hierChild4" presStyleCnt="0"/>
      <dgm:spPr/>
    </dgm:pt>
    <dgm:pt modelId="{37ACB87A-E5B6-40DC-A626-4715E100520B}" type="pres">
      <dgm:prSet presAssocID="{259A1ACC-A71C-46FA-90F5-C15ED6B9FFB2}" presName="hierChild5" presStyleCnt="0"/>
      <dgm:spPr/>
    </dgm:pt>
    <dgm:pt modelId="{9DF362C9-B0F7-4022-BC4F-1FDF8E0913AC}" type="pres">
      <dgm:prSet presAssocID="{43F4E795-3E37-4FDF-BB2F-42A767606077}" presName="hierChild3" presStyleCnt="0"/>
      <dgm:spPr/>
    </dgm:pt>
  </dgm:ptLst>
  <dgm:cxnLst>
    <dgm:cxn modelId="{24E020C0-90BB-49DA-B9E3-498D88A9A4DF}" type="presOf" srcId="{42EEE7CA-7E0C-4DA2-915C-6B6F5E8CD022}" destId="{D585615F-520F-45C1-BE55-BA4DABE40C33}" srcOrd="0" destOrd="0" presId="urn:microsoft.com/office/officeart/2005/8/layout/orgChart1"/>
    <dgm:cxn modelId="{30B4DB42-1912-4D43-8989-DB20F9D7BC81}" type="presOf" srcId="{59952961-EF20-446F-A6A7-84ADBB7BCAE4}" destId="{7E3AA489-6A02-483E-A88F-97139495D413}" srcOrd="0" destOrd="0" presId="urn:microsoft.com/office/officeart/2005/8/layout/orgChart1"/>
    <dgm:cxn modelId="{57FC6648-FD04-4C8C-A584-8AC8A45732F7}" type="presOf" srcId="{43F4E795-3E37-4FDF-BB2F-42A767606077}" destId="{AD7359E0-6736-49DB-9DB5-A7EDA55AB527}" srcOrd="1" destOrd="0" presId="urn:microsoft.com/office/officeart/2005/8/layout/orgChart1"/>
    <dgm:cxn modelId="{AECD9A1E-C31A-42D6-9D4B-004BED5B9CC6}" srcId="{42EEE7CA-7E0C-4DA2-915C-6B6F5E8CD022}" destId="{43F4E795-3E37-4FDF-BB2F-42A767606077}" srcOrd="0" destOrd="0" parTransId="{C4A27DDC-4010-4AF7-A76C-DFEF7E0C639E}" sibTransId="{D497CD02-A379-4FDC-ACF3-83A5974C405B}"/>
    <dgm:cxn modelId="{40D0490A-12B2-448F-8474-152493201507}" type="presOf" srcId="{43F4E795-3E37-4FDF-BB2F-42A767606077}" destId="{12D9E906-B753-4F7A-A0BC-F0FB7D2EDE52}" srcOrd="0" destOrd="0" presId="urn:microsoft.com/office/officeart/2005/8/layout/orgChart1"/>
    <dgm:cxn modelId="{9B77C5E9-BD2F-4D4C-AAF6-9239F82C93A4}" type="presOf" srcId="{9E9DB548-FA02-4D87-A890-8EDE99D57DB6}" destId="{6EC588CA-9A8D-4C63-80C9-F1EDCD503FDC}" srcOrd="1" destOrd="0" presId="urn:microsoft.com/office/officeart/2005/8/layout/orgChart1"/>
    <dgm:cxn modelId="{2E6533D9-0611-4102-A9B3-E5BE1D585C9F}" type="presOf" srcId="{9E9DB548-FA02-4D87-A890-8EDE99D57DB6}" destId="{2CC6FE0D-704D-484F-AEB5-C63C519C1B52}" srcOrd="0" destOrd="0" presId="urn:microsoft.com/office/officeart/2005/8/layout/orgChart1"/>
    <dgm:cxn modelId="{80080A84-76F3-4B0D-AF36-3846C43F0AB3}" srcId="{43F4E795-3E37-4FDF-BB2F-42A767606077}" destId="{9E9DB548-FA02-4D87-A890-8EDE99D57DB6}" srcOrd="0" destOrd="0" parTransId="{59952961-EF20-446F-A6A7-84ADBB7BCAE4}" sibTransId="{59BE3ED0-AC77-44F8-8E4C-FB6AC28DF32E}"/>
    <dgm:cxn modelId="{284ED7CE-69E3-4BF1-A74B-9B8BB13306CA}" type="presOf" srcId="{259A1ACC-A71C-46FA-90F5-C15ED6B9FFB2}" destId="{668F3A62-44E1-42BF-9980-2AF1C4CEC407}" srcOrd="1" destOrd="0" presId="urn:microsoft.com/office/officeart/2005/8/layout/orgChart1"/>
    <dgm:cxn modelId="{E7DCB013-EBC0-4981-B9F0-64C07245CD3C}" srcId="{43F4E795-3E37-4FDF-BB2F-42A767606077}" destId="{259A1ACC-A71C-46FA-90F5-C15ED6B9FFB2}" srcOrd="1" destOrd="0" parTransId="{5578D270-1340-4F36-8BF9-C3DE08B68C0A}" sibTransId="{1E808EE5-5206-4E87-8FF5-26DD84EB17B0}"/>
    <dgm:cxn modelId="{21ADFD47-610A-4520-831B-128965C470C2}" type="presOf" srcId="{5578D270-1340-4F36-8BF9-C3DE08B68C0A}" destId="{80FB24F8-DF95-4452-BDC5-FD2F902CFE43}" srcOrd="0" destOrd="0" presId="urn:microsoft.com/office/officeart/2005/8/layout/orgChart1"/>
    <dgm:cxn modelId="{D23B25B7-9915-4C13-B282-A917E49BC613}" type="presOf" srcId="{259A1ACC-A71C-46FA-90F5-C15ED6B9FFB2}" destId="{BC181467-F0C1-4B43-A6C0-0B0C4DE500FF}" srcOrd="0" destOrd="0" presId="urn:microsoft.com/office/officeart/2005/8/layout/orgChart1"/>
    <dgm:cxn modelId="{AABD825F-95C9-4BB1-815E-D30ACD82A2A5}" type="presParOf" srcId="{D585615F-520F-45C1-BE55-BA4DABE40C33}" destId="{6DBA7613-8B03-4415-ABE4-5180619F3F13}" srcOrd="0" destOrd="0" presId="urn:microsoft.com/office/officeart/2005/8/layout/orgChart1"/>
    <dgm:cxn modelId="{73257711-9B2E-4903-9EEE-9F74D9755D52}" type="presParOf" srcId="{6DBA7613-8B03-4415-ABE4-5180619F3F13}" destId="{9B168097-FA01-4666-871F-FE40AE78C871}" srcOrd="0" destOrd="0" presId="urn:microsoft.com/office/officeart/2005/8/layout/orgChart1"/>
    <dgm:cxn modelId="{3B90E086-618E-44F0-B3A7-E7BECCFD3D26}" type="presParOf" srcId="{9B168097-FA01-4666-871F-FE40AE78C871}" destId="{12D9E906-B753-4F7A-A0BC-F0FB7D2EDE52}" srcOrd="0" destOrd="0" presId="urn:microsoft.com/office/officeart/2005/8/layout/orgChart1"/>
    <dgm:cxn modelId="{3BD56996-6700-44AD-9E3D-1436F40E61CA}" type="presParOf" srcId="{9B168097-FA01-4666-871F-FE40AE78C871}" destId="{AD7359E0-6736-49DB-9DB5-A7EDA55AB527}" srcOrd="1" destOrd="0" presId="urn:microsoft.com/office/officeart/2005/8/layout/orgChart1"/>
    <dgm:cxn modelId="{7A24454D-11B5-41CA-B889-119F30F9745F}" type="presParOf" srcId="{6DBA7613-8B03-4415-ABE4-5180619F3F13}" destId="{40370EBA-08F1-4994-AF45-6767749D31A5}" srcOrd="1" destOrd="0" presId="urn:microsoft.com/office/officeart/2005/8/layout/orgChart1"/>
    <dgm:cxn modelId="{9DC49416-4FF3-420C-AE91-DFA9EB60E664}" type="presParOf" srcId="{40370EBA-08F1-4994-AF45-6767749D31A5}" destId="{7E3AA489-6A02-483E-A88F-97139495D413}" srcOrd="0" destOrd="0" presId="urn:microsoft.com/office/officeart/2005/8/layout/orgChart1"/>
    <dgm:cxn modelId="{30E58F5B-87AE-441C-BE35-2B6577E88899}" type="presParOf" srcId="{40370EBA-08F1-4994-AF45-6767749D31A5}" destId="{4AC4BFBB-01A2-41EE-93D6-CB2AB53244FB}" srcOrd="1" destOrd="0" presId="urn:microsoft.com/office/officeart/2005/8/layout/orgChart1"/>
    <dgm:cxn modelId="{207C3F18-EB18-4DFA-BA3A-9699E07222CF}" type="presParOf" srcId="{4AC4BFBB-01A2-41EE-93D6-CB2AB53244FB}" destId="{488B357A-0DC1-4CB1-8EB2-849F798253FB}" srcOrd="0" destOrd="0" presId="urn:microsoft.com/office/officeart/2005/8/layout/orgChart1"/>
    <dgm:cxn modelId="{C1D62CD2-A848-45F7-813E-9289D6557EAC}" type="presParOf" srcId="{488B357A-0DC1-4CB1-8EB2-849F798253FB}" destId="{2CC6FE0D-704D-484F-AEB5-C63C519C1B52}" srcOrd="0" destOrd="0" presId="urn:microsoft.com/office/officeart/2005/8/layout/orgChart1"/>
    <dgm:cxn modelId="{1330BB4A-C333-48FE-9F9C-2B0C3FBF6666}" type="presParOf" srcId="{488B357A-0DC1-4CB1-8EB2-849F798253FB}" destId="{6EC588CA-9A8D-4C63-80C9-F1EDCD503FDC}" srcOrd="1" destOrd="0" presId="urn:microsoft.com/office/officeart/2005/8/layout/orgChart1"/>
    <dgm:cxn modelId="{E6299CBD-41B4-45B5-8169-5EE8CDE1492F}" type="presParOf" srcId="{4AC4BFBB-01A2-41EE-93D6-CB2AB53244FB}" destId="{90A3612B-81C5-40F2-83B3-678467BA863E}" srcOrd="1" destOrd="0" presId="urn:microsoft.com/office/officeart/2005/8/layout/orgChart1"/>
    <dgm:cxn modelId="{53A9CC73-FC29-44E7-9A4C-B30C0B54BF7F}" type="presParOf" srcId="{4AC4BFBB-01A2-41EE-93D6-CB2AB53244FB}" destId="{7AC3C788-4870-42BC-9B8F-E804B16609EC}" srcOrd="2" destOrd="0" presId="urn:microsoft.com/office/officeart/2005/8/layout/orgChart1"/>
    <dgm:cxn modelId="{79F46ABE-01B9-41D8-9DB6-A77F05014CB0}" type="presParOf" srcId="{40370EBA-08F1-4994-AF45-6767749D31A5}" destId="{80FB24F8-DF95-4452-BDC5-FD2F902CFE43}" srcOrd="2" destOrd="0" presId="urn:microsoft.com/office/officeart/2005/8/layout/orgChart1"/>
    <dgm:cxn modelId="{0E5A8AC9-EB17-4603-8A50-648620603901}" type="presParOf" srcId="{40370EBA-08F1-4994-AF45-6767749D31A5}" destId="{6DECE934-D2F5-4344-AECE-A487C6ADBF53}" srcOrd="3" destOrd="0" presId="urn:microsoft.com/office/officeart/2005/8/layout/orgChart1"/>
    <dgm:cxn modelId="{83112B0C-5192-4ED6-8146-C6F418F764D4}" type="presParOf" srcId="{6DECE934-D2F5-4344-AECE-A487C6ADBF53}" destId="{29DC1C6C-89E8-4F7C-9210-7B018F168B87}" srcOrd="0" destOrd="0" presId="urn:microsoft.com/office/officeart/2005/8/layout/orgChart1"/>
    <dgm:cxn modelId="{186E5189-AC04-4A29-B87C-627F344E251B}" type="presParOf" srcId="{29DC1C6C-89E8-4F7C-9210-7B018F168B87}" destId="{BC181467-F0C1-4B43-A6C0-0B0C4DE500FF}" srcOrd="0" destOrd="0" presId="urn:microsoft.com/office/officeart/2005/8/layout/orgChart1"/>
    <dgm:cxn modelId="{7F89A69F-0886-4337-9F09-3EA2CE83EEB9}" type="presParOf" srcId="{29DC1C6C-89E8-4F7C-9210-7B018F168B87}" destId="{668F3A62-44E1-42BF-9980-2AF1C4CEC407}" srcOrd="1" destOrd="0" presId="urn:microsoft.com/office/officeart/2005/8/layout/orgChart1"/>
    <dgm:cxn modelId="{44406D81-3AB7-48EF-ACDE-20B667E7FCDD}" type="presParOf" srcId="{6DECE934-D2F5-4344-AECE-A487C6ADBF53}" destId="{32920C02-DF55-400D-867D-131C10044320}" srcOrd="1" destOrd="0" presId="urn:microsoft.com/office/officeart/2005/8/layout/orgChart1"/>
    <dgm:cxn modelId="{37FE4FC7-C58E-41D2-8298-3B02BE424AE0}" type="presParOf" srcId="{6DECE934-D2F5-4344-AECE-A487C6ADBF53}" destId="{37ACB87A-E5B6-40DC-A626-4715E100520B}" srcOrd="2" destOrd="0" presId="urn:microsoft.com/office/officeart/2005/8/layout/orgChart1"/>
    <dgm:cxn modelId="{26EFB58C-D9AF-41C4-9361-152E85EF4B6C}" type="presParOf" srcId="{6DBA7613-8B03-4415-ABE4-5180619F3F13}" destId="{9DF362C9-B0F7-4022-BC4F-1FDF8E0913AC}" srcOrd="2" destOrd="0" presId="urn:microsoft.com/office/officeart/2005/8/layout/orgChar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3.xml><?xml version="1.0" encoding="utf-8"?>
<dgm:dataModel xmlns:dgm="http://schemas.openxmlformats.org/drawingml/2006/diagram" xmlns:a="http://schemas.openxmlformats.org/drawingml/2006/main">
  <dgm:ptLst>
    <dgm:pt modelId="{8F6DA37B-1525-4744-9CA2-ADB16B78020D}" type="doc">
      <dgm:prSet loTypeId="urn:microsoft.com/office/officeart/2005/8/layout/hList1" loCatId="list" qsTypeId="urn:microsoft.com/office/officeart/2005/8/quickstyle/3d3" qsCatId="3D" csTypeId="urn:microsoft.com/office/officeart/2005/8/colors/accent1_2" csCatId="accent1" phldr="1"/>
      <dgm:spPr/>
      <dgm:t>
        <a:bodyPr/>
        <a:lstStyle/>
        <a:p>
          <a:endParaRPr lang="en-US"/>
        </a:p>
      </dgm:t>
    </dgm:pt>
    <dgm:pt modelId="{EA29338B-E6F9-4CD2-9BE9-05C513D181C9}">
      <dgm:prSet custT="1"/>
      <dgm:spPr/>
      <dgm:t>
        <a:bodyPr/>
        <a:lstStyle/>
        <a:p>
          <a:pPr rtl="0"/>
          <a:r>
            <a:rPr lang="en-US" sz="2800" dirty="0" smtClean="0">
              <a:solidFill>
                <a:schemeClr val="tx1"/>
              </a:solidFill>
            </a:rPr>
            <a:t>BACKGROUND: </a:t>
          </a:r>
          <a:r>
            <a:rPr lang="en-US" sz="4000" b="1" dirty="0" smtClean="0">
              <a:solidFill>
                <a:srgbClr val="FF0000"/>
              </a:solidFill>
            </a:rPr>
            <a:t>Second</a:t>
          </a:r>
          <a:r>
            <a:rPr lang="en-US" sz="2800" dirty="0" smtClean="0">
              <a:solidFill>
                <a:schemeClr val="tx1"/>
              </a:solidFill>
            </a:rPr>
            <a:t> Constitution of Pakistan </a:t>
          </a:r>
          <a:endParaRPr lang="en-US" sz="2800" dirty="0">
            <a:solidFill>
              <a:schemeClr val="tx1"/>
            </a:solidFill>
          </a:endParaRPr>
        </a:p>
      </dgm:t>
    </dgm:pt>
    <dgm:pt modelId="{A8FAF7C6-3899-4287-AB80-B82DB42E0377}" type="parTrans" cxnId="{6E739C51-6818-408A-AE26-34DA0A3F072D}">
      <dgm:prSet/>
      <dgm:spPr/>
      <dgm:t>
        <a:bodyPr/>
        <a:lstStyle/>
        <a:p>
          <a:endParaRPr lang="en-US"/>
        </a:p>
      </dgm:t>
    </dgm:pt>
    <dgm:pt modelId="{E9180591-C2E0-4648-801C-31D9017F2449}" type="sibTrans" cxnId="{6E739C51-6818-408A-AE26-34DA0A3F072D}">
      <dgm:prSet/>
      <dgm:spPr/>
      <dgm:t>
        <a:bodyPr/>
        <a:lstStyle/>
        <a:p>
          <a:endParaRPr lang="en-US"/>
        </a:p>
      </dgm:t>
    </dgm:pt>
    <dgm:pt modelId="{D0808898-DC9F-446F-A32F-F42A8DB7A8D4}" type="pres">
      <dgm:prSet presAssocID="{8F6DA37B-1525-4744-9CA2-ADB16B78020D}" presName="Name0" presStyleCnt="0">
        <dgm:presLayoutVars>
          <dgm:dir/>
          <dgm:animLvl val="lvl"/>
          <dgm:resizeHandles val="exact"/>
        </dgm:presLayoutVars>
      </dgm:prSet>
      <dgm:spPr/>
      <dgm:t>
        <a:bodyPr/>
        <a:lstStyle/>
        <a:p>
          <a:endParaRPr lang="en-US"/>
        </a:p>
      </dgm:t>
    </dgm:pt>
    <dgm:pt modelId="{C60187CA-90E3-4954-AC70-A9D2916D3045}" type="pres">
      <dgm:prSet presAssocID="{EA29338B-E6F9-4CD2-9BE9-05C513D181C9}" presName="composite" presStyleCnt="0"/>
      <dgm:spPr/>
    </dgm:pt>
    <dgm:pt modelId="{89979928-EC68-43A0-8FA0-BA5A8F9F85F9}" type="pres">
      <dgm:prSet presAssocID="{EA29338B-E6F9-4CD2-9BE9-05C513D181C9}" presName="parTx" presStyleLbl="alignNode1" presStyleIdx="0" presStyleCnt="1">
        <dgm:presLayoutVars>
          <dgm:chMax val="0"/>
          <dgm:chPref val="0"/>
          <dgm:bulletEnabled val="1"/>
        </dgm:presLayoutVars>
      </dgm:prSet>
      <dgm:spPr/>
      <dgm:t>
        <a:bodyPr/>
        <a:lstStyle/>
        <a:p>
          <a:endParaRPr lang="en-US"/>
        </a:p>
      </dgm:t>
    </dgm:pt>
    <dgm:pt modelId="{8F12CCB7-2EB8-4B64-8BC1-0D315B7AD683}" type="pres">
      <dgm:prSet presAssocID="{EA29338B-E6F9-4CD2-9BE9-05C513D181C9}" presName="desTx" presStyleLbl="alignAccFollowNode1" presStyleIdx="0" presStyleCnt="1">
        <dgm:presLayoutVars>
          <dgm:bulletEnabled val="1"/>
        </dgm:presLayoutVars>
      </dgm:prSet>
      <dgm:spPr/>
    </dgm:pt>
  </dgm:ptLst>
  <dgm:cxnLst>
    <dgm:cxn modelId="{6E739C51-6818-408A-AE26-34DA0A3F072D}" srcId="{8F6DA37B-1525-4744-9CA2-ADB16B78020D}" destId="{EA29338B-E6F9-4CD2-9BE9-05C513D181C9}" srcOrd="0" destOrd="0" parTransId="{A8FAF7C6-3899-4287-AB80-B82DB42E0377}" sibTransId="{E9180591-C2E0-4648-801C-31D9017F2449}"/>
    <dgm:cxn modelId="{3B1957EA-E9E9-41DF-93F3-9EAAD3E85A7D}" type="presOf" srcId="{EA29338B-E6F9-4CD2-9BE9-05C513D181C9}" destId="{89979928-EC68-43A0-8FA0-BA5A8F9F85F9}" srcOrd="0" destOrd="0" presId="urn:microsoft.com/office/officeart/2005/8/layout/hList1"/>
    <dgm:cxn modelId="{D6D09504-7F68-4726-BF8D-792A710F27F1}" type="presOf" srcId="{8F6DA37B-1525-4744-9CA2-ADB16B78020D}" destId="{D0808898-DC9F-446F-A32F-F42A8DB7A8D4}" srcOrd="0" destOrd="0" presId="urn:microsoft.com/office/officeart/2005/8/layout/hList1"/>
    <dgm:cxn modelId="{0234D84C-8106-4B58-A5CE-C3DD1AA45BC2}" type="presParOf" srcId="{D0808898-DC9F-446F-A32F-F42A8DB7A8D4}" destId="{C60187CA-90E3-4954-AC70-A9D2916D3045}" srcOrd="0" destOrd="0" presId="urn:microsoft.com/office/officeart/2005/8/layout/hList1"/>
    <dgm:cxn modelId="{E83D2741-C0E1-4B79-BC79-0AAA5CFCB9EF}" type="presParOf" srcId="{C60187CA-90E3-4954-AC70-A9D2916D3045}" destId="{89979928-EC68-43A0-8FA0-BA5A8F9F85F9}" srcOrd="0" destOrd="0" presId="urn:microsoft.com/office/officeart/2005/8/layout/hList1"/>
    <dgm:cxn modelId="{9DCB4FCC-CB9C-42CA-9D73-BE8320BC61FE}" type="presParOf" srcId="{C60187CA-90E3-4954-AC70-A9D2916D3045}" destId="{8F12CCB7-2EB8-4B64-8BC1-0D315B7AD683}" srcOrd="1" destOrd="0" presId="urn:microsoft.com/office/officeart/2005/8/layout/hList1"/>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ata14.xml><?xml version="1.0" encoding="utf-8"?>
<dgm:dataModel xmlns:dgm="http://schemas.openxmlformats.org/drawingml/2006/diagram" xmlns:a="http://schemas.openxmlformats.org/drawingml/2006/main">
  <dgm:ptLst>
    <dgm:pt modelId="{4D9A65A2-D581-4B22-B093-043B61DAFDA5}" type="doc">
      <dgm:prSet loTypeId="urn:microsoft.com/office/officeart/2008/layout/HorizontalMultiLevelHierarchy" loCatId="hierarchy" qsTypeId="urn:microsoft.com/office/officeart/2005/8/quickstyle/simple1" qsCatId="simple" csTypeId="urn:microsoft.com/office/officeart/2005/8/colors/accent2_1" csCatId="accent2"/>
      <dgm:spPr/>
      <dgm:t>
        <a:bodyPr/>
        <a:lstStyle/>
        <a:p>
          <a:endParaRPr lang="en-US"/>
        </a:p>
      </dgm:t>
    </dgm:pt>
    <dgm:pt modelId="{D9B52060-AA6E-47FC-979F-F3A13688EC63}">
      <dgm:prSet/>
      <dgm:spPr/>
      <dgm:t>
        <a:bodyPr/>
        <a:lstStyle/>
        <a:p>
          <a:pPr rtl="0"/>
          <a:r>
            <a:rPr lang="en-US" smtClean="0"/>
            <a:t>Challenges before Constituent Assembly </a:t>
          </a:r>
          <a:endParaRPr lang="en-US"/>
        </a:p>
      </dgm:t>
    </dgm:pt>
    <dgm:pt modelId="{C451113F-1385-48B8-8FC8-1445ECD9429D}" type="parTrans" cxnId="{ABD9D9AC-4FC2-4445-806B-79D779EC2879}">
      <dgm:prSet/>
      <dgm:spPr/>
      <dgm:t>
        <a:bodyPr/>
        <a:lstStyle/>
        <a:p>
          <a:endParaRPr lang="en-US"/>
        </a:p>
      </dgm:t>
    </dgm:pt>
    <dgm:pt modelId="{2DD662BA-0B8D-4F71-9A60-80617D97337F}" type="sibTrans" cxnId="{ABD9D9AC-4FC2-4445-806B-79D779EC2879}">
      <dgm:prSet/>
      <dgm:spPr/>
      <dgm:t>
        <a:bodyPr/>
        <a:lstStyle/>
        <a:p>
          <a:endParaRPr lang="en-US"/>
        </a:p>
      </dgm:t>
    </dgm:pt>
    <dgm:pt modelId="{1C7CF0E3-DC13-4653-9100-49F734ECC094}">
      <dgm:prSet/>
      <dgm:spPr/>
      <dgm:t>
        <a:bodyPr/>
        <a:lstStyle/>
        <a:p>
          <a:pPr rtl="0"/>
          <a:r>
            <a:rPr lang="en-US" dirty="0" smtClean="0"/>
            <a:t>Character of Constitution (</a:t>
          </a:r>
          <a:r>
            <a:rPr lang="en-US" dirty="0" smtClean="0">
              <a:solidFill>
                <a:srgbClr val="FF0000"/>
              </a:solidFill>
            </a:rPr>
            <a:t>Western</a:t>
          </a:r>
          <a:r>
            <a:rPr lang="en-US" dirty="0" smtClean="0"/>
            <a:t> or Islamic)</a:t>
          </a:r>
          <a:endParaRPr lang="en-US" dirty="0"/>
        </a:p>
      </dgm:t>
    </dgm:pt>
    <dgm:pt modelId="{9B0CF177-4534-4318-9811-49AF71308AEC}" type="parTrans" cxnId="{892867E5-5652-4A2C-8DEA-466AA2440BCA}">
      <dgm:prSet/>
      <dgm:spPr/>
      <dgm:t>
        <a:bodyPr/>
        <a:lstStyle/>
        <a:p>
          <a:endParaRPr lang="en-US"/>
        </a:p>
      </dgm:t>
    </dgm:pt>
    <dgm:pt modelId="{0FE28732-BA39-4E96-B951-F183081B44A3}" type="sibTrans" cxnId="{892867E5-5652-4A2C-8DEA-466AA2440BCA}">
      <dgm:prSet/>
      <dgm:spPr/>
      <dgm:t>
        <a:bodyPr/>
        <a:lstStyle/>
        <a:p>
          <a:endParaRPr lang="en-US"/>
        </a:p>
      </dgm:t>
    </dgm:pt>
    <dgm:pt modelId="{B90ED2A2-D511-4FED-9751-E924BE9AA242}">
      <dgm:prSet/>
      <dgm:spPr/>
      <dgm:t>
        <a:bodyPr/>
        <a:lstStyle/>
        <a:p>
          <a:pPr rtl="0"/>
          <a:r>
            <a:rPr lang="en-US" dirty="0" smtClean="0"/>
            <a:t>Distribution (</a:t>
          </a:r>
          <a:r>
            <a:rPr lang="en-US" dirty="0" smtClean="0">
              <a:solidFill>
                <a:srgbClr val="FF0000"/>
              </a:solidFill>
            </a:rPr>
            <a:t>Geographic</a:t>
          </a:r>
          <a:r>
            <a:rPr lang="en-US" dirty="0" smtClean="0"/>
            <a:t> &amp; Representation)</a:t>
          </a:r>
          <a:endParaRPr lang="en-US" dirty="0"/>
        </a:p>
      </dgm:t>
    </dgm:pt>
    <dgm:pt modelId="{F297055E-760B-420E-AD50-8A5A2DB47F14}" type="parTrans" cxnId="{6ED6C9D2-71B6-4CC1-8050-24817FA81EF6}">
      <dgm:prSet/>
      <dgm:spPr/>
      <dgm:t>
        <a:bodyPr/>
        <a:lstStyle/>
        <a:p>
          <a:endParaRPr lang="en-US"/>
        </a:p>
      </dgm:t>
    </dgm:pt>
    <dgm:pt modelId="{3C2EE328-3AE1-49FF-ADEF-EAE1CD7EF293}" type="sibTrans" cxnId="{6ED6C9D2-71B6-4CC1-8050-24817FA81EF6}">
      <dgm:prSet/>
      <dgm:spPr/>
      <dgm:t>
        <a:bodyPr/>
        <a:lstStyle/>
        <a:p>
          <a:endParaRPr lang="en-US"/>
        </a:p>
      </dgm:t>
    </dgm:pt>
    <dgm:pt modelId="{0763E8E5-01E3-49ED-8727-F143BCFDB3B3}">
      <dgm:prSet/>
      <dgm:spPr/>
      <dgm:t>
        <a:bodyPr/>
        <a:lstStyle/>
        <a:p>
          <a:pPr rtl="0"/>
          <a:r>
            <a:rPr lang="en-US" dirty="0" smtClean="0"/>
            <a:t>Language Controversy (Urdu or </a:t>
          </a:r>
          <a:r>
            <a:rPr lang="en-US" dirty="0" smtClean="0">
              <a:solidFill>
                <a:srgbClr val="FF0000"/>
              </a:solidFill>
            </a:rPr>
            <a:t>Bengali</a:t>
          </a:r>
          <a:r>
            <a:rPr lang="en-US" dirty="0" smtClean="0"/>
            <a:t>)</a:t>
          </a:r>
          <a:endParaRPr lang="en-US" dirty="0"/>
        </a:p>
      </dgm:t>
    </dgm:pt>
    <dgm:pt modelId="{26CFC3A7-3EED-4EA0-8577-831809FC1165}" type="parTrans" cxnId="{CFC2E988-B56D-4D61-BECC-24AA40F20F2D}">
      <dgm:prSet/>
      <dgm:spPr/>
      <dgm:t>
        <a:bodyPr/>
        <a:lstStyle/>
        <a:p>
          <a:endParaRPr lang="en-US"/>
        </a:p>
      </dgm:t>
    </dgm:pt>
    <dgm:pt modelId="{442BF9D1-255A-4378-A04F-1FF00E2A5976}" type="sibTrans" cxnId="{CFC2E988-B56D-4D61-BECC-24AA40F20F2D}">
      <dgm:prSet/>
      <dgm:spPr/>
      <dgm:t>
        <a:bodyPr/>
        <a:lstStyle/>
        <a:p>
          <a:endParaRPr lang="en-US"/>
        </a:p>
      </dgm:t>
    </dgm:pt>
    <dgm:pt modelId="{2F611725-73CB-4643-9B13-9260B034565C}">
      <dgm:prSet/>
      <dgm:spPr/>
      <dgm:t>
        <a:bodyPr/>
        <a:lstStyle/>
        <a:p>
          <a:pPr rtl="0"/>
          <a:r>
            <a:rPr lang="en-US" dirty="0" smtClean="0"/>
            <a:t>Form of Govt. (</a:t>
          </a:r>
          <a:r>
            <a:rPr lang="en-US" dirty="0" smtClean="0">
              <a:solidFill>
                <a:srgbClr val="FF0000"/>
              </a:solidFill>
            </a:rPr>
            <a:t>Presidential</a:t>
          </a:r>
          <a:r>
            <a:rPr lang="en-US" dirty="0" smtClean="0"/>
            <a:t> or Parliamentary)</a:t>
          </a:r>
          <a:endParaRPr lang="en-US" dirty="0"/>
        </a:p>
      </dgm:t>
    </dgm:pt>
    <dgm:pt modelId="{B59FF1CE-19B5-48BE-B699-4D8F51CDA268}" type="parTrans" cxnId="{5AAF7EAA-D47A-4BD1-BE48-348E724B56D4}">
      <dgm:prSet/>
      <dgm:spPr/>
      <dgm:t>
        <a:bodyPr/>
        <a:lstStyle/>
        <a:p>
          <a:endParaRPr lang="en-US"/>
        </a:p>
      </dgm:t>
    </dgm:pt>
    <dgm:pt modelId="{7D820B3F-4624-4A94-94A7-91A9C2585196}" type="sibTrans" cxnId="{5AAF7EAA-D47A-4BD1-BE48-348E724B56D4}">
      <dgm:prSet/>
      <dgm:spPr/>
      <dgm:t>
        <a:bodyPr/>
        <a:lstStyle/>
        <a:p>
          <a:endParaRPr lang="en-US"/>
        </a:p>
      </dgm:t>
    </dgm:pt>
    <dgm:pt modelId="{572233CD-7F88-4257-9401-6BB5BB0EE971}" type="pres">
      <dgm:prSet presAssocID="{4D9A65A2-D581-4B22-B093-043B61DAFDA5}" presName="Name0" presStyleCnt="0">
        <dgm:presLayoutVars>
          <dgm:chPref val="1"/>
          <dgm:dir/>
          <dgm:animOne val="branch"/>
          <dgm:animLvl val="lvl"/>
          <dgm:resizeHandles val="exact"/>
        </dgm:presLayoutVars>
      </dgm:prSet>
      <dgm:spPr/>
      <dgm:t>
        <a:bodyPr/>
        <a:lstStyle/>
        <a:p>
          <a:endParaRPr lang="en-US"/>
        </a:p>
      </dgm:t>
    </dgm:pt>
    <dgm:pt modelId="{5D836722-4AC8-4485-8AD8-58ABD62195C7}" type="pres">
      <dgm:prSet presAssocID="{D9B52060-AA6E-47FC-979F-F3A13688EC63}" presName="root1" presStyleCnt="0"/>
      <dgm:spPr/>
    </dgm:pt>
    <dgm:pt modelId="{038FFABE-8797-425E-A287-5A5A77A1252B}" type="pres">
      <dgm:prSet presAssocID="{D9B52060-AA6E-47FC-979F-F3A13688EC63}" presName="LevelOneTextNode" presStyleLbl="node0" presStyleIdx="0" presStyleCnt="1">
        <dgm:presLayoutVars>
          <dgm:chPref val="3"/>
        </dgm:presLayoutVars>
      </dgm:prSet>
      <dgm:spPr/>
      <dgm:t>
        <a:bodyPr/>
        <a:lstStyle/>
        <a:p>
          <a:endParaRPr lang="en-US"/>
        </a:p>
      </dgm:t>
    </dgm:pt>
    <dgm:pt modelId="{CDEC46BF-BA45-4466-9D6C-BCB3F416C198}" type="pres">
      <dgm:prSet presAssocID="{D9B52060-AA6E-47FC-979F-F3A13688EC63}" presName="level2hierChild" presStyleCnt="0"/>
      <dgm:spPr/>
    </dgm:pt>
    <dgm:pt modelId="{3EACCDB6-D1F2-4CB0-BB0E-ED7422DFE8BC}" type="pres">
      <dgm:prSet presAssocID="{9B0CF177-4534-4318-9811-49AF71308AEC}" presName="conn2-1" presStyleLbl="parChTrans1D2" presStyleIdx="0" presStyleCnt="4"/>
      <dgm:spPr/>
      <dgm:t>
        <a:bodyPr/>
        <a:lstStyle/>
        <a:p>
          <a:endParaRPr lang="en-US"/>
        </a:p>
      </dgm:t>
    </dgm:pt>
    <dgm:pt modelId="{9BB01EDF-0EE4-460B-A423-AAB643978C44}" type="pres">
      <dgm:prSet presAssocID="{9B0CF177-4534-4318-9811-49AF71308AEC}" presName="connTx" presStyleLbl="parChTrans1D2" presStyleIdx="0" presStyleCnt="4"/>
      <dgm:spPr/>
      <dgm:t>
        <a:bodyPr/>
        <a:lstStyle/>
        <a:p>
          <a:endParaRPr lang="en-US"/>
        </a:p>
      </dgm:t>
    </dgm:pt>
    <dgm:pt modelId="{41EECE26-C41D-48B3-B76C-0A28C345D9A3}" type="pres">
      <dgm:prSet presAssocID="{1C7CF0E3-DC13-4653-9100-49F734ECC094}" presName="root2" presStyleCnt="0"/>
      <dgm:spPr/>
    </dgm:pt>
    <dgm:pt modelId="{2AE2DF21-0173-40A1-A90C-907DFAC21F47}" type="pres">
      <dgm:prSet presAssocID="{1C7CF0E3-DC13-4653-9100-49F734ECC094}" presName="LevelTwoTextNode" presStyleLbl="node2" presStyleIdx="0" presStyleCnt="4">
        <dgm:presLayoutVars>
          <dgm:chPref val="3"/>
        </dgm:presLayoutVars>
      </dgm:prSet>
      <dgm:spPr/>
      <dgm:t>
        <a:bodyPr/>
        <a:lstStyle/>
        <a:p>
          <a:endParaRPr lang="en-US"/>
        </a:p>
      </dgm:t>
    </dgm:pt>
    <dgm:pt modelId="{D243DE78-BCD0-4AB0-A01B-B0AA5989EF1C}" type="pres">
      <dgm:prSet presAssocID="{1C7CF0E3-DC13-4653-9100-49F734ECC094}" presName="level3hierChild" presStyleCnt="0"/>
      <dgm:spPr/>
    </dgm:pt>
    <dgm:pt modelId="{4DDA3F46-53EB-4E68-B8B9-68DEB47650AB}" type="pres">
      <dgm:prSet presAssocID="{F297055E-760B-420E-AD50-8A5A2DB47F14}" presName="conn2-1" presStyleLbl="parChTrans1D2" presStyleIdx="1" presStyleCnt="4"/>
      <dgm:spPr/>
      <dgm:t>
        <a:bodyPr/>
        <a:lstStyle/>
        <a:p>
          <a:endParaRPr lang="en-US"/>
        </a:p>
      </dgm:t>
    </dgm:pt>
    <dgm:pt modelId="{820D9A6D-D46E-477B-9B90-560086DCB62A}" type="pres">
      <dgm:prSet presAssocID="{F297055E-760B-420E-AD50-8A5A2DB47F14}" presName="connTx" presStyleLbl="parChTrans1D2" presStyleIdx="1" presStyleCnt="4"/>
      <dgm:spPr/>
      <dgm:t>
        <a:bodyPr/>
        <a:lstStyle/>
        <a:p>
          <a:endParaRPr lang="en-US"/>
        </a:p>
      </dgm:t>
    </dgm:pt>
    <dgm:pt modelId="{459D45D1-D583-4008-925A-8F1B98849093}" type="pres">
      <dgm:prSet presAssocID="{B90ED2A2-D511-4FED-9751-E924BE9AA242}" presName="root2" presStyleCnt="0"/>
      <dgm:spPr/>
    </dgm:pt>
    <dgm:pt modelId="{93FAD7EF-85E1-423B-A532-48C5ABBA2AA8}" type="pres">
      <dgm:prSet presAssocID="{B90ED2A2-D511-4FED-9751-E924BE9AA242}" presName="LevelTwoTextNode" presStyleLbl="node2" presStyleIdx="1" presStyleCnt="4">
        <dgm:presLayoutVars>
          <dgm:chPref val="3"/>
        </dgm:presLayoutVars>
      </dgm:prSet>
      <dgm:spPr/>
      <dgm:t>
        <a:bodyPr/>
        <a:lstStyle/>
        <a:p>
          <a:endParaRPr lang="en-US"/>
        </a:p>
      </dgm:t>
    </dgm:pt>
    <dgm:pt modelId="{0D48926A-4F3A-414F-9263-996683D7BE2E}" type="pres">
      <dgm:prSet presAssocID="{B90ED2A2-D511-4FED-9751-E924BE9AA242}" presName="level3hierChild" presStyleCnt="0"/>
      <dgm:spPr/>
    </dgm:pt>
    <dgm:pt modelId="{5DA71C3D-A086-4A27-944C-5ED14ABBA24B}" type="pres">
      <dgm:prSet presAssocID="{26CFC3A7-3EED-4EA0-8577-831809FC1165}" presName="conn2-1" presStyleLbl="parChTrans1D2" presStyleIdx="2" presStyleCnt="4"/>
      <dgm:spPr/>
      <dgm:t>
        <a:bodyPr/>
        <a:lstStyle/>
        <a:p>
          <a:endParaRPr lang="en-US"/>
        </a:p>
      </dgm:t>
    </dgm:pt>
    <dgm:pt modelId="{0ADF4CA9-6322-4CF3-ACFB-631DE242E0F3}" type="pres">
      <dgm:prSet presAssocID="{26CFC3A7-3EED-4EA0-8577-831809FC1165}" presName="connTx" presStyleLbl="parChTrans1D2" presStyleIdx="2" presStyleCnt="4"/>
      <dgm:spPr/>
      <dgm:t>
        <a:bodyPr/>
        <a:lstStyle/>
        <a:p>
          <a:endParaRPr lang="en-US"/>
        </a:p>
      </dgm:t>
    </dgm:pt>
    <dgm:pt modelId="{4EBF572E-3F6F-4622-BF65-41AB4F53B0C3}" type="pres">
      <dgm:prSet presAssocID="{0763E8E5-01E3-49ED-8727-F143BCFDB3B3}" presName="root2" presStyleCnt="0"/>
      <dgm:spPr/>
    </dgm:pt>
    <dgm:pt modelId="{1FAFE5BE-A8CF-4CBF-AD33-ACD5086C34C9}" type="pres">
      <dgm:prSet presAssocID="{0763E8E5-01E3-49ED-8727-F143BCFDB3B3}" presName="LevelTwoTextNode" presStyleLbl="node2" presStyleIdx="2" presStyleCnt="4">
        <dgm:presLayoutVars>
          <dgm:chPref val="3"/>
        </dgm:presLayoutVars>
      </dgm:prSet>
      <dgm:spPr/>
      <dgm:t>
        <a:bodyPr/>
        <a:lstStyle/>
        <a:p>
          <a:endParaRPr lang="en-US"/>
        </a:p>
      </dgm:t>
    </dgm:pt>
    <dgm:pt modelId="{48617B4E-6CB9-4B2B-A9F0-B149AF1A8EC4}" type="pres">
      <dgm:prSet presAssocID="{0763E8E5-01E3-49ED-8727-F143BCFDB3B3}" presName="level3hierChild" presStyleCnt="0"/>
      <dgm:spPr/>
    </dgm:pt>
    <dgm:pt modelId="{9B9304A0-7235-4846-AD71-5D92C96BE6F5}" type="pres">
      <dgm:prSet presAssocID="{B59FF1CE-19B5-48BE-B699-4D8F51CDA268}" presName="conn2-1" presStyleLbl="parChTrans1D2" presStyleIdx="3" presStyleCnt="4"/>
      <dgm:spPr/>
      <dgm:t>
        <a:bodyPr/>
        <a:lstStyle/>
        <a:p>
          <a:endParaRPr lang="en-US"/>
        </a:p>
      </dgm:t>
    </dgm:pt>
    <dgm:pt modelId="{9AA4662B-2BE2-4E25-83DC-CC80D3949430}" type="pres">
      <dgm:prSet presAssocID="{B59FF1CE-19B5-48BE-B699-4D8F51CDA268}" presName="connTx" presStyleLbl="parChTrans1D2" presStyleIdx="3" presStyleCnt="4"/>
      <dgm:spPr/>
      <dgm:t>
        <a:bodyPr/>
        <a:lstStyle/>
        <a:p>
          <a:endParaRPr lang="en-US"/>
        </a:p>
      </dgm:t>
    </dgm:pt>
    <dgm:pt modelId="{4B89B5F2-53BB-433A-A2B3-BDEDE2CD7A76}" type="pres">
      <dgm:prSet presAssocID="{2F611725-73CB-4643-9B13-9260B034565C}" presName="root2" presStyleCnt="0"/>
      <dgm:spPr/>
    </dgm:pt>
    <dgm:pt modelId="{E4BB62D3-AE76-4939-919C-59B91D254315}" type="pres">
      <dgm:prSet presAssocID="{2F611725-73CB-4643-9B13-9260B034565C}" presName="LevelTwoTextNode" presStyleLbl="node2" presStyleIdx="3" presStyleCnt="4">
        <dgm:presLayoutVars>
          <dgm:chPref val="3"/>
        </dgm:presLayoutVars>
      </dgm:prSet>
      <dgm:spPr/>
      <dgm:t>
        <a:bodyPr/>
        <a:lstStyle/>
        <a:p>
          <a:endParaRPr lang="en-US"/>
        </a:p>
      </dgm:t>
    </dgm:pt>
    <dgm:pt modelId="{A77236C9-57A6-439C-A926-FE19E30881B8}" type="pres">
      <dgm:prSet presAssocID="{2F611725-73CB-4643-9B13-9260B034565C}" presName="level3hierChild" presStyleCnt="0"/>
      <dgm:spPr/>
    </dgm:pt>
  </dgm:ptLst>
  <dgm:cxnLst>
    <dgm:cxn modelId="{B70513EE-3C7C-41E1-ABFE-E99F5B953DA4}" type="presOf" srcId="{4D9A65A2-D581-4B22-B093-043B61DAFDA5}" destId="{572233CD-7F88-4257-9401-6BB5BB0EE971}" srcOrd="0" destOrd="0" presId="urn:microsoft.com/office/officeart/2008/layout/HorizontalMultiLevelHierarchy"/>
    <dgm:cxn modelId="{10377717-7E35-48DC-AFB2-E175158164CE}" type="presOf" srcId="{F297055E-760B-420E-AD50-8A5A2DB47F14}" destId="{820D9A6D-D46E-477B-9B90-560086DCB62A}" srcOrd="1" destOrd="0" presId="urn:microsoft.com/office/officeart/2008/layout/HorizontalMultiLevelHierarchy"/>
    <dgm:cxn modelId="{A561DEE2-946A-44DD-BC79-B288CA5A6251}" type="presOf" srcId="{B59FF1CE-19B5-48BE-B699-4D8F51CDA268}" destId="{9B9304A0-7235-4846-AD71-5D92C96BE6F5}" srcOrd="0" destOrd="0" presId="urn:microsoft.com/office/officeart/2008/layout/HorizontalMultiLevelHierarchy"/>
    <dgm:cxn modelId="{D84B2967-CB9B-4D99-9A0F-642ABC9490ED}" type="presOf" srcId="{26CFC3A7-3EED-4EA0-8577-831809FC1165}" destId="{0ADF4CA9-6322-4CF3-ACFB-631DE242E0F3}" srcOrd="1" destOrd="0" presId="urn:microsoft.com/office/officeart/2008/layout/HorizontalMultiLevelHierarchy"/>
    <dgm:cxn modelId="{ABD9D9AC-4FC2-4445-806B-79D779EC2879}" srcId="{4D9A65A2-D581-4B22-B093-043B61DAFDA5}" destId="{D9B52060-AA6E-47FC-979F-F3A13688EC63}" srcOrd="0" destOrd="0" parTransId="{C451113F-1385-48B8-8FC8-1445ECD9429D}" sibTransId="{2DD662BA-0B8D-4F71-9A60-80617D97337F}"/>
    <dgm:cxn modelId="{87F83854-25BF-496E-B9F2-CF308F704C01}" type="presOf" srcId="{9B0CF177-4534-4318-9811-49AF71308AEC}" destId="{3EACCDB6-D1F2-4CB0-BB0E-ED7422DFE8BC}" srcOrd="0" destOrd="0" presId="urn:microsoft.com/office/officeart/2008/layout/HorizontalMultiLevelHierarchy"/>
    <dgm:cxn modelId="{8DC51BC3-839F-4026-86B2-B3843FB73DAA}" type="presOf" srcId="{D9B52060-AA6E-47FC-979F-F3A13688EC63}" destId="{038FFABE-8797-425E-A287-5A5A77A1252B}" srcOrd="0" destOrd="0" presId="urn:microsoft.com/office/officeart/2008/layout/HorizontalMultiLevelHierarchy"/>
    <dgm:cxn modelId="{CB4C4C9B-9D13-488B-BF22-1A24399DC94E}" type="presOf" srcId="{9B0CF177-4534-4318-9811-49AF71308AEC}" destId="{9BB01EDF-0EE4-460B-A423-AAB643978C44}" srcOrd="1" destOrd="0" presId="urn:microsoft.com/office/officeart/2008/layout/HorizontalMultiLevelHierarchy"/>
    <dgm:cxn modelId="{20352028-0A82-4770-A084-DF82FCAB61D0}" type="presOf" srcId="{1C7CF0E3-DC13-4653-9100-49F734ECC094}" destId="{2AE2DF21-0173-40A1-A90C-907DFAC21F47}" srcOrd="0" destOrd="0" presId="urn:microsoft.com/office/officeart/2008/layout/HorizontalMultiLevelHierarchy"/>
    <dgm:cxn modelId="{C2DA9EC6-3298-4470-BDAE-2842D66D96A9}" type="presOf" srcId="{B59FF1CE-19B5-48BE-B699-4D8F51CDA268}" destId="{9AA4662B-2BE2-4E25-83DC-CC80D3949430}" srcOrd="1" destOrd="0" presId="urn:microsoft.com/office/officeart/2008/layout/HorizontalMultiLevelHierarchy"/>
    <dgm:cxn modelId="{E27F9F32-C617-4EDD-BACA-B2C591504563}" type="presOf" srcId="{0763E8E5-01E3-49ED-8727-F143BCFDB3B3}" destId="{1FAFE5BE-A8CF-4CBF-AD33-ACD5086C34C9}" srcOrd="0" destOrd="0" presId="urn:microsoft.com/office/officeart/2008/layout/HorizontalMultiLevelHierarchy"/>
    <dgm:cxn modelId="{39ACE92A-99AA-4FCF-85F9-CD71E49CB5E0}" type="presOf" srcId="{26CFC3A7-3EED-4EA0-8577-831809FC1165}" destId="{5DA71C3D-A086-4A27-944C-5ED14ABBA24B}" srcOrd="0" destOrd="0" presId="urn:microsoft.com/office/officeart/2008/layout/HorizontalMultiLevelHierarchy"/>
    <dgm:cxn modelId="{6C33C98E-0199-41A4-9851-7A4AA5D5B434}" type="presOf" srcId="{F297055E-760B-420E-AD50-8A5A2DB47F14}" destId="{4DDA3F46-53EB-4E68-B8B9-68DEB47650AB}" srcOrd="0" destOrd="0" presId="urn:microsoft.com/office/officeart/2008/layout/HorizontalMultiLevelHierarchy"/>
    <dgm:cxn modelId="{5AAF7EAA-D47A-4BD1-BE48-348E724B56D4}" srcId="{D9B52060-AA6E-47FC-979F-F3A13688EC63}" destId="{2F611725-73CB-4643-9B13-9260B034565C}" srcOrd="3" destOrd="0" parTransId="{B59FF1CE-19B5-48BE-B699-4D8F51CDA268}" sibTransId="{7D820B3F-4624-4A94-94A7-91A9C2585196}"/>
    <dgm:cxn modelId="{892867E5-5652-4A2C-8DEA-466AA2440BCA}" srcId="{D9B52060-AA6E-47FC-979F-F3A13688EC63}" destId="{1C7CF0E3-DC13-4653-9100-49F734ECC094}" srcOrd="0" destOrd="0" parTransId="{9B0CF177-4534-4318-9811-49AF71308AEC}" sibTransId="{0FE28732-BA39-4E96-B951-F183081B44A3}"/>
    <dgm:cxn modelId="{CFC2E988-B56D-4D61-BECC-24AA40F20F2D}" srcId="{D9B52060-AA6E-47FC-979F-F3A13688EC63}" destId="{0763E8E5-01E3-49ED-8727-F143BCFDB3B3}" srcOrd="2" destOrd="0" parTransId="{26CFC3A7-3EED-4EA0-8577-831809FC1165}" sibTransId="{442BF9D1-255A-4378-A04F-1FF00E2A5976}"/>
    <dgm:cxn modelId="{883D3C0C-C603-437C-9980-5553FDBD05C1}" type="presOf" srcId="{B90ED2A2-D511-4FED-9751-E924BE9AA242}" destId="{93FAD7EF-85E1-423B-A532-48C5ABBA2AA8}" srcOrd="0" destOrd="0" presId="urn:microsoft.com/office/officeart/2008/layout/HorizontalMultiLevelHierarchy"/>
    <dgm:cxn modelId="{FD9CBA5A-AFC7-415C-893C-1BF9570D8923}" type="presOf" srcId="{2F611725-73CB-4643-9B13-9260B034565C}" destId="{E4BB62D3-AE76-4939-919C-59B91D254315}" srcOrd="0" destOrd="0" presId="urn:microsoft.com/office/officeart/2008/layout/HorizontalMultiLevelHierarchy"/>
    <dgm:cxn modelId="{6ED6C9D2-71B6-4CC1-8050-24817FA81EF6}" srcId="{D9B52060-AA6E-47FC-979F-F3A13688EC63}" destId="{B90ED2A2-D511-4FED-9751-E924BE9AA242}" srcOrd="1" destOrd="0" parTransId="{F297055E-760B-420E-AD50-8A5A2DB47F14}" sibTransId="{3C2EE328-3AE1-49FF-ADEF-EAE1CD7EF293}"/>
    <dgm:cxn modelId="{17925432-B749-4390-A1A1-EADDD3AA2DF4}" type="presParOf" srcId="{572233CD-7F88-4257-9401-6BB5BB0EE971}" destId="{5D836722-4AC8-4485-8AD8-58ABD62195C7}" srcOrd="0" destOrd="0" presId="urn:microsoft.com/office/officeart/2008/layout/HorizontalMultiLevelHierarchy"/>
    <dgm:cxn modelId="{0255CCEC-9AEA-4C5E-8E8D-4B66AE1032D7}" type="presParOf" srcId="{5D836722-4AC8-4485-8AD8-58ABD62195C7}" destId="{038FFABE-8797-425E-A287-5A5A77A1252B}" srcOrd="0" destOrd="0" presId="urn:microsoft.com/office/officeart/2008/layout/HorizontalMultiLevelHierarchy"/>
    <dgm:cxn modelId="{1941301D-2DAA-4F74-BCFE-A42B7019F1FA}" type="presParOf" srcId="{5D836722-4AC8-4485-8AD8-58ABD62195C7}" destId="{CDEC46BF-BA45-4466-9D6C-BCB3F416C198}" srcOrd="1" destOrd="0" presId="urn:microsoft.com/office/officeart/2008/layout/HorizontalMultiLevelHierarchy"/>
    <dgm:cxn modelId="{DF145BBB-AD6A-47B3-8152-A61E22ABCA8B}" type="presParOf" srcId="{CDEC46BF-BA45-4466-9D6C-BCB3F416C198}" destId="{3EACCDB6-D1F2-4CB0-BB0E-ED7422DFE8BC}" srcOrd="0" destOrd="0" presId="urn:microsoft.com/office/officeart/2008/layout/HorizontalMultiLevelHierarchy"/>
    <dgm:cxn modelId="{C75D0B0B-2E37-4E44-922F-19B0693F547D}" type="presParOf" srcId="{3EACCDB6-D1F2-4CB0-BB0E-ED7422DFE8BC}" destId="{9BB01EDF-0EE4-460B-A423-AAB643978C44}" srcOrd="0" destOrd="0" presId="urn:microsoft.com/office/officeart/2008/layout/HorizontalMultiLevelHierarchy"/>
    <dgm:cxn modelId="{D6BB1ABD-CC98-4FF9-9149-96A3BA0B44A5}" type="presParOf" srcId="{CDEC46BF-BA45-4466-9D6C-BCB3F416C198}" destId="{41EECE26-C41D-48B3-B76C-0A28C345D9A3}" srcOrd="1" destOrd="0" presId="urn:microsoft.com/office/officeart/2008/layout/HorizontalMultiLevelHierarchy"/>
    <dgm:cxn modelId="{600B0C43-5BE9-4EA4-9314-36EAAAE0B21D}" type="presParOf" srcId="{41EECE26-C41D-48B3-B76C-0A28C345D9A3}" destId="{2AE2DF21-0173-40A1-A90C-907DFAC21F47}" srcOrd="0" destOrd="0" presId="urn:microsoft.com/office/officeart/2008/layout/HorizontalMultiLevelHierarchy"/>
    <dgm:cxn modelId="{10CB23A1-A6B6-4A8B-BA2D-26D38D7A9799}" type="presParOf" srcId="{41EECE26-C41D-48B3-B76C-0A28C345D9A3}" destId="{D243DE78-BCD0-4AB0-A01B-B0AA5989EF1C}" srcOrd="1" destOrd="0" presId="urn:microsoft.com/office/officeart/2008/layout/HorizontalMultiLevelHierarchy"/>
    <dgm:cxn modelId="{3802C851-7C79-4A70-BBB9-4E3E615D3E8B}" type="presParOf" srcId="{CDEC46BF-BA45-4466-9D6C-BCB3F416C198}" destId="{4DDA3F46-53EB-4E68-B8B9-68DEB47650AB}" srcOrd="2" destOrd="0" presId="urn:microsoft.com/office/officeart/2008/layout/HorizontalMultiLevelHierarchy"/>
    <dgm:cxn modelId="{8EDBF208-CCB6-4542-96E1-C6877DE0403B}" type="presParOf" srcId="{4DDA3F46-53EB-4E68-B8B9-68DEB47650AB}" destId="{820D9A6D-D46E-477B-9B90-560086DCB62A}" srcOrd="0" destOrd="0" presId="urn:microsoft.com/office/officeart/2008/layout/HorizontalMultiLevelHierarchy"/>
    <dgm:cxn modelId="{D7E039E2-A8AF-46CA-B16C-3074C61BBE35}" type="presParOf" srcId="{CDEC46BF-BA45-4466-9D6C-BCB3F416C198}" destId="{459D45D1-D583-4008-925A-8F1B98849093}" srcOrd="3" destOrd="0" presId="urn:microsoft.com/office/officeart/2008/layout/HorizontalMultiLevelHierarchy"/>
    <dgm:cxn modelId="{803B4F4A-4BFE-40FD-ADC3-88B422DC581C}" type="presParOf" srcId="{459D45D1-D583-4008-925A-8F1B98849093}" destId="{93FAD7EF-85E1-423B-A532-48C5ABBA2AA8}" srcOrd="0" destOrd="0" presId="urn:microsoft.com/office/officeart/2008/layout/HorizontalMultiLevelHierarchy"/>
    <dgm:cxn modelId="{954DA520-8515-40F2-AF50-7FDC0A7EFBC0}" type="presParOf" srcId="{459D45D1-D583-4008-925A-8F1B98849093}" destId="{0D48926A-4F3A-414F-9263-996683D7BE2E}" srcOrd="1" destOrd="0" presId="urn:microsoft.com/office/officeart/2008/layout/HorizontalMultiLevelHierarchy"/>
    <dgm:cxn modelId="{2D676EAE-8B26-4ACC-BB4F-088467F29D91}" type="presParOf" srcId="{CDEC46BF-BA45-4466-9D6C-BCB3F416C198}" destId="{5DA71C3D-A086-4A27-944C-5ED14ABBA24B}" srcOrd="4" destOrd="0" presId="urn:microsoft.com/office/officeart/2008/layout/HorizontalMultiLevelHierarchy"/>
    <dgm:cxn modelId="{1A2B06E3-D0A0-4C4C-9214-CE5A145FAAF6}" type="presParOf" srcId="{5DA71C3D-A086-4A27-944C-5ED14ABBA24B}" destId="{0ADF4CA9-6322-4CF3-ACFB-631DE242E0F3}" srcOrd="0" destOrd="0" presId="urn:microsoft.com/office/officeart/2008/layout/HorizontalMultiLevelHierarchy"/>
    <dgm:cxn modelId="{C2751573-F444-45BB-9E2F-69306133E224}" type="presParOf" srcId="{CDEC46BF-BA45-4466-9D6C-BCB3F416C198}" destId="{4EBF572E-3F6F-4622-BF65-41AB4F53B0C3}" srcOrd="5" destOrd="0" presId="urn:microsoft.com/office/officeart/2008/layout/HorizontalMultiLevelHierarchy"/>
    <dgm:cxn modelId="{9B2E2E72-109E-42BE-86CD-EF3014E12BAD}" type="presParOf" srcId="{4EBF572E-3F6F-4622-BF65-41AB4F53B0C3}" destId="{1FAFE5BE-A8CF-4CBF-AD33-ACD5086C34C9}" srcOrd="0" destOrd="0" presId="urn:microsoft.com/office/officeart/2008/layout/HorizontalMultiLevelHierarchy"/>
    <dgm:cxn modelId="{7CFE8458-1F50-4BBE-8253-0060D908F624}" type="presParOf" srcId="{4EBF572E-3F6F-4622-BF65-41AB4F53B0C3}" destId="{48617B4E-6CB9-4B2B-A9F0-B149AF1A8EC4}" srcOrd="1" destOrd="0" presId="urn:microsoft.com/office/officeart/2008/layout/HorizontalMultiLevelHierarchy"/>
    <dgm:cxn modelId="{378A0449-B420-4CC8-A97C-BB26C8617216}" type="presParOf" srcId="{CDEC46BF-BA45-4466-9D6C-BCB3F416C198}" destId="{9B9304A0-7235-4846-AD71-5D92C96BE6F5}" srcOrd="6" destOrd="0" presId="urn:microsoft.com/office/officeart/2008/layout/HorizontalMultiLevelHierarchy"/>
    <dgm:cxn modelId="{0A094F99-1ED6-4C3D-9454-DD72C35F1FB8}" type="presParOf" srcId="{9B9304A0-7235-4846-AD71-5D92C96BE6F5}" destId="{9AA4662B-2BE2-4E25-83DC-CC80D3949430}" srcOrd="0" destOrd="0" presId="urn:microsoft.com/office/officeart/2008/layout/HorizontalMultiLevelHierarchy"/>
    <dgm:cxn modelId="{4B6F8E69-7561-4F2B-AAD4-2E5C49C3E31E}" type="presParOf" srcId="{CDEC46BF-BA45-4466-9D6C-BCB3F416C198}" destId="{4B89B5F2-53BB-433A-A2B3-BDEDE2CD7A76}" srcOrd="7" destOrd="0" presId="urn:microsoft.com/office/officeart/2008/layout/HorizontalMultiLevelHierarchy"/>
    <dgm:cxn modelId="{F9A911F7-83F3-4048-B48A-6C77EB1F57F2}" type="presParOf" srcId="{4B89B5F2-53BB-433A-A2B3-BDEDE2CD7A76}" destId="{E4BB62D3-AE76-4939-919C-59B91D254315}" srcOrd="0" destOrd="0" presId="urn:microsoft.com/office/officeart/2008/layout/HorizontalMultiLevelHierarchy"/>
    <dgm:cxn modelId="{19F1F2CA-AAC6-41D1-AE4C-6E3749339C60}" type="presParOf" srcId="{4B89B5F2-53BB-433A-A2B3-BDEDE2CD7A76}" destId="{A77236C9-57A6-439C-A926-FE19E30881B8}" srcOrd="1" destOrd="0" presId="urn:microsoft.com/office/officeart/2008/layout/HorizontalMultiLevelHierarchy"/>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5.xml><?xml version="1.0" encoding="utf-8"?>
<dgm:dataModel xmlns:dgm="http://schemas.openxmlformats.org/drawingml/2006/diagram" xmlns:a="http://schemas.openxmlformats.org/drawingml/2006/main">
  <dgm:ptLst>
    <dgm:pt modelId="{42EEE7CA-7E0C-4DA2-915C-6B6F5E8CD022}" type="doc">
      <dgm:prSet loTypeId="urn:microsoft.com/office/officeart/2005/8/layout/orgChart1" loCatId="hierarchy" qsTypeId="urn:microsoft.com/office/officeart/2005/8/quickstyle/3d1" qsCatId="3D" csTypeId="urn:microsoft.com/office/officeart/2005/8/colors/accent3_1" csCatId="accent3" phldr="1"/>
      <dgm:spPr/>
      <dgm:t>
        <a:bodyPr/>
        <a:lstStyle/>
        <a:p>
          <a:endParaRPr lang="en-US"/>
        </a:p>
      </dgm:t>
    </dgm:pt>
    <dgm:pt modelId="{43F4E795-3E37-4FDF-BB2F-42A767606077}">
      <dgm:prSet/>
      <dgm:spPr/>
      <dgm:t>
        <a:bodyPr/>
        <a:lstStyle/>
        <a:p>
          <a:pPr rtl="0"/>
          <a:r>
            <a:rPr lang="en-US" dirty="0" err="1" smtClean="0"/>
            <a:t>Ayub</a:t>
          </a:r>
          <a:r>
            <a:rPr lang="en-US" dirty="0" smtClean="0"/>
            <a:t> to Martial Law</a:t>
          </a:r>
          <a:endParaRPr lang="en-US" dirty="0"/>
        </a:p>
      </dgm:t>
    </dgm:pt>
    <dgm:pt modelId="{C4A27DDC-4010-4AF7-A76C-DFEF7E0C639E}" type="parTrans" cxnId="{AECD9A1E-C31A-42D6-9D4B-004BED5B9CC6}">
      <dgm:prSet/>
      <dgm:spPr/>
      <dgm:t>
        <a:bodyPr/>
        <a:lstStyle/>
        <a:p>
          <a:endParaRPr lang="en-US"/>
        </a:p>
      </dgm:t>
    </dgm:pt>
    <dgm:pt modelId="{D497CD02-A379-4FDC-ACF3-83A5974C405B}" type="sibTrans" cxnId="{AECD9A1E-C31A-42D6-9D4B-004BED5B9CC6}">
      <dgm:prSet/>
      <dgm:spPr/>
      <dgm:t>
        <a:bodyPr/>
        <a:lstStyle/>
        <a:p>
          <a:endParaRPr lang="en-US"/>
        </a:p>
      </dgm:t>
    </dgm:pt>
    <dgm:pt modelId="{9E9DB548-FA02-4D87-A890-8EDE99D57DB6}">
      <dgm:prSet/>
      <dgm:spPr/>
      <dgm:t>
        <a:bodyPr/>
        <a:lstStyle/>
        <a:p>
          <a:pPr rtl="0"/>
          <a:r>
            <a:rPr lang="en-US" dirty="0" smtClean="0"/>
            <a:t>1. Elections </a:t>
          </a:r>
        </a:p>
        <a:p>
          <a:pPr rtl="0"/>
          <a:r>
            <a:rPr lang="en-US" dirty="0" smtClean="0"/>
            <a:t>2. Separation of East-Pak</a:t>
          </a:r>
          <a:endParaRPr lang="en-US" dirty="0"/>
        </a:p>
      </dgm:t>
    </dgm:pt>
    <dgm:pt modelId="{59952961-EF20-446F-A6A7-84ADBB7BCAE4}" type="parTrans" cxnId="{80080A84-76F3-4B0D-AF36-3846C43F0AB3}">
      <dgm:prSet/>
      <dgm:spPr/>
      <dgm:t>
        <a:bodyPr/>
        <a:lstStyle/>
        <a:p>
          <a:endParaRPr lang="en-US"/>
        </a:p>
      </dgm:t>
    </dgm:pt>
    <dgm:pt modelId="{59BE3ED0-AC77-44F8-8E4C-FB6AC28DF32E}" type="sibTrans" cxnId="{80080A84-76F3-4B0D-AF36-3846C43F0AB3}">
      <dgm:prSet/>
      <dgm:spPr/>
      <dgm:t>
        <a:bodyPr/>
        <a:lstStyle/>
        <a:p>
          <a:endParaRPr lang="en-US"/>
        </a:p>
      </dgm:t>
    </dgm:pt>
    <dgm:pt modelId="{259A1ACC-A71C-46FA-90F5-C15ED6B9FFB2}">
      <dgm:prSet/>
      <dgm:spPr/>
      <dgm:t>
        <a:bodyPr/>
        <a:lstStyle/>
        <a:p>
          <a:pPr rtl="0"/>
          <a:r>
            <a:rPr lang="en-US" dirty="0" smtClean="0"/>
            <a:t>M. A </a:t>
          </a:r>
          <a:r>
            <a:rPr lang="en-US" dirty="0" err="1" smtClean="0"/>
            <a:t>Kasuri</a:t>
          </a:r>
          <a:r>
            <a:rPr lang="en-US" dirty="0" smtClean="0"/>
            <a:t> Commission</a:t>
          </a:r>
          <a:endParaRPr lang="en-US" dirty="0"/>
        </a:p>
      </dgm:t>
    </dgm:pt>
    <dgm:pt modelId="{5578D270-1340-4F36-8BF9-C3DE08B68C0A}" type="parTrans" cxnId="{E7DCB013-EBC0-4981-B9F0-64C07245CD3C}">
      <dgm:prSet/>
      <dgm:spPr/>
      <dgm:t>
        <a:bodyPr/>
        <a:lstStyle/>
        <a:p>
          <a:endParaRPr lang="en-US"/>
        </a:p>
      </dgm:t>
    </dgm:pt>
    <dgm:pt modelId="{1E808EE5-5206-4E87-8FF5-26DD84EB17B0}" type="sibTrans" cxnId="{E7DCB013-EBC0-4981-B9F0-64C07245CD3C}">
      <dgm:prSet/>
      <dgm:spPr/>
      <dgm:t>
        <a:bodyPr/>
        <a:lstStyle/>
        <a:p>
          <a:endParaRPr lang="en-US"/>
        </a:p>
      </dgm:t>
    </dgm:pt>
    <dgm:pt modelId="{D585615F-520F-45C1-BE55-BA4DABE40C33}" type="pres">
      <dgm:prSet presAssocID="{42EEE7CA-7E0C-4DA2-915C-6B6F5E8CD022}" presName="hierChild1" presStyleCnt="0">
        <dgm:presLayoutVars>
          <dgm:orgChart val="1"/>
          <dgm:chPref val="1"/>
          <dgm:dir/>
          <dgm:animOne val="branch"/>
          <dgm:animLvl val="lvl"/>
          <dgm:resizeHandles/>
        </dgm:presLayoutVars>
      </dgm:prSet>
      <dgm:spPr/>
      <dgm:t>
        <a:bodyPr/>
        <a:lstStyle/>
        <a:p>
          <a:endParaRPr lang="en-US"/>
        </a:p>
      </dgm:t>
    </dgm:pt>
    <dgm:pt modelId="{6DBA7613-8B03-4415-ABE4-5180619F3F13}" type="pres">
      <dgm:prSet presAssocID="{43F4E795-3E37-4FDF-BB2F-42A767606077}" presName="hierRoot1" presStyleCnt="0">
        <dgm:presLayoutVars>
          <dgm:hierBranch val="init"/>
        </dgm:presLayoutVars>
      </dgm:prSet>
      <dgm:spPr/>
    </dgm:pt>
    <dgm:pt modelId="{9B168097-FA01-4666-871F-FE40AE78C871}" type="pres">
      <dgm:prSet presAssocID="{43F4E795-3E37-4FDF-BB2F-42A767606077}" presName="rootComposite1" presStyleCnt="0"/>
      <dgm:spPr/>
    </dgm:pt>
    <dgm:pt modelId="{12D9E906-B753-4F7A-A0BC-F0FB7D2EDE52}" type="pres">
      <dgm:prSet presAssocID="{43F4E795-3E37-4FDF-BB2F-42A767606077}" presName="rootText1" presStyleLbl="node0" presStyleIdx="0" presStyleCnt="1">
        <dgm:presLayoutVars>
          <dgm:chPref val="3"/>
        </dgm:presLayoutVars>
      </dgm:prSet>
      <dgm:spPr/>
      <dgm:t>
        <a:bodyPr/>
        <a:lstStyle/>
        <a:p>
          <a:endParaRPr lang="en-US"/>
        </a:p>
      </dgm:t>
    </dgm:pt>
    <dgm:pt modelId="{AD7359E0-6736-49DB-9DB5-A7EDA55AB527}" type="pres">
      <dgm:prSet presAssocID="{43F4E795-3E37-4FDF-BB2F-42A767606077}" presName="rootConnector1" presStyleLbl="node1" presStyleIdx="0" presStyleCnt="0"/>
      <dgm:spPr/>
      <dgm:t>
        <a:bodyPr/>
        <a:lstStyle/>
        <a:p>
          <a:endParaRPr lang="en-US"/>
        </a:p>
      </dgm:t>
    </dgm:pt>
    <dgm:pt modelId="{40370EBA-08F1-4994-AF45-6767749D31A5}" type="pres">
      <dgm:prSet presAssocID="{43F4E795-3E37-4FDF-BB2F-42A767606077}" presName="hierChild2" presStyleCnt="0"/>
      <dgm:spPr/>
    </dgm:pt>
    <dgm:pt modelId="{7E3AA489-6A02-483E-A88F-97139495D413}" type="pres">
      <dgm:prSet presAssocID="{59952961-EF20-446F-A6A7-84ADBB7BCAE4}" presName="Name37" presStyleLbl="parChTrans1D2" presStyleIdx="0" presStyleCnt="2"/>
      <dgm:spPr/>
      <dgm:t>
        <a:bodyPr/>
        <a:lstStyle/>
        <a:p>
          <a:endParaRPr lang="en-US"/>
        </a:p>
      </dgm:t>
    </dgm:pt>
    <dgm:pt modelId="{4AC4BFBB-01A2-41EE-93D6-CB2AB53244FB}" type="pres">
      <dgm:prSet presAssocID="{9E9DB548-FA02-4D87-A890-8EDE99D57DB6}" presName="hierRoot2" presStyleCnt="0">
        <dgm:presLayoutVars>
          <dgm:hierBranch val="init"/>
        </dgm:presLayoutVars>
      </dgm:prSet>
      <dgm:spPr/>
    </dgm:pt>
    <dgm:pt modelId="{488B357A-0DC1-4CB1-8EB2-849F798253FB}" type="pres">
      <dgm:prSet presAssocID="{9E9DB548-FA02-4D87-A890-8EDE99D57DB6}" presName="rootComposite" presStyleCnt="0"/>
      <dgm:spPr/>
    </dgm:pt>
    <dgm:pt modelId="{2CC6FE0D-704D-484F-AEB5-C63C519C1B52}" type="pres">
      <dgm:prSet presAssocID="{9E9DB548-FA02-4D87-A890-8EDE99D57DB6}" presName="rootText" presStyleLbl="node2" presStyleIdx="0" presStyleCnt="2">
        <dgm:presLayoutVars>
          <dgm:chPref val="3"/>
        </dgm:presLayoutVars>
      </dgm:prSet>
      <dgm:spPr/>
      <dgm:t>
        <a:bodyPr/>
        <a:lstStyle/>
        <a:p>
          <a:endParaRPr lang="en-US"/>
        </a:p>
      </dgm:t>
    </dgm:pt>
    <dgm:pt modelId="{6EC588CA-9A8D-4C63-80C9-F1EDCD503FDC}" type="pres">
      <dgm:prSet presAssocID="{9E9DB548-FA02-4D87-A890-8EDE99D57DB6}" presName="rootConnector" presStyleLbl="node2" presStyleIdx="0" presStyleCnt="2"/>
      <dgm:spPr/>
      <dgm:t>
        <a:bodyPr/>
        <a:lstStyle/>
        <a:p>
          <a:endParaRPr lang="en-US"/>
        </a:p>
      </dgm:t>
    </dgm:pt>
    <dgm:pt modelId="{90A3612B-81C5-40F2-83B3-678467BA863E}" type="pres">
      <dgm:prSet presAssocID="{9E9DB548-FA02-4D87-A890-8EDE99D57DB6}" presName="hierChild4" presStyleCnt="0"/>
      <dgm:spPr/>
    </dgm:pt>
    <dgm:pt modelId="{7AC3C788-4870-42BC-9B8F-E804B16609EC}" type="pres">
      <dgm:prSet presAssocID="{9E9DB548-FA02-4D87-A890-8EDE99D57DB6}" presName="hierChild5" presStyleCnt="0"/>
      <dgm:spPr/>
    </dgm:pt>
    <dgm:pt modelId="{80FB24F8-DF95-4452-BDC5-FD2F902CFE43}" type="pres">
      <dgm:prSet presAssocID="{5578D270-1340-4F36-8BF9-C3DE08B68C0A}" presName="Name37" presStyleLbl="parChTrans1D2" presStyleIdx="1" presStyleCnt="2"/>
      <dgm:spPr/>
      <dgm:t>
        <a:bodyPr/>
        <a:lstStyle/>
        <a:p>
          <a:endParaRPr lang="en-US"/>
        </a:p>
      </dgm:t>
    </dgm:pt>
    <dgm:pt modelId="{6DECE934-D2F5-4344-AECE-A487C6ADBF53}" type="pres">
      <dgm:prSet presAssocID="{259A1ACC-A71C-46FA-90F5-C15ED6B9FFB2}" presName="hierRoot2" presStyleCnt="0">
        <dgm:presLayoutVars>
          <dgm:hierBranch val="init"/>
        </dgm:presLayoutVars>
      </dgm:prSet>
      <dgm:spPr/>
    </dgm:pt>
    <dgm:pt modelId="{29DC1C6C-89E8-4F7C-9210-7B018F168B87}" type="pres">
      <dgm:prSet presAssocID="{259A1ACC-A71C-46FA-90F5-C15ED6B9FFB2}" presName="rootComposite" presStyleCnt="0"/>
      <dgm:spPr/>
    </dgm:pt>
    <dgm:pt modelId="{BC181467-F0C1-4B43-A6C0-0B0C4DE500FF}" type="pres">
      <dgm:prSet presAssocID="{259A1ACC-A71C-46FA-90F5-C15ED6B9FFB2}" presName="rootText" presStyleLbl="node2" presStyleIdx="1" presStyleCnt="2">
        <dgm:presLayoutVars>
          <dgm:chPref val="3"/>
        </dgm:presLayoutVars>
      </dgm:prSet>
      <dgm:spPr/>
      <dgm:t>
        <a:bodyPr/>
        <a:lstStyle/>
        <a:p>
          <a:endParaRPr lang="en-US"/>
        </a:p>
      </dgm:t>
    </dgm:pt>
    <dgm:pt modelId="{668F3A62-44E1-42BF-9980-2AF1C4CEC407}" type="pres">
      <dgm:prSet presAssocID="{259A1ACC-A71C-46FA-90F5-C15ED6B9FFB2}" presName="rootConnector" presStyleLbl="node2" presStyleIdx="1" presStyleCnt="2"/>
      <dgm:spPr/>
      <dgm:t>
        <a:bodyPr/>
        <a:lstStyle/>
        <a:p>
          <a:endParaRPr lang="en-US"/>
        </a:p>
      </dgm:t>
    </dgm:pt>
    <dgm:pt modelId="{32920C02-DF55-400D-867D-131C10044320}" type="pres">
      <dgm:prSet presAssocID="{259A1ACC-A71C-46FA-90F5-C15ED6B9FFB2}" presName="hierChild4" presStyleCnt="0"/>
      <dgm:spPr/>
    </dgm:pt>
    <dgm:pt modelId="{37ACB87A-E5B6-40DC-A626-4715E100520B}" type="pres">
      <dgm:prSet presAssocID="{259A1ACC-A71C-46FA-90F5-C15ED6B9FFB2}" presName="hierChild5" presStyleCnt="0"/>
      <dgm:spPr/>
    </dgm:pt>
    <dgm:pt modelId="{9DF362C9-B0F7-4022-BC4F-1FDF8E0913AC}" type="pres">
      <dgm:prSet presAssocID="{43F4E795-3E37-4FDF-BB2F-42A767606077}" presName="hierChild3" presStyleCnt="0"/>
      <dgm:spPr/>
    </dgm:pt>
  </dgm:ptLst>
  <dgm:cxnLst>
    <dgm:cxn modelId="{FD5146A7-2F93-4F0D-B7EA-AD7CD666B779}" type="presOf" srcId="{259A1ACC-A71C-46FA-90F5-C15ED6B9FFB2}" destId="{BC181467-F0C1-4B43-A6C0-0B0C4DE500FF}" srcOrd="0" destOrd="0" presId="urn:microsoft.com/office/officeart/2005/8/layout/orgChart1"/>
    <dgm:cxn modelId="{21065DAF-DB32-4FF0-BE44-96368BC36062}" type="presOf" srcId="{9E9DB548-FA02-4D87-A890-8EDE99D57DB6}" destId="{6EC588CA-9A8D-4C63-80C9-F1EDCD503FDC}" srcOrd="1" destOrd="0" presId="urn:microsoft.com/office/officeart/2005/8/layout/orgChart1"/>
    <dgm:cxn modelId="{AECD9A1E-C31A-42D6-9D4B-004BED5B9CC6}" srcId="{42EEE7CA-7E0C-4DA2-915C-6B6F5E8CD022}" destId="{43F4E795-3E37-4FDF-BB2F-42A767606077}" srcOrd="0" destOrd="0" parTransId="{C4A27DDC-4010-4AF7-A76C-DFEF7E0C639E}" sibTransId="{D497CD02-A379-4FDC-ACF3-83A5974C405B}"/>
    <dgm:cxn modelId="{39A62186-05FA-40DC-AFA4-3E319FF2B88F}" type="presOf" srcId="{59952961-EF20-446F-A6A7-84ADBB7BCAE4}" destId="{7E3AA489-6A02-483E-A88F-97139495D413}" srcOrd="0" destOrd="0" presId="urn:microsoft.com/office/officeart/2005/8/layout/orgChart1"/>
    <dgm:cxn modelId="{80080A84-76F3-4B0D-AF36-3846C43F0AB3}" srcId="{43F4E795-3E37-4FDF-BB2F-42A767606077}" destId="{9E9DB548-FA02-4D87-A890-8EDE99D57DB6}" srcOrd="0" destOrd="0" parTransId="{59952961-EF20-446F-A6A7-84ADBB7BCAE4}" sibTransId="{59BE3ED0-AC77-44F8-8E4C-FB6AC28DF32E}"/>
    <dgm:cxn modelId="{6DFE58BA-F238-4CC1-9DD2-09687BD48783}" type="presOf" srcId="{9E9DB548-FA02-4D87-A890-8EDE99D57DB6}" destId="{2CC6FE0D-704D-484F-AEB5-C63C519C1B52}" srcOrd="0" destOrd="0" presId="urn:microsoft.com/office/officeart/2005/8/layout/orgChart1"/>
    <dgm:cxn modelId="{DF5DDBCC-8135-4D91-B051-76DEFE28B604}" type="presOf" srcId="{43F4E795-3E37-4FDF-BB2F-42A767606077}" destId="{12D9E906-B753-4F7A-A0BC-F0FB7D2EDE52}" srcOrd="0" destOrd="0" presId="urn:microsoft.com/office/officeart/2005/8/layout/orgChart1"/>
    <dgm:cxn modelId="{E7DCB013-EBC0-4981-B9F0-64C07245CD3C}" srcId="{43F4E795-3E37-4FDF-BB2F-42A767606077}" destId="{259A1ACC-A71C-46FA-90F5-C15ED6B9FFB2}" srcOrd="1" destOrd="0" parTransId="{5578D270-1340-4F36-8BF9-C3DE08B68C0A}" sibTransId="{1E808EE5-5206-4E87-8FF5-26DD84EB17B0}"/>
    <dgm:cxn modelId="{5E629E16-E253-48E0-B5D1-D2896CB1B7EC}" type="presOf" srcId="{5578D270-1340-4F36-8BF9-C3DE08B68C0A}" destId="{80FB24F8-DF95-4452-BDC5-FD2F902CFE43}" srcOrd="0" destOrd="0" presId="urn:microsoft.com/office/officeart/2005/8/layout/orgChart1"/>
    <dgm:cxn modelId="{50EAAED9-2D55-4971-A552-0A2B9606305A}" type="presOf" srcId="{43F4E795-3E37-4FDF-BB2F-42A767606077}" destId="{AD7359E0-6736-49DB-9DB5-A7EDA55AB527}" srcOrd="1" destOrd="0" presId="urn:microsoft.com/office/officeart/2005/8/layout/orgChart1"/>
    <dgm:cxn modelId="{A2393100-F2DD-47D4-AC6F-A46DE93E8306}" type="presOf" srcId="{259A1ACC-A71C-46FA-90F5-C15ED6B9FFB2}" destId="{668F3A62-44E1-42BF-9980-2AF1C4CEC407}" srcOrd="1" destOrd="0" presId="urn:microsoft.com/office/officeart/2005/8/layout/orgChart1"/>
    <dgm:cxn modelId="{E3F1959E-38E7-4F0A-8B04-B037BA10D25F}" type="presOf" srcId="{42EEE7CA-7E0C-4DA2-915C-6B6F5E8CD022}" destId="{D585615F-520F-45C1-BE55-BA4DABE40C33}" srcOrd="0" destOrd="0" presId="urn:microsoft.com/office/officeart/2005/8/layout/orgChart1"/>
    <dgm:cxn modelId="{2301EBFE-09A8-48D2-AB4C-B52F55A597F9}" type="presParOf" srcId="{D585615F-520F-45C1-BE55-BA4DABE40C33}" destId="{6DBA7613-8B03-4415-ABE4-5180619F3F13}" srcOrd="0" destOrd="0" presId="urn:microsoft.com/office/officeart/2005/8/layout/orgChart1"/>
    <dgm:cxn modelId="{3EC2CC7D-3FC2-4FCC-BDC8-D44F9094F9E7}" type="presParOf" srcId="{6DBA7613-8B03-4415-ABE4-5180619F3F13}" destId="{9B168097-FA01-4666-871F-FE40AE78C871}" srcOrd="0" destOrd="0" presId="urn:microsoft.com/office/officeart/2005/8/layout/orgChart1"/>
    <dgm:cxn modelId="{04B358D6-9629-4B83-9D11-76D2808F73B1}" type="presParOf" srcId="{9B168097-FA01-4666-871F-FE40AE78C871}" destId="{12D9E906-B753-4F7A-A0BC-F0FB7D2EDE52}" srcOrd="0" destOrd="0" presId="urn:microsoft.com/office/officeart/2005/8/layout/orgChart1"/>
    <dgm:cxn modelId="{A6C545FA-58BB-4549-9770-1272ADBF46FA}" type="presParOf" srcId="{9B168097-FA01-4666-871F-FE40AE78C871}" destId="{AD7359E0-6736-49DB-9DB5-A7EDA55AB527}" srcOrd="1" destOrd="0" presId="urn:microsoft.com/office/officeart/2005/8/layout/orgChart1"/>
    <dgm:cxn modelId="{8C60353B-5429-49EE-BC40-ED68F9902928}" type="presParOf" srcId="{6DBA7613-8B03-4415-ABE4-5180619F3F13}" destId="{40370EBA-08F1-4994-AF45-6767749D31A5}" srcOrd="1" destOrd="0" presId="urn:microsoft.com/office/officeart/2005/8/layout/orgChart1"/>
    <dgm:cxn modelId="{2CB44F7F-F9B3-4FFE-8149-C517856DAC2E}" type="presParOf" srcId="{40370EBA-08F1-4994-AF45-6767749D31A5}" destId="{7E3AA489-6A02-483E-A88F-97139495D413}" srcOrd="0" destOrd="0" presId="urn:microsoft.com/office/officeart/2005/8/layout/orgChart1"/>
    <dgm:cxn modelId="{EDE0830A-4D7E-4482-89E3-261F5E5676FB}" type="presParOf" srcId="{40370EBA-08F1-4994-AF45-6767749D31A5}" destId="{4AC4BFBB-01A2-41EE-93D6-CB2AB53244FB}" srcOrd="1" destOrd="0" presId="urn:microsoft.com/office/officeart/2005/8/layout/orgChart1"/>
    <dgm:cxn modelId="{D4AD9922-6E2D-4BE3-9F5A-1A6138320B50}" type="presParOf" srcId="{4AC4BFBB-01A2-41EE-93D6-CB2AB53244FB}" destId="{488B357A-0DC1-4CB1-8EB2-849F798253FB}" srcOrd="0" destOrd="0" presId="urn:microsoft.com/office/officeart/2005/8/layout/orgChart1"/>
    <dgm:cxn modelId="{1DF03927-F0E2-4CBC-8C08-A3D437802335}" type="presParOf" srcId="{488B357A-0DC1-4CB1-8EB2-849F798253FB}" destId="{2CC6FE0D-704D-484F-AEB5-C63C519C1B52}" srcOrd="0" destOrd="0" presId="urn:microsoft.com/office/officeart/2005/8/layout/orgChart1"/>
    <dgm:cxn modelId="{0204A533-D337-49E8-8B63-D34F7EC0DAB5}" type="presParOf" srcId="{488B357A-0DC1-4CB1-8EB2-849F798253FB}" destId="{6EC588CA-9A8D-4C63-80C9-F1EDCD503FDC}" srcOrd="1" destOrd="0" presId="urn:microsoft.com/office/officeart/2005/8/layout/orgChart1"/>
    <dgm:cxn modelId="{D051AC36-3688-496B-92FD-C6E7DC49BE07}" type="presParOf" srcId="{4AC4BFBB-01A2-41EE-93D6-CB2AB53244FB}" destId="{90A3612B-81C5-40F2-83B3-678467BA863E}" srcOrd="1" destOrd="0" presId="urn:microsoft.com/office/officeart/2005/8/layout/orgChart1"/>
    <dgm:cxn modelId="{6831D50C-324B-4956-9D39-A584DF694C49}" type="presParOf" srcId="{4AC4BFBB-01A2-41EE-93D6-CB2AB53244FB}" destId="{7AC3C788-4870-42BC-9B8F-E804B16609EC}" srcOrd="2" destOrd="0" presId="urn:microsoft.com/office/officeart/2005/8/layout/orgChart1"/>
    <dgm:cxn modelId="{E2932370-C6EE-40F2-A4AA-479368E9CA52}" type="presParOf" srcId="{40370EBA-08F1-4994-AF45-6767749D31A5}" destId="{80FB24F8-DF95-4452-BDC5-FD2F902CFE43}" srcOrd="2" destOrd="0" presId="urn:microsoft.com/office/officeart/2005/8/layout/orgChart1"/>
    <dgm:cxn modelId="{EC71769A-7DA3-4235-B1C6-B2D1C3711ADB}" type="presParOf" srcId="{40370EBA-08F1-4994-AF45-6767749D31A5}" destId="{6DECE934-D2F5-4344-AECE-A487C6ADBF53}" srcOrd="3" destOrd="0" presId="urn:microsoft.com/office/officeart/2005/8/layout/orgChart1"/>
    <dgm:cxn modelId="{1D60738F-B29B-4CBE-9F4B-C3D288A913D5}" type="presParOf" srcId="{6DECE934-D2F5-4344-AECE-A487C6ADBF53}" destId="{29DC1C6C-89E8-4F7C-9210-7B018F168B87}" srcOrd="0" destOrd="0" presId="urn:microsoft.com/office/officeart/2005/8/layout/orgChart1"/>
    <dgm:cxn modelId="{9E04487F-4638-47AB-9813-18EDE5B97552}" type="presParOf" srcId="{29DC1C6C-89E8-4F7C-9210-7B018F168B87}" destId="{BC181467-F0C1-4B43-A6C0-0B0C4DE500FF}" srcOrd="0" destOrd="0" presId="urn:microsoft.com/office/officeart/2005/8/layout/orgChart1"/>
    <dgm:cxn modelId="{FA132038-2E94-4A62-AE4B-D9F905346439}" type="presParOf" srcId="{29DC1C6C-89E8-4F7C-9210-7B018F168B87}" destId="{668F3A62-44E1-42BF-9980-2AF1C4CEC407}" srcOrd="1" destOrd="0" presId="urn:microsoft.com/office/officeart/2005/8/layout/orgChart1"/>
    <dgm:cxn modelId="{CCFB5982-6AD7-4869-99A9-A2B46920E7C4}" type="presParOf" srcId="{6DECE934-D2F5-4344-AECE-A487C6ADBF53}" destId="{32920C02-DF55-400D-867D-131C10044320}" srcOrd="1" destOrd="0" presId="urn:microsoft.com/office/officeart/2005/8/layout/orgChart1"/>
    <dgm:cxn modelId="{6804B49E-7887-47A1-A58B-303EDCDD71FB}" type="presParOf" srcId="{6DECE934-D2F5-4344-AECE-A487C6ADBF53}" destId="{37ACB87A-E5B6-40DC-A626-4715E100520B}" srcOrd="2" destOrd="0" presId="urn:microsoft.com/office/officeart/2005/8/layout/orgChart1"/>
    <dgm:cxn modelId="{19D1D179-129D-49A9-A1B6-F7877A859BFB}" type="presParOf" srcId="{6DBA7613-8B03-4415-ABE4-5180619F3F13}" destId="{9DF362C9-B0F7-4022-BC4F-1FDF8E0913AC}" srcOrd="2" destOrd="0" presId="urn:microsoft.com/office/officeart/2005/8/layout/orgChar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6.xml><?xml version="1.0" encoding="utf-8"?>
<dgm:dataModel xmlns:dgm="http://schemas.openxmlformats.org/drawingml/2006/diagram" xmlns:a="http://schemas.openxmlformats.org/drawingml/2006/main">
  <dgm:ptLst>
    <dgm:pt modelId="{8F6DA37B-1525-4744-9CA2-ADB16B78020D}" type="doc">
      <dgm:prSet loTypeId="urn:microsoft.com/office/officeart/2005/8/layout/hList1" loCatId="list" qsTypeId="urn:microsoft.com/office/officeart/2005/8/quickstyle/3d3" qsCatId="3D" csTypeId="urn:microsoft.com/office/officeart/2005/8/colors/accent1_2" csCatId="accent1" phldr="1"/>
      <dgm:spPr/>
      <dgm:t>
        <a:bodyPr/>
        <a:lstStyle/>
        <a:p>
          <a:endParaRPr lang="en-US"/>
        </a:p>
      </dgm:t>
    </dgm:pt>
    <dgm:pt modelId="{EA29338B-E6F9-4CD2-9BE9-05C513D181C9}">
      <dgm:prSet custT="1"/>
      <dgm:spPr/>
      <dgm:t>
        <a:bodyPr/>
        <a:lstStyle/>
        <a:p>
          <a:pPr rtl="0"/>
          <a:r>
            <a:rPr lang="en-US" sz="2800" dirty="0" smtClean="0">
              <a:solidFill>
                <a:schemeClr val="tx1"/>
              </a:solidFill>
            </a:rPr>
            <a:t>BACKGROUND: </a:t>
          </a:r>
          <a:r>
            <a:rPr lang="en-US" sz="4000" b="1" dirty="0" smtClean="0">
              <a:solidFill>
                <a:srgbClr val="FF0000"/>
              </a:solidFill>
            </a:rPr>
            <a:t>Third</a:t>
          </a:r>
          <a:r>
            <a:rPr lang="en-US" sz="2800" dirty="0" smtClean="0">
              <a:solidFill>
                <a:schemeClr val="tx1"/>
              </a:solidFill>
            </a:rPr>
            <a:t> Constitution of Pakistan </a:t>
          </a:r>
          <a:endParaRPr lang="en-US" sz="2800" dirty="0">
            <a:solidFill>
              <a:schemeClr val="tx1"/>
            </a:solidFill>
          </a:endParaRPr>
        </a:p>
      </dgm:t>
    </dgm:pt>
    <dgm:pt modelId="{A8FAF7C6-3899-4287-AB80-B82DB42E0377}" type="parTrans" cxnId="{6E739C51-6818-408A-AE26-34DA0A3F072D}">
      <dgm:prSet/>
      <dgm:spPr/>
      <dgm:t>
        <a:bodyPr/>
        <a:lstStyle/>
        <a:p>
          <a:endParaRPr lang="en-US"/>
        </a:p>
      </dgm:t>
    </dgm:pt>
    <dgm:pt modelId="{E9180591-C2E0-4648-801C-31D9017F2449}" type="sibTrans" cxnId="{6E739C51-6818-408A-AE26-34DA0A3F072D}">
      <dgm:prSet/>
      <dgm:spPr/>
      <dgm:t>
        <a:bodyPr/>
        <a:lstStyle/>
        <a:p>
          <a:endParaRPr lang="en-US"/>
        </a:p>
      </dgm:t>
    </dgm:pt>
    <dgm:pt modelId="{D0808898-DC9F-446F-A32F-F42A8DB7A8D4}" type="pres">
      <dgm:prSet presAssocID="{8F6DA37B-1525-4744-9CA2-ADB16B78020D}" presName="Name0" presStyleCnt="0">
        <dgm:presLayoutVars>
          <dgm:dir/>
          <dgm:animLvl val="lvl"/>
          <dgm:resizeHandles val="exact"/>
        </dgm:presLayoutVars>
      </dgm:prSet>
      <dgm:spPr/>
      <dgm:t>
        <a:bodyPr/>
        <a:lstStyle/>
        <a:p>
          <a:endParaRPr lang="en-US"/>
        </a:p>
      </dgm:t>
    </dgm:pt>
    <dgm:pt modelId="{C60187CA-90E3-4954-AC70-A9D2916D3045}" type="pres">
      <dgm:prSet presAssocID="{EA29338B-E6F9-4CD2-9BE9-05C513D181C9}" presName="composite" presStyleCnt="0"/>
      <dgm:spPr/>
    </dgm:pt>
    <dgm:pt modelId="{89979928-EC68-43A0-8FA0-BA5A8F9F85F9}" type="pres">
      <dgm:prSet presAssocID="{EA29338B-E6F9-4CD2-9BE9-05C513D181C9}" presName="parTx" presStyleLbl="alignNode1" presStyleIdx="0" presStyleCnt="1">
        <dgm:presLayoutVars>
          <dgm:chMax val="0"/>
          <dgm:chPref val="0"/>
          <dgm:bulletEnabled val="1"/>
        </dgm:presLayoutVars>
      </dgm:prSet>
      <dgm:spPr/>
      <dgm:t>
        <a:bodyPr/>
        <a:lstStyle/>
        <a:p>
          <a:endParaRPr lang="en-US"/>
        </a:p>
      </dgm:t>
    </dgm:pt>
    <dgm:pt modelId="{8F12CCB7-2EB8-4B64-8BC1-0D315B7AD683}" type="pres">
      <dgm:prSet presAssocID="{EA29338B-E6F9-4CD2-9BE9-05C513D181C9}" presName="desTx" presStyleLbl="alignAccFollowNode1" presStyleIdx="0" presStyleCnt="1">
        <dgm:presLayoutVars>
          <dgm:bulletEnabled val="1"/>
        </dgm:presLayoutVars>
      </dgm:prSet>
      <dgm:spPr/>
    </dgm:pt>
  </dgm:ptLst>
  <dgm:cxnLst>
    <dgm:cxn modelId="{88FC223A-34CA-43A0-84FF-0A723BDEA1F9}" type="presOf" srcId="{EA29338B-E6F9-4CD2-9BE9-05C513D181C9}" destId="{89979928-EC68-43A0-8FA0-BA5A8F9F85F9}" srcOrd="0" destOrd="0" presId="urn:microsoft.com/office/officeart/2005/8/layout/hList1"/>
    <dgm:cxn modelId="{6E739C51-6818-408A-AE26-34DA0A3F072D}" srcId="{8F6DA37B-1525-4744-9CA2-ADB16B78020D}" destId="{EA29338B-E6F9-4CD2-9BE9-05C513D181C9}" srcOrd="0" destOrd="0" parTransId="{A8FAF7C6-3899-4287-AB80-B82DB42E0377}" sibTransId="{E9180591-C2E0-4648-801C-31D9017F2449}"/>
    <dgm:cxn modelId="{93845299-80B9-4B2A-B262-6E54C8FC24DC}" type="presOf" srcId="{8F6DA37B-1525-4744-9CA2-ADB16B78020D}" destId="{D0808898-DC9F-446F-A32F-F42A8DB7A8D4}" srcOrd="0" destOrd="0" presId="urn:microsoft.com/office/officeart/2005/8/layout/hList1"/>
    <dgm:cxn modelId="{87E48F23-AB59-4F61-8253-4A586819D818}" type="presParOf" srcId="{D0808898-DC9F-446F-A32F-F42A8DB7A8D4}" destId="{C60187CA-90E3-4954-AC70-A9D2916D3045}" srcOrd="0" destOrd="0" presId="urn:microsoft.com/office/officeart/2005/8/layout/hList1"/>
    <dgm:cxn modelId="{5F2BC44B-FAEE-439B-8B4E-648D498EA077}" type="presParOf" srcId="{C60187CA-90E3-4954-AC70-A9D2916D3045}" destId="{89979928-EC68-43A0-8FA0-BA5A8F9F85F9}" srcOrd="0" destOrd="0" presId="urn:microsoft.com/office/officeart/2005/8/layout/hList1"/>
    <dgm:cxn modelId="{56F3BB4B-BA40-4CAD-BF29-609DD6779A74}" type="presParOf" srcId="{C60187CA-90E3-4954-AC70-A9D2916D3045}" destId="{8F12CCB7-2EB8-4B64-8BC1-0D315B7AD683}" srcOrd="1" destOrd="0" presId="urn:microsoft.com/office/officeart/2005/8/layout/hList1"/>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ata17.xml><?xml version="1.0" encoding="utf-8"?>
<dgm:dataModel xmlns:dgm="http://schemas.openxmlformats.org/drawingml/2006/diagram" xmlns:a="http://schemas.openxmlformats.org/drawingml/2006/main">
  <dgm:ptLst>
    <dgm:pt modelId="{4D9A65A2-D581-4B22-B093-043B61DAFDA5}" type="doc">
      <dgm:prSet loTypeId="urn:microsoft.com/office/officeart/2008/layout/HorizontalMultiLevelHierarchy" loCatId="hierarchy" qsTypeId="urn:microsoft.com/office/officeart/2005/8/quickstyle/simple1" qsCatId="simple" csTypeId="urn:microsoft.com/office/officeart/2005/8/colors/accent2_1" csCatId="accent2"/>
      <dgm:spPr/>
      <dgm:t>
        <a:bodyPr/>
        <a:lstStyle/>
        <a:p>
          <a:endParaRPr lang="en-US"/>
        </a:p>
      </dgm:t>
    </dgm:pt>
    <dgm:pt modelId="{D9B52060-AA6E-47FC-979F-F3A13688EC63}">
      <dgm:prSet/>
      <dgm:spPr/>
      <dgm:t>
        <a:bodyPr/>
        <a:lstStyle/>
        <a:p>
          <a:pPr rtl="0"/>
          <a:r>
            <a:rPr lang="en-US" smtClean="0"/>
            <a:t>Challenges before Constituent Assembly </a:t>
          </a:r>
          <a:endParaRPr lang="en-US"/>
        </a:p>
      </dgm:t>
    </dgm:pt>
    <dgm:pt modelId="{C451113F-1385-48B8-8FC8-1445ECD9429D}" type="parTrans" cxnId="{ABD9D9AC-4FC2-4445-806B-79D779EC2879}">
      <dgm:prSet/>
      <dgm:spPr/>
      <dgm:t>
        <a:bodyPr/>
        <a:lstStyle/>
        <a:p>
          <a:endParaRPr lang="en-US"/>
        </a:p>
      </dgm:t>
    </dgm:pt>
    <dgm:pt modelId="{2DD662BA-0B8D-4F71-9A60-80617D97337F}" type="sibTrans" cxnId="{ABD9D9AC-4FC2-4445-806B-79D779EC2879}">
      <dgm:prSet/>
      <dgm:spPr/>
      <dgm:t>
        <a:bodyPr/>
        <a:lstStyle/>
        <a:p>
          <a:endParaRPr lang="en-US"/>
        </a:p>
      </dgm:t>
    </dgm:pt>
    <dgm:pt modelId="{1C7CF0E3-DC13-4653-9100-49F734ECC094}">
      <dgm:prSet/>
      <dgm:spPr/>
      <dgm:t>
        <a:bodyPr/>
        <a:lstStyle/>
        <a:p>
          <a:pPr rtl="0"/>
          <a:r>
            <a:rPr lang="en-US" dirty="0" smtClean="0"/>
            <a:t>Character of Constitution (</a:t>
          </a:r>
          <a:r>
            <a:rPr lang="en-US" dirty="0" smtClean="0">
              <a:solidFill>
                <a:srgbClr val="FF0000"/>
              </a:solidFill>
            </a:rPr>
            <a:t>Western</a:t>
          </a:r>
          <a:r>
            <a:rPr lang="en-US" dirty="0" smtClean="0"/>
            <a:t> or Islamic)</a:t>
          </a:r>
          <a:endParaRPr lang="en-US" dirty="0"/>
        </a:p>
      </dgm:t>
    </dgm:pt>
    <dgm:pt modelId="{9B0CF177-4534-4318-9811-49AF71308AEC}" type="parTrans" cxnId="{892867E5-5652-4A2C-8DEA-466AA2440BCA}">
      <dgm:prSet/>
      <dgm:spPr/>
      <dgm:t>
        <a:bodyPr/>
        <a:lstStyle/>
        <a:p>
          <a:endParaRPr lang="en-US"/>
        </a:p>
      </dgm:t>
    </dgm:pt>
    <dgm:pt modelId="{0FE28732-BA39-4E96-B951-F183081B44A3}" type="sibTrans" cxnId="{892867E5-5652-4A2C-8DEA-466AA2440BCA}">
      <dgm:prSet/>
      <dgm:spPr/>
      <dgm:t>
        <a:bodyPr/>
        <a:lstStyle/>
        <a:p>
          <a:endParaRPr lang="en-US"/>
        </a:p>
      </dgm:t>
    </dgm:pt>
    <dgm:pt modelId="{B90ED2A2-D511-4FED-9751-E924BE9AA242}">
      <dgm:prSet/>
      <dgm:spPr/>
      <dgm:t>
        <a:bodyPr/>
        <a:lstStyle/>
        <a:p>
          <a:pPr rtl="0"/>
          <a:r>
            <a:rPr lang="en-US" dirty="0" smtClean="0"/>
            <a:t>Distribution (</a:t>
          </a:r>
          <a:r>
            <a:rPr lang="en-US" dirty="0" smtClean="0">
              <a:solidFill>
                <a:srgbClr val="FF0000"/>
              </a:solidFill>
            </a:rPr>
            <a:t>Geographic</a:t>
          </a:r>
          <a:r>
            <a:rPr lang="en-US" dirty="0" smtClean="0"/>
            <a:t> &amp; Representation)</a:t>
          </a:r>
          <a:endParaRPr lang="en-US" dirty="0"/>
        </a:p>
      </dgm:t>
    </dgm:pt>
    <dgm:pt modelId="{F297055E-760B-420E-AD50-8A5A2DB47F14}" type="parTrans" cxnId="{6ED6C9D2-71B6-4CC1-8050-24817FA81EF6}">
      <dgm:prSet/>
      <dgm:spPr/>
      <dgm:t>
        <a:bodyPr/>
        <a:lstStyle/>
        <a:p>
          <a:endParaRPr lang="en-US"/>
        </a:p>
      </dgm:t>
    </dgm:pt>
    <dgm:pt modelId="{3C2EE328-3AE1-49FF-ADEF-EAE1CD7EF293}" type="sibTrans" cxnId="{6ED6C9D2-71B6-4CC1-8050-24817FA81EF6}">
      <dgm:prSet/>
      <dgm:spPr/>
      <dgm:t>
        <a:bodyPr/>
        <a:lstStyle/>
        <a:p>
          <a:endParaRPr lang="en-US"/>
        </a:p>
      </dgm:t>
    </dgm:pt>
    <dgm:pt modelId="{0763E8E5-01E3-49ED-8727-F143BCFDB3B3}">
      <dgm:prSet/>
      <dgm:spPr/>
      <dgm:t>
        <a:bodyPr/>
        <a:lstStyle/>
        <a:p>
          <a:pPr rtl="0"/>
          <a:r>
            <a:rPr lang="en-US" dirty="0" smtClean="0"/>
            <a:t>Language Controversy (Urdu or </a:t>
          </a:r>
          <a:r>
            <a:rPr lang="en-US" dirty="0" smtClean="0">
              <a:solidFill>
                <a:srgbClr val="FF0000"/>
              </a:solidFill>
            </a:rPr>
            <a:t>Bengali</a:t>
          </a:r>
          <a:r>
            <a:rPr lang="en-US" dirty="0" smtClean="0"/>
            <a:t>)</a:t>
          </a:r>
          <a:endParaRPr lang="en-US" dirty="0"/>
        </a:p>
      </dgm:t>
    </dgm:pt>
    <dgm:pt modelId="{26CFC3A7-3EED-4EA0-8577-831809FC1165}" type="parTrans" cxnId="{CFC2E988-B56D-4D61-BECC-24AA40F20F2D}">
      <dgm:prSet/>
      <dgm:spPr/>
      <dgm:t>
        <a:bodyPr/>
        <a:lstStyle/>
        <a:p>
          <a:endParaRPr lang="en-US"/>
        </a:p>
      </dgm:t>
    </dgm:pt>
    <dgm:pt modelId="{442BF9D1-255A-4378-A04F-1FF00E2A5976}" type="sibTrans" cxnId="{CFC2E988-B56D-4D61-BECC-24AA40F20F2D}">
      <dgm:prSet/>
      <dgm:spPr/>
      <dgm:t>
        <a:bodyPr/>
        <a:lstStyle/>
        <a:p>
          <a:endParaRPr lang="en-US"/>
        </a:p>
      </dgm:t>
    </dgm:pt>
    <dgm:pt modelId="{2F611725-73CB-4643-9B13-9260B034565C}">
      <dgm:prSet/>
      <dgm:spPr/>
      <dgm:t>
        <a:bodyPr/>
        <a:lstStyle/>
        <a:p>
          <a:pPr rtl="0"/>
          <a:r>
            <a:rPr lang="en-US" dirty="0" smtClean="0"/>
            <a:t>Form of Govt. (</a:t>
          </a:r>
          <a:r>
            <a:rPr lang="en-US" dirty="0" smtClean="0">
              <a:solidFill>
                <a:srgbClr val="FF0000"/>
              </a:solidFill>
            </a:rPr>
            <a:t>Presidential</a:t>
          </a:r>
          <a:r>
            <a:rPr lang="en-US" dirty="0" smtClean="0"/>
            <a:t> or Parliamentary)</a:t>
          </a:r>
          <a:endParaRPr lang="en-US" dirty="0"/>
        </a:p>
      </dgm:t>
    </dgm:pt>
    <dgm:pt modelId="{B59FF1CE-19B5-48BE-B699-4D8F51CDA268}" type="parTrans" cxnId="{5AAF7EAA-D47A-4BD1-BE48-348E724B56D4}">
      <dgm:prSet/>
      <dgm:spPr/>
      <dgm:t>
        <a:bodyPr/>
        <a:lstStyle/>
        <a:p>
          <a:endParaRPr lang="en-US"/>
        </a:p>
      </dgm:t>
    </dgm:pt>
    <dgm:pt modelId="{7D820B3F-4624-4A94-94A7-91A9C2585196}" type="sibTrans" cxnId="{5AAF7EAA-D47A-4BD1-BE48-348E724B56D4}">
      <dgm:prSet/>
      <dgm:spPr/>
      <dgm:t>
        <a:bodyPr/>
        <a:lstStyle/>
        <a:p>
          <a:endParaRPr lang="en-US"/>
        </a:p>
      </dgm:t>
    </dgm:pt>
    <dgm:pt modelId="{572233CD-7F88-4257-9401-6BB5BB0EE971}" type="pres">
      <dgm:prSet presAssocID="{4D9A65A2-D581-4B22-B093-043B61DAFDA5}" presName="Name0" presStyleCnt="0">
        <dgm:presLayoutVars>
          <dgm:chPref val="1"/>
          <dgm:dir/>
          <dgm:animOne val="branch"/>
          <dgm:animLvl val="lvl"/>
          <dgm:resizeHandles val="exact"/>
        </dgm:presLayoutVars>
      </dgm:prSet>
      <dgm:spPr/>
      <dgm:t>
        <a:bodyPr/>
        <a:lstStyle/>
        <a:p>
          <a:endParaRPr lang="en-US"/>
        </a:p>
      </dgm:t>
    </dgm:pt>
    <dgm:pt modelId="{5D836722-4AC8-4485-8AD8-58ABD62195C7}" type="pres">
      <dgm:prSet presAssocID="{D9B52060-AA6E-47FC-979F-F3A13688EC63}" presName="root1" presStyleCnt="0"/>
      <dgm:spPr/>
    </dgm:pt>
    <dgm:pt modelId="{038FFABE-8797-425E-A287-5A5A77A1252B}" type="pres">
      <dgm:prSet presAssocID="{D9B52060-AA6E-47FC-979F-F3A13688EC63}" presName="LevelOneTextNode" presStyleLbl="node0" presStyleIdx="0" presStyleCnt="1">
        <dgm:presLayoutVars>
          <dgm:chPref val="3"/>
        </dgm:presLayoutVars>
      </dgm:prSet>
      <dgm:spPr/>
      <dgm:t>
        <a:bodyPr/>
        <a:lstStyle/>
        <a:p>
          <a:endParaRPr lang="en-US"/>
        </a:p>
      </dgm:t>
    </dgm:pt>
    <dgm:pt modelId="{CDEC46BF-BA45-4466-9D6C-BCB3F416C198}" type="pres">
      <dgm:prSet presAssocID="{D9B52060-AA6E-47FC-979F-F3A13688EC63}" presName="level2hierChild" presStyleCnt="0"/>
      <dgm:spPr/>
    </dgm:pt>
    <dgm:pt modelId="{3EACCDB6-D1F2-4CB0-BB0E-ED7422DFE8BC}" type="pres">
      <dgm:prSet presAssocID="{9B0CF177-4534-4318-9811-49AF71308AEC}" presName="conn2-1" presStyleLbl="parChTrans1D2" presStyleIdx="0" presStyleCnt="4"/>
      <dgm:spPr/>
      <dgm:t>
        <a:bodyPr/>
        <a:lstStyle/>
        <a:p>
          <a:endParaRPr lang="en-US"/>
        </a:p>
      </dgm:t>
    </dgm:pt>
    <dgm:pt modelId="{9BB01EDF-0EE4-460B-A423-AAB643978C44}" type="pres">
      <dgm:prSet presAssocID="{9B0CF177-4534-4318-9811-49AF71308AEC}" presName="connTx" presStyleLbl="parChTrans1D2" presStyleIdx="0" presStyleCnt="4"/>
      <dgm:spPr/>
      <dgm:t>
        <a:bodyPr/>
        <a:lstStyle/>
        <a:p>
          <a:endParaRPr lang="en-US"/>
        </a:p>
      </dgm:t>
    </dgm:pt>
    <dgm:pt modelId="{41EECE26-C41D-48B3-B76C-0A28C345D9A3}" type="pres">
      <dgm:prSet presAssocID="{1C7CF0E3-DC13-4653-9100-49F734ECC094}" presName="root2" presStyleCnt="0"/>
      <dgm:spPr/>
    </dgm:pt>
    <dgm:pt modelId="{2AE2DF21-0173-40A1-A90C-907DFAC21F47}" type="pres">
      <dgm:prSet presAssocID="{1C7CF0E3-DC13-4653-9100-49F734ECC094}" presName="LevelTwoTextNode" presStyleLbl="node2" presStyleIdx="0" presStyleCnt="4">
        <dgm:presLayoutVars>
          <dgm:chPref val="3"/>
        </dgm:presLayoutVars>
      </dgm:prSet>
      <dgm:spPr/>
      <dgm:t>
        <a:bodyPr/>
        <a:lstStyle/>
        <a:p>
          <a:endParaRPr lang="en-US"/>
        </a:p>
      </dgm:t>
    </dgm:pt>
    <dgm:pt modelId="{D243DE78-BCD0-4AB0-A01B-B0AA5989EF1C}" type="pres">
      <dgm:prSet presAssocID="{1C7CF0E3-DC13-4653-9100-49F734ECC094}" presName="level3hierChild" presStyleCnt="0"/>
      <dgm:spPr/>
    </dgm:pt>
    <dgm:pt modelId="{4DDA3F46-53EB-4E68-B8B9-68DEB47650AB}" type="pres">
      <dgm:prSet presAssocID="{F297055E-760B-420E-AD50-8A5A2DB47F14}" presName="conn2-1" presStyleLbl="parChTrans1D2" presStyleIdx="1" presStyleCnt="4"/>
      <dgm:spPr/>
      <dgm:t>
        <a:bodyPr/>
        <a:lstStyle/>
        <a:p>
          <a:endParaRPr lang="en-US"/>
        </a:p>
      </dgm:t>
    </dgm:pt>
    <dgm:pt modelId="{820D9A6D-D46E-477B-9B90-560086DCB62A}" type="pres">
      <dgm:prSet presAssocID="{F297055E-760B-420E-AD50-8A5A2DB47F14}" presName="connTx" presStyleLbl="parChTrans1D2" presStyleIdx="1" presStyleCnt="4"/>
      <dgm:spPr/>
      <dgm:t>
        <a:bodyPr/>
        <a:lstStyle/>
        <a:p>
          <a:endParaRPr lang="en-US"/>
        </a:p>
      </dgm:t>
    </dgm:pt>
    <dgm:pt modelId="{459D45D1-D583-4008-925A-8F1B98849093}" type="pres">
      <dgm:prSet presAssocID="{B90ED2A2-D511-4FED-9751-E924BE9AA242}" presName="root2" presStyleCnt="0"/>
      <dgm:spPr/>
    </dgm:pt>
    <dgm:pt modelId="{93FAD7EF-85E1-423B-A532-48C5ABBA2AA8}" type="pres">
      <dgm:prSet presAssocID="{B90ED2A2-D511-4FED-9751-E924BE9AA242}" presName="LevelTwoTextNode" presStyleLbl="node2" presStyleIdx="1" presStyleCnt="4">
        <dgm:presLayoutVars>
          <dgm:chPref val="3"/>
        </dgm:presLayoutVars>
      </dgm:prSet>
      <dgm:spPr/>
      <dgm:t>
        <a:bodyPr/>
        <a:lstStyle/>
        <a:p>
          <a:endParaRPr lang="en-US"/>
        </a:p>
      </dgm:t>
    </dgm:pt>
    <dgm:pt modelId="{0D48926A-4F3A-414F-9263-996683D7BE2E}" type="pres">
      <dgm:prSet presAssocID="{B90ED2A2-D511-4FED-9751-E924BE9AA242}" presName="level3hierChild" presStyleCnt="0"/>
      <dgm:spPr/>
    </dgm:pt>
    <dgm:pt modelId="{5DA71C3D-A086-4A27-944C-5ED14ABBA24B}" type="pres">
      <dgm:prSet presAssocID="{26CFC3A7-3EED-4EA0-8577-831809FC1165}" presName="conn2-1" presStyleLbl="parChTrans1D2" presStyleIdx="2" presStyleCnt="4"/>
      <dgm:spPr/>
      <dgm:t>
        <a:bodyPr/>
        <a:lstStyle/>
        <a:p>
          <a:endParaRPr lang="en-US"/>
        </a:p>
      </dgm:t>
    </dgm:pt>
    <dgm:pt modelId="{0ADF4CA9-6322-4CF3-ACFB-631DE242E0F3}" type="pres">
      <dgm:prSet presAssocID="{26CFC3A7-3EED-4EA0-8577-831809FC1165}" presName="connTx" presStyleLbl="parChTrans1D2" presStyleIdx="2" presStyleCnt="4"/>
      <dgm:spPr/>
      <dgm:t>
        <a:bodyPr/>
        <a:lstStyle/>
        <a:p>
          <a:endParaRPr lang="en-US"/>
        </a:p>
      </dgm:t>
    </dgm:pt>
    <dgm:pt modelId="{4EBF572E-3F6F-4622-BF65-41AB4F53B0C3}" type="pres">
      <dgm:prSet presAssocID="{0763E8E5-01E3-49ED-8727-F143BCFDB3B3}" presName="root2" presStyleCnt="0"/>
      <dgm:spPr/>
    </dgm:pt>
    <dgm:pt modelId="{1FAFE5BE-A8CF-4CBF-AD33-ACD5086C34C9}" type="pres">
      <dgm:prSet presAssocID="{0763E8E5-01E3-49ED-8727-F143BCFDB3B3}" presName="LevelTwoTextNode" presStyleLbl="node2" presStyleIdx="2" presStyleCnt="4">
        <dgm:presLayoutVars>
          <dgm:chPref val="3"/>
        </dgm:presLayoutVars>
      </dgm:prSet>
      <dgm:spPr/>
      <dgm:t>
        <a:bodyPr/>
        <a:lstStyle/>
        <a:p>
          <a:endParaRPr lang="en-US"/>
        </a:p>
      </dgm:t>
    </dgm:pt>
    <dgm:pt modelId="{48617B4E-6CB9-4B2B-A9F0-B149AF1A8EC4}" type="pres">
      <dgm:prSet presAssocID="{0763E8E5-01E3-49ED-8727-F143BCFDB3B3}" presName="level3hierChild" presStyleCnt="0"/>
      <dgm:spPr/>
    </dgm:pt>
    <dgm:pt modelId="{9B9304A0-7235-4846-AD71-5D92C96BE6F5}" type="pres">
      <dgm:prSet presAssocID="{B59FF1CE-19B5-48BE-B699-4D8F51CDA268}" presName="conn2-1" presStyleLbl="parChTrans1D2" presStyleIdx="3" presStyleCnt="4"/>
      <dgm:spPr/>
      <dgm:t>
        <a:bodyPr/>
        <a:lstStyle/>
        <a:p>
          <a:endParaRPr lang="en-US"/>
        </a:p>
      </dgm:t>
    </dgm:pt>
    <dgm:pt modelId="{9AA4662B-2BE2-4E25-83DC-CC80D3949430}" type="pres">
      <dgm:prSet presAssocID="{B59FF1CE-19B5-48BE-B699-4D8F51CDA268}" presName="connTx" presStyleLbl="parChTrans1D2" presStyleIdx="3" presStyleCnt="4"/>
      <dgm:spPr/>
      <dgm:t>
        <a:bodyPr/>
        <a:lstStyle/>
        <a:p>
          <a:endParaRPr lang="en-US"/>
        </a:p>
      </dgm:t>
    </dgm:pt>
    <dgm:pt modelId="{4B89B5F2-53BB-433A-A2B3-BDEDE2CD7A76}" type="pres">
      <dgm:prSet presAssocID="{2F611725-73CB-4643-9B13-9260B034565C}" presName="root2" presStyleCnt="0"/>
      <dgm:spPr/>
    </dgm:pt>
    <dgm:pt modelId="{E4BB62D3-AE76-4939-919C-59B91D254315}" type="pres">
      <dgm:prSet presAssocID="{2F611725-73CB-4643-9B13-9260B034565C}" presName="LevelTwoTextNode" presStyleLbl="node2" presStyleIdx="3" presStyleCnt="4">
        <dgm:presLayoutVars>
          <dgm:chPref val="3"/>
        </dgm:presLayoutVars>
      </dgm:prSet>
      <dgm:spPr/>
      <dgm:t>
        <a:bodyPr/>
        <a:lstStyle/>
        <a:p>
          <a:endParaRPr lang="en-US"/>
        </a:p>
      </dgm:t>
    </dgm:pt>
    <dgm:pt modelId="{A77236C9-57A6-439C-A926-FE19E30881B8}" type="pres">
      <dgm:prSet presAssocID="{2F611725-73CB-4643-9B13-9260B034565C}" presName="level3hierChild" presStyleCnt="0"/>
      <dgm:spPr/>
    </dgm:pt>
  </dgm:ptLst>
  <dgm:cxnLst>
    <dgm:cxn modelId="{D8C5E9FA-0906-416C-B99F-D99EBA222D68}" type="presOf" srcId="{F297055E-760B-420E-AD50-8A5A2DB47F14}" destId="{4DDA3F46-53EB-4E68-B8B9-68DEB47650AB}" srcOrd="0" destOrd="0" presId="urn:microsoft.com/office/officeart/2008/layout/HorizontalMultiLevelHierarchy"/>
    <dgm:cxn modelId="{CD57BA4F-79F1-4845-A569-852BFDBE906A}" type="presOf" srcId="{26CFC3A7-3EED-4EA0-8577-831809FC1165}" destId="{0ADF4CA9-6322-4CF3-ACFB-631DE242E0F3}" srcOrd="1" destOrd="0" presId="urn:microsoft.com/office/officeart/2008/layout/HorizontalMultiLevelHierarchy"/>
    <dgm:cxn modelId="{7D947025-947F-4268-9128-95802B0BFE13}" type="presOf" srcId="{9B0CF177-4534-4318-9811-49AF71308AEC}" destId="{3EACCDB6-D1F2-4CB0-BB0E-ED7422DFE8BC}" srcOrd="0" destOrd="0" presId="urn:microsoft.com/office/officeart/2008/layout/HorizontalMultiLevelHierarchy"/>
    <dgm:cxn modelId="{A35B221D-1465-41FC-89FB-708413B70FEA}" type="presOf" srcId="{F297055E-760B-420E-AD50-8A5A2DB47F14}" destId="{820D9A6D-D46E-477B-9B90-560086DCB62A}" srcOrd="1" destOrd="0" presId="urn:microsoft.com/office/officeart/2008/layout/HorizontalMultiLevelHierarchy"/>
    <dgm:cxn modelId="{ABD9D9AC-4FC2-4445-806B-79D779EC2879}" srcId="{4D9A65A2-D581-4B22-B093-043B61DAFDA5}" destId="{D9B52060-AA6E-47FC-979F-F3A13688EC63}" srcOrd="0" destOrd="0" parTransId="{C451113F-1385-48B8-8FC8-1445ECD9429D}" sibTransId="{2DD662BA-0B8D-4F71-9A60-80617D97337F}"/>
    <dgm:cxn modelId="{3934FD53-5B15-4DE2-8C69-06DDAA8803B9}" type="presOf" srcId="{B59FF1CE-19B5-48BE-B699-4D8F51CDA268}" destId="{9AA4662B-2BE2-4E25-83DC-CC80D3949430}" srcOrd="1" destOrd="0" presId="urn:microsoft.com/office/officeart/2008/layout/HorizontalMultiLevelHierarchy"/>
    <dgm:cxn modelId="{2A8B9BC5-DCAD-4726-9C5A-5FB040F3A516}" type="presOf" srcId="{D9B52060-AA6E-47FC-979F-F3A13688EC63}" destId="{038FFABE-8797-425E-A287-5A5A77A1252B}" srcOrd="0" destOrd="0" presId="urn:microsoft.com/office/officeart/2008/layout/HorizontalMultiLevelHierarchy"/>
    <dgm:cxn modelId="{76A9BE19-654F-40D6-B8F9-FE35E7D79B9A}" type="presOf" srcId="{B90ED2A2-D511-4FED-9751-E924BE9AA242}" destId="{93FAD7EF-85E1-423B-A532-48C5ABBA2AA8}" srcOrd="0" destOrd="0" presId="urn:microsoft.com/office/officeart/2008/layout/HorizontalMultiLevelHierarchy"/>
    <dgm:cxn modelId="{A2B627F2-9AFE-48A1-A81F-12ABA2835F35}" type="presOf" srcId="{2F611725-73CB-4643-9B13-9260B034565C}" destId="{E4BB62D3-AE76-4939-919C-59B91D254315}" srcOrd="0" destOrd="0" presId="urn:microsoft.com/office/officeart/2008/layout/HorizontalMultiLevelHierarchy"/>
    <dgm:cxn modelId="{5AAF7EAA-D47A-4BD1-BE48-348E724B56D4}" srcId="{D9B52060-AA6E-47FC-979F-F3A13688EC63}" destId="{2F611725-73CB-4643-9B13-9260B034565C}" srcOrd="3" destOrd="0" parTransId="{B59FF1CE-19B5-48BE-B699-4D8F51CDA268}" sibTransId="{7D820B3F-4624-4A94-94A7-91A9C2585196}"/>
    <dgm:cxn modelId="{E2C02DD5-ACE2-4EF2-977E-26E3DFE4C06E}" type="presOf" srcId="{4D9A65A2-D581-4B22-B093-043B61DAFDA5}" destId="{572233CD-7F88-4257-9401-6BB5BB0EE971}" srcOrd="0" destOrd="0" presId="urn:microsoft.com/office/officeart/2008/layout/HorizontalMultiLevelHierarchy"/>
    <dgm:cxn modelId="{9104502E-CE27-4ACC-B0EE-BD2D5601047F}" type="presOf" srcId="{0763E8E5-01E3-49ED-8727-F143BCFDB3B3}" destId="{1FAFE5BE-A8CF-4CBF-AD33-ACD5086C34C9}" srcOrd="0" destOrd="0" presId="urn:microsoft.com/office/officeart/2008/layout/HorizontalMultiLevelHierarchy"/>
    <dgm:cxn modelId="{892867E5-5652-4A2C-8DEA-466AA2440BCA}" srcId="{D9B52060-AA6E-47FC-979F-F3A13688EC63}" destId="{1C7CF0E3-DC13-4653-9100-49F734ECC094}" srcOrd="0" destOrd="0" parTransId="{9B0CF177-4534-4318-9811-49AF71308AEC}" sibTransId="{0FE28732-BA39-4E96-B951-F183081B44A3}"/>
    <dgm:cxn modelId="{39F666E1-AA88-476E-8930-4300FC3147E9}" type="presOf" srcId="{9B0CF177-4534-4318-9811-49AF71308AEC}" destId="{9BB01EDF-0EE4-460B-A423-AAB643978C44}" srcOrd="1" destOrd="0" presId="urn:microsoft.com/office/officeart/2008/layout/HorizontalMultiLevelHierarchy"/>
    <dgm:cxn modelId="{AA637F88-7771-4533-BEA6-EF3B26A14D54}" type="presOf" srcId="{1C7CF0E3-DC13-4653-9100-49F734ECC094}" destId="{2AE2DF21-0173-40A1-A90C-907DFAC21F47}" srcOrd="0" destOrd="0" presId="urn:microsoft.com/office/officeart/2008/layout/HorizontalMultiLevelHierarchy"/>
    <dgm:cxn modelId="{CFC2E988-B56D-4D61-BECC-24AA40F20F2D}" srcId="{D9B52060-AA6E-47FC-979F-F3A13688EC63}" destId="{0763E8E5-01E3-49ED-8727-F143BCFDB3B3}" srcOrd="2" destOrd="0" parTransId="{26CFC3A7-3EED-4EA0-8577-831809FC1165}" sibTransId="{442BF9D1-255A-4378-A04F-1FF00E2A5976}"/>
    <dgm:cxn modelId="{BE827212-2A3C-4A08-933D-86DC150C2A60}" type="presOf" srcId="{B59FF1CE-19B5-48BE-B699-4D8F51CDA268}" destId="{9B9304A0-7235-4846-AD71-5D92C96BE6F5}" srcOrd="0" destOrd="0" presId="urn:microsoft.com/office/officeart/2008/layout/HorizontalMultiLevelHierarchy"/>
    <dgm:cxn modelId="{07F74B20-F54D-4923-B4A9-082D960549F4}" type="presOf" srcId="{26CFC3A7-3EED-4EA0-8577-831809FC1165}" destId="{5DA71C3D-A086-4A27-944C-5ED14ABBA24B}" srcOrd="0" destOrd="0" presId="urn:microsoft.com/office/officeart/2008/layout/HorizontalMultiLevelHierarchy"/>
    <dgm:cxn modelId="{6ED6C9D2-71B6-4CC1-8050-24817FA81EF6}" srcId="{D9B52060-AA6E-47FC-979F-F3A13688EC63}" destId="{B90ED2A2-D511-4FED-9751-E924BE9AA242}" srcOrd="1" destOrd="0" parTransId="{F297055E-760B-420E-AD50-8A5A2DB47F14}" sibTransId="{3C2EE328-3AE1-49FF-ADEF-EAE1CD7EF293}"/>
    <dgm:cxn modelId="{4000B4B3-EFAA-4169-A650-C1EB506A4B35}" type="presParOf" srcId="{572233CD-7F88-4257-9401-6BB5BB0EE971}" destId="{5D836722-4AC8-4485-8AD8-58ABD62195C7}" srcOrd="0" destOrd="0" presId="urn:microsoft.com/office/officeart/2008/layout/HorizontalMultiLevelHierarchy"/>
    <dgm:cxn modelId="{EDBB88A0-D90E-4677-8E4A-0CCD6DC8FD8A}" type="presParOf" srcId="{5D836722-4AC8-4485-8AD8-58ABD62195C7}" destId="{038FFABE-8797-425E-A287-5A5A77A1252B}" srcOrd="0" destOrd="0" presId="urn:microsoft.com/office/officeart/2008/layout/HorizontalMultiLevelHierarchy"/>
    <dgm:cxn modelId="{58449423-8A60-47B8-98F0-D635607535BA}" type="presParOf" srcId="{5D836722-4AC8-4485-8AD8-58ABD62195C7}" destId="{CDEC46BF-BA45-4466-9D6C-BCB3F416C198}" srcOrd="1" destOrd="0" presId="urn:microsoft.com/office/officeart/2008/layout/HorizontalMultiLevelHierarchy"/>
    <dgm:cxn modelId="{6B2D02D9-1DAF-4F7F-817D-D66A93EB6505}" type="presParOf" srcId="{CDEC46BF-BA45-4466-9D6C-BCB3F416C198}" destId="{3EACCDB6-D1F2-4CB0-BB0E-ED7422DFE8BC}" srcOrd="0" destOrd="0" presId="urn:microsoft.com/office/officeart/2008/layout/HorizontalMultiLevelHierarchy"/>
    <dgm:cxn modelId="{71CE460B-9645-4C82-9739-A477BC5BCA5A}" type="presParOf" srcId="{3EACCDB6-D1F2-4CB0-BB0E-ED7422DFE8BC}" destId="{9BB01EDF-0EE4-460B-A423-AAB643978C44}" srcOrd="0" destOrd="0" presId="urn:microsoft.com/office/officeart/2008/layout/HorizontalMultiLevelHierarchy"/>
    <dgm:cxn modelId="{FDDBB720-E571-434A-8B16-BB7211379E37}" type="presParOf" srcId="{CDEC46BF-BA45-4466-9D6C-BCB3F416C198}" destId="{41EECE26-C41D-48B3-B76C-0A28C345D9A3}" srcOrd="1" destOrd="0" presId="urn:microsoft.com/office/officeart/2008/layout/HorizontalMultiLevelHierarchy"/>
    <dgm:cxn modelId="{E694CAB7-372F-4E9E-A797-C5BA128D872A}" type="presParOf" srcId="{41EECE26-C41D-48B3-B76C-0A28C345D9A3}" destId="{2AE2DF21-0173-40A1-A90C-907DFAC21F47}" srcOrd="0" destOrd="0" presId="urn:microsoft.com/office/officeart/2008/layout/HorizontalMultiLevelHierarchy"/>
    <dgm:cxn modelId="{493D9B86-FE67-4DCF-AB9C-F319317CE475}" type="presParOf" srcId="{41EECE26-C41D-48B3-B76C-0A28C345D9A3}" destId="{D243DE78-BCD0-4AB0-A01B-B0AA5989EF1C}" srcOrd="1" destOrd="0" presId="urn:microsoft.com/office/officeart/2008/layout/HorizontalMultiLevelHierarchy"/>
    <dgm:cxn modelId="{CC611C27-66FB-46BB-B752-032972E365FA}" type="presParOf" srcId="{CDEC46BF-BA45-4466-9D6C-BCB3F416C198}" destId="{4DDA3F46-53EB-4E68-B8B9-68DEB47650AB}" srcOrd="2" destOrd="0" presId="urn:microsoft.com/office/officeart/2008/layout/HorizontalMultiLevelHierarchy"/>
    <dgm:cxn modelId="{D1EB95D1-FB57-432C-8975-7E8E571B9471}" type="presParOf" srcId="{4DDA3F46-53EB-4E68-B8B9-68DEB47650AB}" destId="{820D9A6D-D46E-477B-9B90-560086DCB62A}" srcOrd="0" destOrd="0" presId="urn:microsoft.com/office/officeart/2008/layout/HorizontalMultiLevelHierarchy"/>
    <dgm:cxn modelId="{2E349BE1-E5E1-420D-B5FA-9D76CDB6DC34}" type="presParOf" srcId="{CDEC46BF-BA45-4466-9D6C-BCB3F416C198}" destId="{459D45D1-D583-4008-925A-8F1B98849093}" srcOrd="3" destOrd="0" presId="urn:microsoft.com/office/officeart/2008/layout/HorizontalMultiLevelHierarchy"/>
    <dgm:cxn modelId="{F29C866A-8C1D-4307-B1C7-03FCD488068D}" type="presParOf" srcId="{459D45D1-D583-4008-925A-8F1B98849093}" destId="{93FAD7EF-85E1-423B-A532-48C5ABBA2AA8}" srcOrd="0" destOrd="0" presId="urn:microsoft.com/office/officeart/2008/layout/HorizontalMultiLevelHierarchy"/>
    <dgm:cxn modelId="{C7DBFA29-4D34-4569-BFF6-D3034C78E88F}" type="presParOf" srcId="{459D45D1-D583-4008-925A-8F1B98849093}" destId="{0D48926A-4F3A-414F-9263-996683D7BE2E}" srcOrd="1" destOrd="0" presId="urn:microsoft.com/office/officeart/2008/layout/HorizontalMultiLevelHierarchy"/>
    <dgm:cxn modelId="{C68BEAE5-55C9-4160-BD66-2BAC8A3F93F9}" type="presParOf" srcId="{CDEC46BF-BA45-4466-9D6C-BCB3F416C198}" destId="{5DA71C3D-A086-4A27-944C-5ED14ABBA24B}" srcOrd="4" destOrd="0" presId="urn:microsoft.com/office/officeart/2008/layout/HorizontalMultiLevelHierarchy"/>
    <dgm:cxn modelId="{863D2816-C0BE-45D7-B728-E884C1458C27}" type="presParOf" srcId="{5DA71C3D-A086-4A27-944C-5ED14ABBA24B}" destId="{0ADF4CA9-6322-4CF3-ACFB-631DE242E0F3}" srcOrd="0" destOrd="0" presId="urn:microsoft.com/office/officeart/2008/layout/HorizontalMultiLevelHierarchy"/>
    <dgm:cxn modelId="{7F10EF49-07EB-4C89-B526-E16ABE3EDB85}" type="presParOf" srcId="{CDEC46BF-BA45-4466-9D6C-BCB3F416C198}" destId="{4EBF572E-3F6F-4622-BF65-41AB4F53B0C3}" srcOrd="5" destOrd="0" presId="urn:microsoft.com/office/officeart/2008/layout/HorizontalMultiLevelHierarchy"/>
    <dgm:cxn modelId="{AD3CFC2E-25E8-4DE4-9D4B-844522B2156C}" type="presParOf" srcId="{4EBF572E-3F6F-4622-BF65-41AB4F53B0C3}" destId="{1FAFE5BE-A8CF-4CBF-AD33-ACD5086C34C9}" srcOrd="0" destOrd="0" presId="urn:microsoft.com/office/officeart/2008/layout/HorizontalMultiLevelHierarchy"/>
    <dgm:cxn modelId="{43CD4F07-0965-4CC7-A7F0-E2680ADCB4D7}" type="presParOf" srcId="{4EBF572E-3F6F-4622-BF65-41AB4F53B0C3}" destId="{48617B4E-6CB9-4B2B-A9F0-B149AF1A8EC4}" srcOrd="1" destOrd="0" presId="urn:microsoft.com/office/officeart/2008/layout/HorizontalMultiLevelHierarchy"/>
    <dgm:cxn modelId="{46F388E9-B4B3-483F-8D17-468C09CCC249}" type="presParOf" srcId="{CDEC46BF-BA45-4466-9D6C-BCB3F416C198}" destId="{9B9304A0-7235-4846-AD71-5D92C96BE6F5}" srcOrd="6" destOrd="0" presId="urn:microsoft.com/office/officeart/2008/layout/HorizontalMultiLevelHierarchy"/>
    <dgm:cxn modelId="{A112E2CC-C443-458E-ACDC-D8AA9956D9B9}" type="presParOf" srcId="{9B9304A0-7235-4846-AD71-5D92C96BE6F5}" destId="{9AA4662B-2BE2-4E25-83DC-CC80D3949430}" srcOrd="0" destOrd="0" presId="urn:microsoft.com/office/officeart/2008/layout/HorizontalMultiLevelHierarchy"/>
    <dgm:cxn modelId="{208AA372-F80E-4854-AB6C-4E32676FD8BC}" type="presParOf" srcId="{CDEC46BF-BA45-4466-9D6C-BCB3F416C198}" destId="{4B89B5F2-53BB-433A-A2B3-BDEDE2CD7A76}" srcOrd="7" destOrd="0" presId="urn:microsoft.com/office/officeart/2008/layout/HorizontalMultiLevelHierarchy"/>
    <dgm:cxn modelId="{BB9AFB83-F50E-4C96-860A-446A5D4FE776}" type="presParOf" srcId="{4B89B5F2-53BB-433A-A2B3-BDEDE2CD7A76}" destId="{E4BB62D3-AE76-4939-919C-59B91D254315}" srcOrd="0" destOrd="0" presId="urn:microsoft.com/office/officeart/2008/layout/HorizontalMultiLevelHierarchy"/>
    <dgm:cxn modelId="{B918A2C8-BB00-4F62-B681-2693E2799686}" type="presParOf" srcId="{4B89B5F2-53BB-433A-A2B3-BDEDE2CD7A76}" destId="{A77236C9-57A6-439C-A926-FE19E30881B8}" srcOrd="1" destOrd="0" presId="urn:microsoft.com/office/officeart/2008/layout/HorizontalMultiLevelHierarchy"/>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0FB24F8-DF95-4452-BDC5-FD2F902CFE43}">
      <dsp:nvSpPr>
        <dsp:cNvPr id="0" name=""/>
        <dsp:cNvSpPr/>
      </dsp:nvSpPr>
      <dsp:spPr>
        <a:xfrm>
          <a:off x="4724399" y="2015729"/>
          <a:ext cx="2435384" cy="845340"/>
        </a:xfrm>
        <a:custGeom>
          <a:avLst/>
          <a:gdLst/>
          <a:ahLst/>
          <a:cxnLst/>
          <a:rect l="0" t="0" r="0" b="0"/>
          <a:pathLst>
            <a:path>
              <a:moveTo>
                <a:pt x="0" y="0"/>
              </a:moveTo>
              <a:lnTo>
                <a:pt x="0" y="422670"/>
              </a:lnTo>
              <a:lnTo>
                <a:pt x="2435384" y="422670"/>
              </a:lnTo>
              <a:lnTo>
                <a:pt x="2435384" y="845340"/>
              </a:lnTo>
            </a:path>
          </a:pathLst>
        </a:custGeom>
        <a:noFill/>
        <a:ln w="19050" cap="rnd" cmpd="sng" algn="ctr">
          <a:solidFill>
            <a:schemeClr val="accent3">
              <a:shade val="60000"/>
              <a:hueOff val="0"/>
              <a:satOff val="0"/>
              <a:lumOff val="0"/>
              <a:alphaOff val="0"/>
            </a:schemeClr>
          </a:solidFill>
          <a:prstDash val="solid"/>
        </a:ln>
        <a:effectLst/>
        <a:scene3d>
          <a:camera prst="orthographicFront"/>
          <a:lightRig rig="flat" dir="t"/>
        </a:scene3d>
        <a:sp3d prstMaterial="matte"/>
      </dsp:spPr>
      <dsp:style>
        <a:lnRef idx="2">
          <a:scrgbClr r="0" g="0" b="0"/>
        </a:lnRef>
        <a:fillRef idx="0">
          <a:scrgbClr r="0" g="0" b="0"/>
        </a:fillRef>
        <a:effectRef idx="0">
          <a:scrgbClr r="0" g="0" b="0"/>
        </a:effectRef>
        <a:fontRef idx="minor"/>
      </dsp:style>
    </dsp:sp>
    <dsp:sp modelId="{7E3AA489-6A02-483E-A88F-97139495D413}">
      <dsp:nvSpPr>
        <dsp:cNvPr id="0" name=""/>
        <dsp:cNvSpPr/>
      </dsp:nvSpPr>
      <dsp:spPr>
        <a:xfrm>
          <a:off x="2289015" y="2015729"/>
          <a:ext cx="2435384" cy="845340"/>
        </a:xfrm>
        <a:custGeom>
          <a:avLst/>
          <a:gdLst/>
          <a:ahLst/>
          <a:cxnLst/>
          <a:rect l="0" t="0" r="0" b="0"/>
          <a:pathLst>
            <a:path>
              <a:moveTo>
                <a:pt x="2435384" y="0"/>
              </a:moveTo>
              <a:lnTo>
                <a:pt x="2435384" y="422670"/>
              </a:lnTo>
              <a:lnTo>
                <a:pt x="0" y="422670"/>
              </a:lnTo>
              <a:lnTo>
                <a:pt x="0" y="845340"/>
              </a:lnTo>
            </a:path>
          </a:pathLst>
        </a:custGeom>
        <a:noFill/>
        <a:ln w="19050" cap="rnd" cmpd="sng" algn="ctr">
          <a:solidFill>
            <a:schemeClr val="accent3">
              <a:shade val="60000"/>
              <a:hueOff val="0"/>
              <a:satOff val="0"/>
              <a:lumOff val="0"/>
              <a:alphaOff val="0"/>
            </a:schemeClr>
          </a:solidFill>
          <a:prstDash val="solid"/>
        </a:ln>
        <a:effectLst/>
        <a:scene3d>
          <a:camera prst="orthographicFront"/>
          <a:lightRig rig="flat" dir="t"/>
        </a:scene3d>
        <a:sp3d prstMaterial="matte"/>
      </dsp:spPr>
      <dsp:style>
        <a:lnRef idx="2">
          <a:scrgbClr r="0" g="0" b="0"/>
        </a:lnRef>
        <a:fillRef idx="0">
          <a:scrgbClr r="0" g="0" b="0"/>
        </a:fillRef>
        <a:effectRef idx="0">
          <a:scrgbClr r="0" g="0" b="0"/>
        </a:effectRef>
        <a:fontRef idx="minor"/>
      </dsp:style>
    </dsp:sp>
    <dsp:sp modelId="{12D9E906-B753-4F7A-A0BC-F0FB7D2EDE52}">
      <dsp:nvSpPr>
        <dsp:cNvPr id="0" name=""/>
        <dsp:cNvSpPr/>
      </dsp:nvSpPr>
      <dsp:spPr>
        <a:xfrm>
          <a:off x="2711685" y="3015"/>
          <a:ext cx="4025428" cy="2012714"/>
        </a:xfrm>
        <a:prstGeom prst="rect">
          <a:avLst/>
        </a:prstGeom>
        <a:gradFill rotWithShape="0">
          <a:gsLst>
            <a:gs pos="0">
              <a:schemeClr val="lt1">
                <a:hueOff val="0"/>
                <a:satOff val="0"/>
                <a:lumOff val="0"/>
                <a:alphaOff val="0"/>
                <a:tint val="96000"/>
                <a:lumMod val="100000"/>
              </a:schemeClr>
            </a:gs>
            <a:gs pos="78000">
              <a:schemeClr val="lt1">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30480" tIns="30480" rIns="30480" bIns="30480" numCol="1" spcCol="1270" anchor="ctr" anchorCtr="0">
          <a:noAutofit/>
        </a:bodyPr>
        <a:lstStyle/>
        <a:p>
          <a:pPr lvl="0" algn="ctr" defTabSz="2133600" rtl="0">
            <a:lnSpc>
              <a:spcPct val="90000"/>
            </a:lnSpc>
            <a:spcBef>
              <a:spcPct val="0"/>
            </a:spcBef>
            <a:spcAft>
              <a:spcPct val="35000"/>
            </a:spcAft>
          </a:pPr>
          <a:r>
            <a:rPr lang="en-US" sz="4800" kern="1200" dirty="0" smtClean="0"/>
            <a:t>Indian Independence Act 1947</a:t>
          </a:r>
          <a:endParaRPr lang="en-US" sz="4800" kern="1200" dirty="0"/>
        </a:p>
      </dsp:txBody>
      <dsp:txXfrm>
        <a:off x="2711685" y="3015"/>
        <a:ext cx="4025428" cy="2012714"/>
      </dsp:txXfrm>
    </dsp:sp>
    <dsp:sp modelId="{2CC6FE0D-704D-484F-AEB5-C63C519C1B52}">
      <dsp:nvSpPr>
        <dsp:cNvPr id="0" name=""/>
        <dsp:cNvSpPr/>
      </dsp:nvSpPr>
      <dsp:spPr>
        <a:xfrm>
          <a:off x="276301" y="2861070"/>
          <a:ext cx="4025428" cy="2012714"/>
        </a:xfrm>
        <a:prstGeom prst="rect">
          <a:avLst/>
        </a:prstGeom>
        <a:gradFill rotWithShape="0">
          <a:gsLst>
            <a:gs pos="0">
              <a:schemeClr val="lt1">
                <a:hueOff val="0"/>
                <a:satOff val="0"/>
                <a:lumOff val="0"/>
                <a:alphaOff val="0"/>
                <a:tint val="96000"/>
                <a:lumMod val="100000"/>
              </a:schemeClr>
            </a:gs>
            <a:gs pos="78000">
              <a:schemeClr val="lt1">
                <a:hueOff val="0"/>
                <a:satOff val="0"/>
                <a:lumOff val="0"/>
                <a:alphaOff val="0"/>
                <a:shade val="94000"/>
                <a:lumMod val="94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1">
          <a:scrgbClr r="0" g="0" b="0"/>
        </a:effectRef>
        <a:fontRef idx="minor">
          <a:schemeClr val="lt1"/>
        </a:fontRef>
      </dsp:style>
      <dsp:txBody>
        <a:bodyPr spcFirstLastPara="0" vert="horz" wrap="square" lIns="30480" tIns="30480" rIns="30480" bIns="30480" numCol="1" spcCol="1270" anchor="ctr" anchorCtr="0">
          <a:noAutofit/>
        </a:bodyPr>
        <a:lstStyle/>
        <a:p>
          <a:pPr lvl="0" algn="ctr" defTabSz="2133600" rtl="0">
            <a:lnSpc>
              <a:spcPct val="90000"/>
            </a:lnSpc>
            <a:spcBef>
              <a:spcPct val="0"/>
            </a:spcBef>
            <a:spcAft>
              <a:spcPct val="35000"/>
            </a:spcAft>
          </a:pPr>
          <a:r>
            <a:rPr lang="en-US" sz="4800" kern="1200" dirty="0" smtClean="0"/>
            <a:t>Indian Act 1935 </a:t>
          </a:r>
          <a:endParaRPr lang="en-US" sz="4800" kern="1200" dirty="0"/>
        </a:p>
      </dsp:txBody>
      <dsp:txXfrm>
        <a:off x="276301" y="2861070"/>
        <a:ext cx="4025428" cy="2012714"/>
      </dsp:txXfrm>
    </dsp:sp>
    <dsp:sp modelId="{BC181467-F0C1-4B43-A6C0-0B0C4DE500FF}">
      <dsp:nvSpPr>
        <dsp:cNvPr id="0" name=""/>
        <dsp:cNvSpPr/>
      </dsp:nvSpPr>
      <dsp:spPr>
        <a:xfrm>
          <a:off x="5147070" y="2861070"/>
          <a:ext cx="4025428" cy="2012714"/>
        </a:xfrm>
        <a:prstGeom prst="rect">
          <a:avLst/>
        </a:prstGeom>
        <a:gradFill rotWithShape="0">
          <a:gsLst>
            <a:gs pos="0">
              <a:schemeClr val="lt1">
                <a:hueOff val="0"/>
                <a:satOff val="0"/>
                <a:lumOff val="0"/>
                <a:alphaOff val="0"/>
                <a:tint val="96000"/>
                <a:lumMod val="100000"/>
              </a:schemeClr>
            </a:gs>
            <a:gs pos="78000">
              <a:schemeClr val="lt1">
                <a:hueOff val="0"/>
                <a:satOff val="0"/>
                <a:lumOff val="0"/>
                <a:alphaOff val="0"/>
                <a:shade val="94000"/>
                <a:lumMod val="94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1">
          <a:scrgbClr r="0" g="0" b="0"/>
        </a:effectRef>
        <a:fontRef idx="minor">
          <a:schemeClr val="lt1"/>
        </a:fontRef>
      </dsp:style>
      <dsp:txBody>
        <a:bodyPr spcFirstLastPara="0" vert="horz" wrap="square" lIns="30480" tIns="30480" rIns="30480" bIns="30480" numCol="1" spcCol="1270" anchor="ctr" anchorCtr="0">
          <a:noAutofit/>
        </a:bodyPr>
        <a:lstStyle/>
        <a:p>
          <a:pPr lvl="0" algn="ctr" defTabSz="2133600" rtl="0">
            <a:lnSpc>
              <a:spcPct val="90000"/>
            </a:lnSpc>
            <a:spcBef>
              <a:spcPct val="0"/>
            </a:spcBef>
            <a:spcAft>
              <a:spcPct val="35000"/>
            </a:spcAft>
          </a:pPr>
          <a:r>
            <a:rPr lang="en-US" sz="4800" kern="1200" dirty="0" smtClean="0"/>
            <a:t>Bifunctional Constituent Assembly  </a:t>
          </a:r>
          <a:endParaRPr lang="en-US" sz="4800" kern="1200" dirty="0"/>
        </a:p>
      </dsp:txBody>
      <dsp:txXfrm>
        <a:off x="5147070" y="2861070"/>
        <a:ext cx="4025428" cy="2012714"/>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9979928-EC68-43A0-8FA0-BA5A8F9F85F9}">
      <dsp:nvSpPr>
        <dsp:cNvPr id="0" name=""/>
        <dsp:cNvSpPr/>
      </dsp:nvSpPr>
      <dsp:spPr>
        <a:xfrm>
          <a:off x="3088" y="0"/>
          <a:ext cx="6318423" cy="1317008"/>
        </a:xfrm>
        <a:prstGeom prst="rect">
          <a:avLst/>
        </a:prstGeom>
        <a:solidFill>
          <a:schemeClr val="accent1">
            <a:hueOff val="0"/>
            <a:satOff val="0"/>
            <a:lumOff val="0"/>
            <a:alphaOff val="0"/>
          </a:schemeClr>
        </a:solidFill>
        <a:ln w="19050"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99136" tIns="113792" rIns="199136" bIns="113792" numCol="1" spcCol="1270" anchor="ctr" anchorCtr="0">
          <a:noAutofit/>
        </a:bodyPr>
        <a:lstStyle/>
        <a:p>
          <a:pPr lvl="0" algn="ctr" defTabSz="1244600" rtl="0">
            <a:lnSpc>
              <a:spcPct val="90000"/>
            </a:lnSpc>
            <a:spcBef>
              <a:spcPct val="0"/>
            </a:spcBef>
            <a:spcAft>
              <a:spcPct val="35000"/>
            </a:spcAft>
          </a:pPr>
          <a:r>
            <a:rPr lang="en-US" sz="2800" kern="1200" dirty="0" smtClean="0"/>
            <a:t>BACKGROUND: </a:t>
          </a:r>
          <a:r>
            <a:rPr lang="en-US" sz="4000" b="1" kern="1200" dirty="0" smtClean="0">
              <a:solidFill>
                <a:srgbClr val="FF0000"/>
              </a:solidFill>
            </a:rPr>
            <a:t>First</a:t>
          </a:r>
          <a:r>
            <a:rPr lang="en-US" sz="2800" kern="1200" dirty="0" smtClean="0"/>
            <a:t> Constitution of Pakistan </a:t>
          </a:r>
          <a:endParaRPr lang="en-US" sz="2800" kern="1200" dirty="0"/>
        </a:p>
      </dsp:txBody>
      <dsp:txXfrm>
        <a:off x="3088" y="0"/>
        <a:ext cx="6318423" cy="1317008"/>
      </dsp:txXfrm>
    </dsp:sp>
    <dsp:sp modelId="{8F12CCB7-2EB8-4B64-8BC1-0D315B7AD683}">
      <dsp:nvSpPr>
        <dsp:cNvPr id="0" name=""/>
        <dsp:cNvSpPr/>
      </dsp:nvSpPr>
      <dsp:spPr>
        <a:xfrm>
          <a:off x="3088" y="1317008"/>
          <a:ext cx="6318423" cy="0"/>
        </a:xfrm>
        <a:prstGeom prst="rect">
          <a:avLst/>
        </a:prstGeom>
        <a:solidFill>
          <a:schemeClr val="accent1">
            <a:alpha val="90000"/>
            <a:tint val="40000"/>
            <a:hueOff val="0"/>
            <a:satOff val="0"/>
            <a:lumOff val="0"/>
            <a:alphaOff val="0"/>
          </a:schemeClr>
        </a:solidFill>
        <a:ln w="19050" cap="rnd"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F7F011C-4504-451E-976F-C792E3D2C0A3}">
      <dsp:nvSpPr>
        <dsp:cNvPr id="0" name=""/>
        <dsp:cNvSpPr/>
      </dsp:nvSpPr>
      <dsp:spPr>
        <a:xfrm>
          <a:off x="0" y="14498"/>
          <a:ext cx="8991600" cy="1505790"/>
        </a:xfrm>
        <a:prstGeom prst="roundRect">
          <a:avLst/>
        </a:prstGeom>
        <a:gradFill rotWithShape="0">
          <a:gsLst>
            <a:gs pos="0">
              <a:schemeClr val="dk2">
                <a:hueOff val="0"/>
                <a:satOff val="0"/>
                <a:lumOff val="0"/>
                <a:alphaOff val="0"/>
                <a:tint val="65000"/>
                <a:lumMod val="110000"/>
              </a:schemeClr>
            </a:gs>
            <a:gs pos="88000">
              <a:schemeClr val="dk2">
                <a:hueOff val="0"/>
                <a:satOff val="0"/>
                <a:lumOff val="0"/>
                <a:alphaOff val="0"/>
                <a:tint val="90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48590" tIns="148590" rIns="148590" bIns="148590" numCol="1" spcCol="1270" anchor="ctr" anchorCtr="0">
          <a:noAutofit/>
        </a:bodyPr>
        <a:lstStyle/>
        <a:p>
          <a:pPr lvl="0" algn="ctr" defTabSz="1733550" rtl="0">
            <a:lnSpc>
              <a:spcPct val="90000"/>
            </a:lnSpc>
            <a:spcBef>
              <a:spcPct val="0"/>
            </a:spcBef>
            <a:spcAft>
              <a:spcPct val="35000"/>
            </a:spcAft>
          </a:pPr>
          <a:r>
            <a:rPr lang="en-US" sz="3900" kern="1200" dirty="0" smtClean="0"/>
            <a:t>Sources: Constitutions </a:t>
          </a:r>
          <a:br>
            <a:rPr lang="en-US" sz="3900" kern="1200" dirty="0" smtClean="0"/>
          </a:br>
          <a:r>
            <a:rPr lang="en-US" sz="3900" kern="1200" dirty="0" smtClean="0"/>
            <a:t>of Pakistan</a:t>
          </a:r>
          <a:endParaRPr lang="en-US" sz="3900" kern="1200" dirty="0"/>
        </a:p>
      </dsp:txBody>
      <dsp:txXfrm>
        <a:off x="73507" y="88005"/>
        <a:ext cx="8844586" cy="1358776"/>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4FF509F-E935-412E-92CA-0C6CBD08BADA}">
      <dsp:nvSpPr>
        <dsp:cNvPr id="0" name=""/>
        <dsp:cNvSpPr/>
      </dsp:nvSpPr>
      <dsp:spPr>
        <a:xfrm>
          <a:off x="2367874" y="2204899"/>
          <a:ext cx="1735847" cy="397666"/>
        </a:xfrm>
        <a:custGeom>
          <a:avLst/>
          <a:gdLst/>
          <a:ahLst/>
          <a:cxnLst/>
          <a:rect l="0" t="0" r="0" b="0"/>
          <a:pathLst>
            <a:path>
              <a:moveTo>
                <a:pt x="0" y="0"/>
              </a:moveTo>
              <a:lnTo>
                <a:pt x="0" y="200411"/>
              </a:lnTo>
              <a:lnTo>
                <a:pt x="1735847" y="200411"/>
              </a:lnTo>
              <a:lnTo>
                <a:pt x="1735847" y="397666"/>
              </a:lnTo>
            </a:path>
          </a:pathLst>
        </a:custGeom>
        <a:noFill/>
        <a:ln w="19050" cap="rnd"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82D6346E-B16B-4709-A78B-5856937964DE}">
      <dsp:nvSpPr>
        <dsp:cNvPr id="0" name=""/>
        <dsp:cNvSpPr/>
      </dsp:nvSpPr>
      <dsp:spPr>
        <a:xfrm>
          <a:off x="632026" y="2204899"/>
          <a:ext cx="1735847" cy="397666"/>
        </a:xfrm>
        <a:custGeom>
          <a:avLst/>
          <a:gdLst/>
          <a:ahLst/>
          <a:cxnLst/>
          <a:rect l="0" t="0" r="0" b="0"/>
          <a:pathLst>
            <a:path>
              <a:moveTo>
                <a:pt x="1735847" y="0"/>
              </a:moveTo>
              <a:lnTo>
                <a:pt x="1735847" y="200411"/>
              </a:lnTo>
              <a:lnTo>
                <a:pt x="0" y="200411"/>
              </a:lnTo>
              <a:lnTo>
                <a:pt x="0" y="397666"/>
              </a:lnTo>
            </a:path>
          </a:pathLst>
        </a:custGeom>
        <a:noFill/>
        <a:ln w="19050" cap="rnd"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7495F21E-FA55-433B-948F-7238F62FDA87}">
      <dsp:nvSpPr>
        <dsp:cNvPr id="0" name=""/>
        <dsp:cNvSpPr/>
      </dsp:nvSpPr>
      <dsp:spPr>
        <a:xfrm>
          <a:off x="1736656" y="942465"/>
          <a:ext cx="1262434" cy="1262434"/>
        </a:xfrm>
        <a:prstGeom prst="ellipse">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4D50ABDD-45A3-40D6-BB7B-3F1A5AB27BC3}">
      <dsp:nvSpPr>
        <dsp:cNvPr id="0" name=""/>
        <dsp:cNvSpPr/>
      </dsp:nvSpPr>
      <dsp:spPr>
        <a:xfrm>
          <a:off x="2999091" y="939308"/>
          <a:ext cx="1893651" cy="126243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2870" tIns="102870" rIns="102870" bIns="102870" numCol="1" spcCol="1270" anchor="ctr" anchorCtr="0">
          <a:noAutofit/>
        </a:bodyPr>
        <a:lstStyle/>
        <a:p>
          <a:pPr lvl="0" algn="l" defTabSz="1200150" rtl="0">
            <a:lnSpc>
              <a:spcPct val="90000"/>
            </a:lnSpc>
            <a:spcBef>
              <a:spcPct val="0"/>
            </a:spcBef>
            <a:spcAft>
              <a:spcPct val="35000"/>
            </a:spcAft>
          </a:pPr>
          <a:r>
            <a:rPr lang="en-US" sz="2700" kern="1200" dirty="0" smtClean="0"/>
            <a:t>Holy Quran</a:t>
          </a:r>
          <a:endParaRPr lang="en-US" sz="2700" kern="1200" dirty="0"/>
        </a:p>
      </dsp:txBody>
      <dsp:txXfrm>
        <a:off x="2999091" y="939308"/>
        <a:ext cx="1893651" cy="1262434"/>
      </dsp:txXfrm>
    </dsp:sp>
    <dsp:sp modelId="{5033160D-96E9-49C7-9DE4-FC507E8FD56E}">
      <dsp:nvSpPr>
        <dsp:cNvPr id="0" name=""/>
        <dsp:cNvSpPr/>
      </dsp:nvSpPr>
      <dsp:spPr>
        <a:xfrm>
          <a:off x="809" y="2602566"/>
          <a:ext cx="1262434" cy="1262434"/>
        </a:xfrm>
        <a:prstGeom prst="ellipse">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6DAD9281-B53A-488F-8106-0B3E56CF0DEB}">
      <dsp:nvSpPr>
        <dsp:cNvPr id="0" name=""/>
        <dsp:cNvSpPr/>
      </dsp:nvSpPr>
      <dsp:spPr>
        <a:xfrm>
          <a:off x="1263243" y="2599410"/>
          <a:ext cx="1893651" cy="126243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2870" tIns="102870" rIns="102870" bIns="102870" numCol="1" spcCol="1270" anchor="ctr" anchorCtr="0">
          <a:noAutofit/>
        </a:bodyPr>
        <a:lstStyle/>
        <a:p>
          <a:pPr lvl="0" algn="l" defTabSz="1200150" rtl="0">
            <a:lnSpc>
              <a:spcPct val="90000"/>
            </a:lnSpc>
            <a:spcBef>
              <a:spcPct val="0"/>
            </a:spcBef>
            <a:spcAft>
              <a:spcPct val="35000"/>
            </a:spcAft>
          </a:pPr>
          <a:r>
            <a:rPr lang="en-US" sz="2700" kern="1200" dirty="0" smtClean="0"/>
            <a:t>Sunnah</a:t>
          </a:r>
          <a:endParaRPr lang="en-US" sz="2700" kern="1200" dirty="0"/>
        </a:p>
      </dsp:txBody>
      <dsp:txXfrm>
        <a:off x="1263243" y="2599410"/>
        <a:ext cx="1893651" cy="1262434"/>
      </dsp:txXfrm>
    </dsp:sp>
    <dsp:sp modelId="{5FD02A4E-DBFB-45B3-AA8B-D29826B3B039}">
      <dsp:nvSpPr>
        <dsp:cNvPr id="0" name=""/>
        <dsp:cNvSpPr/>
      </dsp:nvSpPr>
      <dsp:spPr>
        <a:xfrm>
          <a:off x="3472504" y="2602566"/>
          <a:ext cx="1262434" cy="1262434"/>
        </a:xfrm>
        <a:prstGeom prst="ellipse">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355AD8B9-DE72-4149-A4DC-F253AB6AA16D}">
      <dsp:nvSpPr>
        <dsp:cNvPr id="0" name=""/>
        <dsp:cNvSpPr/>
      </dsp:nvSpPr>
      <dsp:spPr>
        <a:xfrm>
          <a:off x="4734938" y="2599410"/>
          <a:ext cx="1893651" cy="126243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2870" tIns="102870" rIns="102870" bIns="102870" numCol="1" spcCol="1270" anchor="ctr" anchorCtr="0">
          <a:noAutofit/>
        </a:bodyPr>
        <a:lstStyle/>
        <a:p>
          <a:pPr lvl="0" algn="l" defTabSz="1200150" rtl="0">
            <a:lnSpc>
              <a:spcPct val="90000"/>
            </a:lnSpc>
            <a:spcBef>
              <a:spcPct val="0"/>
            </a:spcBef>
            <a:spcAft>
              <a:spcPct val="35000"/>
            </a:spcAft>
          </a:pPr>
          <a:r>
            <a:rPr lang="en-US" sz="2700" kern="1200" dirty="0" smtClean="0"/>
            <a:t>Objectives Resolution</a:t>
          </a:r>
          <a:endParaRPr lang="en-US" sz="2700" kern="1200" dirty="0"/>
        </a:p>
      </dsp:txBody>
      <dsp:txXfrm>
        <a:off x="4734938" y="2599410"/>
        <a:ext cx="1893651" cy="1262434"/>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B9304A0-7235-4846-AD71-5D92C96BE6F5}">
      <dsp:nvSpPr>
        <dsp:cNvPr id="0" name=""/>
        <dsp:cNvSpPr/>
      </dsp:nvSpPr>
      <dsp:spPr>
        <a:xfrm>
          <a:off x="2308235" y="3238500"/>
          <a:ext cx="807293" cy="2307431"/>
        </a:xfrm>
        <a:custGeom>
          <a:avLst/>
          <a:gdLst/>
          <a:ahLst/>
          <a:cxnLst/>
          <a:rect l="0" t="0" r="0" b="0"/>
          <a:pathLst>
            <a:path>
              <a:moveTo>
                <a:pt x="0" y="0"/>
              </a:moveTo>
              <a:lnTo>
                <a:pt x="403646" y="0"/>
              </a:lnTo>
              <a:lnTo>
                <a:pt x="403646" y="2307431"/>
              </a:lnTo>
              <a:lnTo>
                <a:pt x="807293" y="2307431"/>
              </a:lnTo>
            </a:path>
          </a:pathLst>
        </a:custGeom>
        <a:noFill/>
        <a:ln w="19050" cap="rnd" cmpd="sng" algn="ctr">
          <a:solidFill>
            <a:schemeClr val="accent2">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400050">
            <a:lnSpc>
              <a:spcPct val="90000"/>
            </a:lnSpc>
            <a:spcBef>
              <a:spcPct val="0"/>
            </a:spcBef>
            <a:spcAft>
              <a:spcPct val="35000"/>
            </a:spcAft>
          </a:pPr>
          <a:endParaRPr lang="en-US" sz="900" kern="1200"/>
        </a:p>
      </dsp:txBody>
      <dsp:txXfrm>
        <a:off x="2650767" y="4331101"/>
        <a:ext cx="122228" cy="122228"/>
      </dsp:txXfrm>
    </dsp:sp>
    <dsp:sp modelId="{5DA71C3D-A086-4A27-944C-5ED14ABBA24B}">
      <dsp:nvSpPr>
        <dsp:cNvPr id="0" name=""/>
        <dsp:cNvSpPr/>
      </dsp:nvSpPr>
      <dsp:spPr>
        <a:xfrm>
          <a:off x="2308235" y="3238500"/>
          <a:ext cx="807293" cy="769143"/>
        </a:xfrm>
        <a:custGeom>
          <a:avLst/>
          <a:gdLst/>
          <a:ahLst/>
          <a:cxnLst/>
          <a:rect l="0" t="0" r="0" b="0"/>
          <a:pathLst>
            <a:path>
              <a:moveTo>
                <a:pt x="0" y="0"/>
              </a:moveTo>
              <a:lnTo>
                <a:pt x="403646" y="0"/>
              </a:lnTo>
              <a:lnTo>
                <a:pt x="403646" y="769143"/>
              </a:lnTo>
              <a:lnTo>
                <a:pt x="807293" y="769143"/>
              </a:lnTo>
            </a:path>
          </a:pathLst>
        </a:custGeom>
        <a:noFill/>
        <a:ln w="19050" cap="rnd" cmpd="sng" algn="ctr">
          <a:solidFill>
            <a:schemeClr val="accent2">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222250">
            <a:lnSpc>
              <a:spcPct val="90000"/>
            </a:lnSpc>
            <a:spcBef>
              <a:spcPct val="0"/>
            </a:spcBef>
            <a:spcAft>
              <a:spcPct val="35000"/>
            </a:spcAft>
          </a:pPr>
          <a:endParaRPr lang="en-US" sz="500" kern="1200"/>
        </a:p>
      </dsp:txBody>
      <dsp:txXfrm>
        <a:off x="2684005" y="3595195"/>
        <a:ext cx="55751" cy="55751"/>
      </dsp:txXfrm>
    </dsp:sp>
    <dsp:sp modelId="{4DDA3F46-53EB-4E68-B8B9-68DEB47650AB}">
      <dsp:nvSpPr>
        <dsp:cNvPr id="0" name=""/>
        <dsp:cNvSpPr/>
      </dsp:nvSpPr>
      <dsp:spPr>
        <a:xfrm>
          <a:off x="2308235" y="2469356"/>
          <a:ext cx="807293" cy="769143"/>
        </a:xfrm>
        <a:custGeom>
          <a:avLst/>
          <a:gdLst/>
          <a:ahLst/>
          <a:cxnLst/>
          <a:rect l="0" t="0" r="0" b="0"/>
          <a:pathLst>
            <a:path>
              <a:moveTo>
                <a:pt x="0" y="769143"/>
              </a:moveTo>
              <a:lnTo>
                <a:pt x="403646" y="769143"/>
              </a:lnTo>
              <a:lnTo>
                <a:pt x="403646" y="0"/>
              </a:lnTo>
              <a:lnTo>
                <a:pt x="807293" y="0"/>
              </a:lnTo>
            </a:path>
          </a:pathLst>
        </a:custGeom>
        <a:noFill/>
        <a:ln w="19050" cap="rnd" cmpd="sng" algn="ctr">
          <a:solidFill>
            <a:schemeClr val="accent2">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222250">
            <a:lnSpc>
              <a:spcPct val="90000"/>
            </a:lnSpc>
            <a:spcBef>
              <a:spcPct val="0"/>
            </a:spcBef>
            <a:spcAft>
              <a:spcPct val="35000"/>
            </a:spcAft>
          </a:pPr>
          <a:endParaRPr lang="en-US" sz="500" kern="1200"/>
        </a:p>
      </dsp:txBody>
      <dsp:txXfrm>
        <a:off x="2684005" y="2826052"/>
        <a:ext cx="55751" cy="55751"/>
      </dsp:txXfrm>
    </dsp:sp>
    <dsp:sp modelId="{3EACCDB6-D1F2-4CB0-BB0E-ED7422DFE8BC}">
      <dsp:nvSpPr>
        <dsp:cNvPr id="0" name=""/>
        <dsp:cNvSpPr/>
      </dsp:nvSpPr>
      <dsp:spPr>
        <a:xfrm>
          <a:off x="2308235" y="931068"/>
          <a:ext cx="807293" cy="2307431"/>
        </a:xfrm>
        <a:custGeom>
          <a:avLst/>
          <a:gdLst/>
          <a:ahLst/>
          <a:cxnLst/>
          <a:rect l="0" t="0" r="0" b="0"/>
          <a:pathLst>
            <a:path>
              <a:moveTo>
                <a:pt x="0" y="2307431"/>
              </a:moveTo>
              <a:lnTo>
                <a:pt x="403646" y="2307431"/>
              </a:lnTo>
              <a:lnTo>
                <a:pt x="403646" y="0"/>
              </a:lnTo>
              <a:lnTo>
                <a:pt x="807293" y="0"/>
              </a:lnTo>
            </a:path>
          </a:pathLst>
        </a:custGeom>
        <a:noFill/>
        <a:ln w="19050" cap="rnd" cmpd="sng" algn="ctr">
          <a:solidFill>
            <a:schemeClr val="accent2">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400050">
            <a:lnSpc>
              <a:spcPct val="90000"/>
            </a:lnSpc>
            <a:spcBef>
              <a:spcPct val="0"/>
            </a:spcBef>
            <a:spcAft>
              <a:spcPct val="35000"/>
            </a:spcAft>
          </a:pPr>
          <a:endParaRPr lang="en-US" sz="900" kern="1200"/>
        </a:p>
      </dsp:txBody>
      <dsp:txXfrm>
        <a:off x="2650767" y="2023669"/>
        <a:ext cx="122228" cy="122228"/>
      </dsp:txXfrm>
    </dsp:sp>
    <dsp:sp modelId="{038FFABE-8797-425E-A287-5A5A77A1252B}">
      <dsp:nvSpPr>
        <dsp:cNvPr id="0" name=""/>
        <dsp:cNvSpPr/>
      </dsp:nvSpPr>
      <dsp:spPr>
        <a:xfrm rot="16200000">
          <a:off x="-1545579" y="2623184"/>
          <a:ext cx="6477000" cy="1230630"/>
        </a:xfrm>
        <a:prstGeom prst="rect">
          <a:avLst/>
        </a:prstGeom>
        <a:solidFill>
          <a:schemeClr val="lt1">
            <a:hueOff val="0"/>
            <a:satOff val="0"/>
            <a:lumOff val="0"/>
            <a:alphaOff val="0"/>
          </a:schemeClr>
        </a:solidFill>
        <a:ln w="19050" cap="rnd" cmpd="sng" algn="ctr">
          <a:solidFill>
            <a:schemeClr val="accent2">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7940" tIns="27940" rIns="27940" bIns="27940" numCol="1" spcCol="1270" anchor="ctr" anchorCtr="0">
          <a:noAutofit/>
        </a:bodyPr>
        <a:lstStyle/>
        <a:p>
          <a:pPr lvl="0" algn="ctr" defTabSz="1955800" rtl="0">
            <a:lnSpc>
              <a:spcPct val="90000"/>
            </a:lnSpc>
            <a:spcBef>
              <a:spcPct val="0"/>
            </a:spcBef>
            <a:spcAft>
              <a:spcPct val="35000"/>
            </a:spcAft>
          </a:pPr>
          <a:r>
            <a:rPr lang="en-US" sz="4400" kern="1200" smtClean="0"/>
            <a:t>Challenges before Constituent Assembly </a:t>
          </a:r>
          <a:endParaRPr lang="en-US" sz="4400" kern="1200"/>
        </a:p>
      </dsp:txBody>
      <dsp:txXfrm>
        <a:off x="-1545579" y="2623184"/>
        <a:ext cx="6477000" cy="1230630"/>
      </dsp:txXfrm>
    </dsp:sp>
    <dsp:sp modelId="{2AE2DF21-0173-40A1-A90C-907DFAC21F47}">
      <dsp:nvSpPr>
        <dsp:cNvPr id="0" name=""/>
        <dsp:cNvSpPr/>
      </dsp:nvSpPr>
      <dsp:spPr>
        <a:xfrm>
          <a:off x="3115528" y="315753"/>
          <a:ext cx="4036466" cy="1230630"/>
        </a:xfrm>
        <a:prstGeom prst="rect">
          <a:avLst/>
        </a:prstGeom>
        <a:solidFill>
          <a:schemeClr val="lt1">
            <a:hueOff val="0"/>
            <a:satOff val="0"/>
            <a:lumOff val="0"/>
            <a:alphaOff val="0"/>
          </a:schemeClr>
        </a:solidFill>
        <a:ln w="19050" cap="rnd" cmpd="sng" algn="ctr">
          <a:solidFill>
            <a:schemeClr val="accent2">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8415" tIns="18415" rIns="18415" bIns="18415" numCol="1" spcCol="1270" anchor="ctr" anchorCtr="0">
          <a:noAutofit/>
        </a:bodyPr>
        <a:lstStyle/>
        <a:p>
          <a:pPr lvl="0" algn="ctr" defTabSz="1289050" rtl="0">
            <a:lnSpc>
              <a:spcPct val="90000"/>
            </a:lnSpc>
            <a:spcBef>
              <a:spcPct val="0"/>
            </a:spcBef>
            <a:spcAft>
              <a:spcPct val="35000"/>
            </a:spcAft>
          </a:pPr>
          <a:r>
            <a:rPr lang="en-US" sz="2900" kern="1200" dirty="0" smtClean="0"/>
            <a:t>Character of Constitution (</a:t>
          </a:r>
          <a:r>
            <a:rPr lang="en-US" sz="2900" kern="1200" dirty="0" smtClean="0">
              <a:solidFill>
                <a:srgbClr val="FF0000"/>
              </a:solidFill>
            </a:rPr>
            <a:t>Western</a:t>
          </a:r>
          <a:r>
            <a:rPr lang="en-US" sz="2900" kern="1200" dirty="0" smtClean="0"/>
            <a:t> or Islamic)</a:t>
          </a:r>
          <a:endParaRPr lang="en-US" sz="2900" kern="1200" dirty="0"/>
        </a:p>
      </dsp:txBody>
      <dsp:txXfrm>
        <a:off x="3115528" y="315753"/>
        <a:ext cx="4036466" cy="1230630"/>
      </dsp:txXfrm>
    </dsp:sp>
    <dsp:sp modelId="{93FAD7EF-85E1-423B-A532-48C5ABBA2AA8}">
      <dsp:nvSpPr>
        <dsp:cNvPr id="0" name=""/>
        <dsp:cNvSpPr/>
      </dsp:nvSpPr>
      <dsp:spPr>
        <a:xfrm>
          <a:off x="3115528" y="1854041"/>
          <a:ext cx="4036466" cy="1230630"/>
        </a:xfrm>
        <a:prstGeom prst="rect">
          <a:avLst/>
        </a:prstGeom>
        <a:solidFill>
          <a:schemeClr val="lt1">
            <a:hueOff val="0"/>
            <a:satOff val="0"/>
            <a:lumOff val="0"/>
            <a:alphaOff val="0"/>
          </a:schemeClr>
        </a:solidFill>
        <a:ln w="19050" cap="rnd" cmpd="sng" algn="ctr">
          <a:solidFill>
            <a:schemeClr val="accent2">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8415" tIns="18415" rIns="18415" bIns="18415" numCol="1" spcCol="1270" anchor="ctr" anchorCtr="0">
          <a:noAutofit/>
        </a:bodyPr>
        <a:lstStyle/>
        <a:p>
          <a:pPr lvl="0" algn="ctr" defTabSz="1289050" rtl="0">
            <a:lnSpc>
              <a:spcPct val="90000"/>
            </a:lnSpc>
            <a:spcBef>
              <a:spcPct val="0"/>
            </a:spcBef>
            <a:spcAft>
              <a:spcPct val="35000"/>
            </a:spcAft>
          </a:pPr>
          <a:r>
            <a:rPr lang="en-US" sz="2900" kern="1200" dirty="0" smtClean="0"/>
            <a:t>Distribution (</a:t>
          </a:r>
          <a:r>
            <a:rPr lang="en-US" sz="2900" kern="1200" dirty="0" smtClean="0">
              <a:solidFill>
                <a:srgbClr val="FF0000"/>
              </a:solidFill>
            </a:rPr>
            <a:t>Geographic</a:t>
          </a:r>
          <a:r>
            <a:rPr lang="en-US" sz="2900" kern="1200" dirty="0" smtClean="0"/>
            <a:t> &amp; Representation)</a:t>
          </a:r>
          <a:endParaRPr lang="en-US" sz="2900" kern="1200" dirty="0"/>
        </a:p>
      </dsp:txBody>
      <dsp:txXfrm>
        <a:off x="3115528" y="1854041"/>
        <a:ext cx="4036466" cy="1230630"/>
      </dsp:txXfrm>
    </dsp:sp>
    <dsp:sp modelId="{1FAFE5BE-A8CF-4CBF-AD33-ACD5086C34C9}">
      <dsp:nvSpPr>
        <dsp:cNvPr id="0" name=""/>
        <dsp:cNvSpPr/>
      </dsp:nvSpPr>
      <dsp:spPr>
        <a:xfrm>
          <a:off x="3115528" y="3392328"/>
          <a:ext cx="4036466" cy="1230630"/>
        </a:xfrm>
        <a:prstGeom prst="rect">
          <a:avLst/>
        </a:prstGeom>
        <a:solidFill>
          <a:schemeClr val="lt1">
            <a:hueOff val="0"/>
            <a:satOff val="0"/>
            <a:lumOff val="0"/>
            <a:alphaOff val="0"/>
          </a:schemeClr>
        </a:solidFill>
        <a:ln w="19050" cap="rnd" cmpd="sng" algn="ctr">
          <a:solidFill>
            <a:schemeClr val="accent2">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8415" tIns="18415" rIns="18415" bIns="18415" numCol="1" spcCol="1270" anchor="ctr" anchorCtr="0">
          <a:noAutofit/>
        </a:bodyPr>
        <a:lstStyle/>
        <a:p>
          <a:pPr lvl="0" algn="ctr" defTabSz="1289050" rtl="0">
            <a:lnSpc>
              <a:spcPct val="90000"/>
            </a:lnSpc>
            <a:spcBef>
              <a:spcPct val="0"/>
            </a:spcBef>
            <a:spcAft>
              <a:spcPct val="35000"/>
            </a:spcAft>
          </a:pPr>
          <a:r>
            <a:rPr lang="en-US" sz="2900" kern="1200" dirty="0" smtClean="0"/>
            <a:t>Language Controversy (Urdu or </a:t>
          </a:r>
          <a:r>
            <a:rPr lang="en-US" sz="2900" kern="1200" dirty="0" smtClean="0">
              <a:solidFill>
                <a:srgbClr val="FF0000"/>
              </a:solidFill>
            </a:rPr>
            <a:t>Bengali</a:t>
          </a:r>
          <a:r>
            <a:rPr lang="en-US" sz="2900" kern="1200" dirty="0" smtClean="0"/>
            <a:t>)</a:t>
          </a:r>
          <a:endParaRPr lang="en-US" sz="2900" kern="1200" dirty="0"/>
        </a:p>
      </dsp:txBody>
      <dsp:txXfrm>
        <a:off x="3115528" y="3392328"/>
        <a:ext cx="4036466" cy="1230630"/>
      </dsp:txXfrm>
    </dsp:sp>
    <dsp:sp modelId="{E4BB62D3-AE76-4939-919C-59B91D254315}">
      <dsp:nvSpPr>
        <dsp:cNvPr id="0" name=""/>
        <dsp:cNvSpPr/>
      </dsp:nvSpPr>
      <dsp:spPr>
        <a:xfrm>
          <a:off x="3115528" y="4930616"/>
          <a:ext cx="4036466" cy="1230630"/>
        </a:xfrm>
        <a:prstGeom prst="rect">
          <a:avLst/>
        </a:prstGeom>
        <a:solidFill>
          <a:schemeClr val="lt1">
            <a:hueOff val="0"/>
            <a:satOff val="0"/>
            <a:lumOff val="0"/>
            <a:alphaOff val="0"/>
          </a:schemeClr>
        </a:solidFill>
        <a:ln w="19050" cap="rnd" cmpd="sng" algn="ctr">
          <a:solidFill>
            <a:schemeClr val="accent2">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8415" tIns="18415" rIns="18415" bIns="18415" numCol="1" spcCol="1270" anchor="ctr" anchorCtr="0">
          <a:noAutofit/>
        </a:bodyPr>
        <a:lstStyle/>
        <a:p>
          <a:pPr lvl="0" algn="ctr" defTabSz="1289050" rtl="0">
            <a:lnSpc>
              <a:spcPct val="90000"/>
            </a:lnSpc>
            <a:spcBef>
              <a:spcPct val="0"/>
            </a:spcBef>
            <a:spcAft>
              <a:spcPct val="35000"/>
            </a:spcAft>
          </a:pPr>
          <a:r>
            <a:rPr lang="en-US" sz="2900" kern="1200" dirty="0" smtClean="0"/>
            <a:t>Form of Govt. (</a:t>
          </a:r>
          <a:r>
            <a:rPr lang="en-US" sz="2900" kern="1200" dirty="0" smtClean="0">
              <a:solidFill>
                <a:srgbClr val="FF0000"/>
              </a:solidFill>
            </a:rPr>
            <a:t>Presidential</a:t>
          </a:r>
          <a:r>
            <a:rPr lang="en-US" sz="2900" kern="1200" dirty="0" smtClean="0"/>
            <a:t> or Parliamentary)</a:t>
          </a:r>
          <a:endParaRPr lang="en-US" sz="2900" kern="1200" dirty="0"/>
        </a:p>
      </dsp:txBody>
      <dsp:txXfrm>
        <a:off x="3115528" y="4930616"/>
        <a:ext cx="4036466" cy="1230630"/>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B9304A0-7235-4846-AD71-5D92C96BE6F5}">
      <dsp:nvSpPr>
        <dsp:cNvPr id="0" name=""/>
        <dsp:cNvSpPr/>
      </dsp:nvSpPr>
      <dsp:spPr>
        <a:xfrm>
          <a:off x="2308235" y="3238500"/>
          <a:ext cx="807293" cy="2307431"/>
        </a:xfrm>
        <a:custGeom>
          <a:avLst/>
          <a:gdLst/>
          <a:ahLst/>
          <a:cxnLst/>
          <a:rect l="0" t="0" r="0" b="0"/>
          <a:pathLst>
            <a:path>
              <a:moveTo>
                <a:pt x="0" y="0"/>
              </a:moveTo>
              <a:lnTo>
                <a:pt x="403646" y="0"/>
              </a:lnTo>
              <a:lnTo>
                <a:pt x="403646" y="2307431"/>
              </a:lnTo>
              <a:lnTo>
                <a:pt x="807293" y="2307431"/>
              </a:lnTo>
            </a:path>
          </a:pathLst>
        </a:custGeom>
        <a:noFill/>
        <a:ln w="19050" cap="rnd" cmpd="sng" algn="ctr">
          <a:solidFill>
            <a:schemeClr val="accent2">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400050">
            <a:lnSpc>
              <a:spcPct val="90000"/>
            </a:lnSpc>
            <a:spcBef>
              <a:spcPct val="0"/>
            </a:spcBef>
            <a:spcAft>
              <a:spcPct val="35000"/>
            </a:spcAft>
          </a:pPr>
          <a:endParaRPr lang="en-US" sz="900" kern="1200"/>
        </a:p>
      </dsp:txBody>
      <dsp:txXfrm>
        <a:off x="2650767" y="4331101"/>
        <a:ext cx="122228" cy="122228"/>
      </dsp:txXfrm>
    </dsp:sp>
    <dsp:sp modelId="{5DA71C3D-A086-4A27-944C-5ED14ABBA24B}">
      <dsp:nvSpPr>
        <dsp:cNvPr id="0" name=""/>
        <dsp:cNvSpPr/>
      </dsp:nvSpPr>
      <dsp:spPr>
        <a:xfrm>
          <a:off x="2308235" y="3238500"/>
          <a:ext cx="807293" cy="769143"/>
        </a:xfrm>
        <a:custGeom>
          <a:avLst/>
          <a:gdLst/>
          <a:ahLst/>
          <a:cxnLst/>
          <a:rect l="0" t="0" r="0" b="0"/>
          <a:pathLst>
            <a:path>
              <a:moveTo>
                <a:pt x="0" y="0"/>
              </a:moveTo>
              <a:lnTo>
                <a:pt x="403646" y="0"/>
              </a:lnTo>
              <a:lnTo>
                <a:pt x="403646" y="769143"/>
              </a:lnTo>
              <a:lnTo>
                <a:pt x="807293" y="769143"/>
              </a:lnTo>
            </a:path>
          </a:pathLst>
        </a:custGeom>
        <a:noFill/>
        <a:ln w="19050" cap="rnd" cmpd="sng" algn="ctr">
          <a:solidFill>
            <a:schemeClr val="accent2">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222250">
            <a:lnSpc>
              <a:spcPct val="90000"/>
            </a:lnSpc>
            <a:spcBef>
              <a:spcPct val="0"/>
            </a:spcBef>
            <a:spcAft>
              <a:spcPct val="35000"/>
            </a:spcAft>
          </a:pPr>
          <a:endParaRPr lang="en-US" sz="500" kern="1200"/>
        </a:p>
      </dsp:txBody>
      <dsp:txXfrm>
        <a:off x="2684005" y="3595195"/>
        <a:ext cx="55751" cy="55751"/>
      </dsp:txXfrm>
    </dsp:sp>
    <dsp:sp modelId="{4DDA3F46-53EB-4E68-B8B9-68DEB47650AB}">
      <dsp:nvSpPr>
        <dsp:cNvPr id="0" name=""/>
        <dsp:cNvSpPr/>
      </dsp:nvSpPr>
      <dsp:spPr>
        <a:xfrm>
          <a:off x="2308235" y="2469356"/>
          <a:ext cx="807293" cy="769143"/>
        </a:xfrm>
        <a:custGeom>
          <a:avLst/>
          <a:gdLst/>
          <a:ahLst/>
          <a:cxnLst/>
          <a:rect l="0" t="0" r="0" b="0"/>
          <a:pathLst>
            <a:path>
              <a:moveTo>
                <a:pt x="0" y="769143"/>
              </a:moveTo>
              <a:lnTo>
                <a:pt x="403646" y="769143"/>
              </a:lnTo>
              <a:lnTo>
                <a:pt x="403646" y="0"/>
              </a:lnTo>
              <a:lnTo>
                <a:pt x="807293" y="0"/>
              </a:lnTo>
            </a:path>
          </a:pathLst>
        </a:custGeom>
        <a:noFill/>
        <a:ln w="19050" cap="rnd" cmpd="sng" algn="ctr">
          <a:solidFill>
            <a:schemeClr val="accent2">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222250">
            <a:lnSpc>
              <a:spcPct val="90000"/>
            </a:lnSpc>
            <a:spcBef>
              <a:spcPct val="0"/>
            </a:spcBef>
            <a:spcAft>
              <a:spcPct val="35000"/>
            </a:spcAft>
          </a:pPr>
          <a:endParaRPr lang="en-US" sz="500" kern="1200"/>
        </a:p>
      </dsp:txBody>
      <dsp:txXfrm>
        <a:off x="2684005" y="2826052"/>
        <a:ext cx="55751" cy="55751"/>
      </dsp:txXfrm>
    </dsp:sp>
    <dsp:sp modelId="{3EACCDB6-D1F2-4CB0-BB0E-ED7422DFE8BC}">
      <dsp:nvSpPr>
        <dsp:cNvPr id="0" name=""/>
        <dsp:cNvSpPr/>
      </dsp:nvSpPr>
      <dsp:spPr>
        <a:xfrm>
          <a:off x="2308235" y="931068"/>
          <a:ext cx="807293" cy="2307431"/>
        </a:xfrm>
        <a:custGeom>
          <a:avLst/>
          <a:gdLst/>
          <a:ahLst/>
          <a:cxnLst/>
          <a:rect l="0" t="0" r="0" b="0"/>
          <a:pathLst>
            <a:path>
              <a:moveTo>
                <a:pt x="0" y="2307431"/>
              </a:moveTo>
              <a:lnTo>
                <a:pt x="403646" y="2307431"/>
              </a:lnTo>
              <a:lnTo>
                <a:pt x="403646" y="0"/>
              </a:lnTo>
              <a:lnTo>
                <a:pt x="807293" y="0"/>
              </a:lnTo>
            </a:path>
          </a:pathLst>
        </a:custGeom>
        <a:noFill/>
        <a:ln w="19050" cap="rnd" cmpd="sng" algn="ctr">
          <a:solidFill>
            <a:schemeClr val="accent2">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400050">
            <a:lnSpc>
              <a:spcPct val="90000"/>
            </a:lnSpc>
            <a:spcBef>
              <a:spcPct val="0"/>
            </a:spcBef>
            <a:spcAft>
              <a:spcPct val="35000"/>
            </a:spcAft>
          </a:pPr>
          <a:endParaRPr lang="en-US" sz="900" kern="1200"/>
        </a:p>
      </dsp:txBody>
      <dsp:txXfrm>
        <a:off x="2650767" y="2023669"/>
        <a:ext cx="122228" cy="122228"/>
      </dsp:txXfrm>
    </dsp:sp>
    <dsp:sp modelId="{038FFABE-8797-425E-A287-5A5A77A1252B}">
      <dsp:nvSpPr>
        <dsp:cNvPr id="0" name=""/>
        <dsp:cNvSpPr/>
      </dsp:nvSpPr>
      <dsp:spPr>
        <a:xfrm rot="16200000">
          <a:off x="-1545579" y="2623184"/>
          <a:ext cx="6477000" cy="1230630"/>
        </a:xfrm>
        <a:prstGeom prst="rect">
          <a:avLst/>
        </a:prstGeom>
        <a:solidFill>
          <a:schemeClr val="lt1">
            <a:hueOff val="0"/>
            <a:satOff val="0"/>
            <a:lumOff val="0"/>
            <a:alphaOff val="0"/>
          </a:schemeClr>
        </a:solidFill>
        <a:ln w="19050" cap="rnd" cmpd="sng" algn="ctr">
          <a:solidFill>
            <a:schemeClr val="accent2">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7940" tIns="27940" rIns="27940" bIns="27940" numCol="1" spcCol="1270" anchor="ctr" anchorCtr="0">
          <a:noAutofit/>
        </a:bodyPr>
        <a:lstStyle/>
        <a:p>
          <a:pPr lvl="0" algn="ctr" defTabSz="1955800" rtl="0">
            <a:lnSpc>
              <a:spcPct val="90000"/>
            </a:lnSpc>
            <a:spcBef>
              <a:spcPct val="0"/>
            </a:spcBef>
            <a:spcAft>
              <a:spcPct val="35000"/>
            </a:spcAft>
          </a:pPr>
          <a:r>
            <a:rPr lang="en-US" sz="4400" kern="1200" smtClean="0"/>
            <a:t>Challenges before Constituent Assembly </a:t>
          </a:r>
          <a:endParaRPr lang="en-US" sz="4400" kern="1200"/>
        </a:p>
      </dsp:txBody>
      <dsp:txXfrm>
        <a:off x="-1545579" y="2623184"/>
        <a:ext cx="6477000" cy="1230630"/>
      </dsp:txXfrm>
    </dsp:sp>
    <dsp:sp modelId="{2AE2DF21-0173-40A1-A90C-907DFAC21F47}">
      <dsp:nvSpPr>
        <dsp:cNvPr id="0" name=""/>
        <dsp:cNvSpPr/>
      </dsp:nvSpPr>
      <dsp:spPr>
        <a:xfrm>
          <a:off x="3115528" y="315753"/>
          <a:ext cx="4036466" cy="1230630"/>
        </a:xfrm>
        <a:prstGeom prst="rect">
          <a:avLst/>
        </a:prstGeom>
        <a:solidFill>
          <a:schemeClr val="lt1">
            <a:hueOff val="0"/>
            <a:satOff val="0"/>
            <a:lumOff val="0"/>
            <a:alphaOff val="0"/>
          </a:schemeClr>
        </a:solidFill>
        <a:ln w="19050" cap="rnd" cmpd="sng" algn="ctr">
          <a:solidFill>
            <a:schemeClr val="accent2">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8415" tIns="18415" rIns="18415" bIns="18415" numCol="1" spcCol="1270" anchor="ctr" anchorCtr="0">
          <a:noAutofit/>
        </a:bodyPr>
        <a:lstStyle/>
        <a:p>
          <a:pPr lvl="0" algn="ctr" defTabSz="1289050" rtl="0">
            <a:lnSpc>
              <a:spcPct val="90000"/>
            </a:lnSpc>
            <a:spcBef>
              <a:spcPct val="0"/>
            </a:spcBef>
            <a:spcAft>
              <a:spcPct val="35000"/>
            </a:spcAft>
          </a:pPr>
          <a:r>
            <a:rPr lang="en-US" sz="2900" kern="1200" dirty="0" smtClean="0"/>
            <a:t>Character of Constitution (</a:t>
          </a:r>
          <a:r>
            <a:rPr lang="en-US" sz="2900" kern="1200" dirty="0" smtClean="0">
              <a:solidFill>
                <a:srgbClr val="FF0000"/>
              </a:solidFill>
            </a:rPr>
            <a:t>Western</a:t>
          </a:r>
          <a:r>
            <a:rPr lang="en-US" sz="2900" kern="1200" dirty="0" smtClean="0"/>
            <a:t> or Islamic)</a:t>
          </a:r>
          <a:endParaRPr lang="en-US" sz="2900" kern="1200" dirty="0"/>
        </a:p>
      </dsp:txBody>
      <dsp:txXfrm>
        <a:off x="3115528" y="315753"/>
        <a:ext cx="4036466" cy="1230630"/>
      </dsp:txXfrm>
    </dsp:sp>
    <dsp:sp modelId="{93FAD7EF-85E1-423B-A532-48C5ABBA2AA8}">
      <dsp:nvSpPr>
        <dsp:cNvPr id="0" name=""/>
        <dsp:cNvSpPr/>
      </dsp:nvSpPr>
      <dsp:spPr>
        <a:xfrm>
          <a:off x="3115528" y="1854041"/>
          <a:ext cx="4036466" cy="1230630"/>
        </a:xfrm>
        <a:prstGeom prst="rect">
          <a:avLst/>
        </a:prstGeom>
        <a:solidFill>
          <a:schemeClr val="lt1">
            <a:hueOff val="0"/>
            <a:satOff val="0"/>
            <a:lumOff val="0"/>
            <a:alphaOff val="0"/>
          </a:schemeClr>
        </a:solidFill>
        <a:ln w="19050" cap="rnd" cmpd="sng" algn="ctr">
          <a:solidFill>
            <a:schemeClr val="accent2">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8415" tIns="18415" rIns="18415" bIns="18415" numCol="1" spcCol="1270" anchor="ctr" anchorCtr="0">
          <a:noAutofit/>
        </a:bodyPr>
        <a:lstStyle/>
        <a:p>
          <a:pPr lvl="0" algn="ctr" defTabSz="1289050" rtl="0">
            <a:lnSpc>
              <a:spcPct val="90000"/>
            </a:lnSpc>
            <a:spcBef>
              <a:spcPct val="0"/>
            </a:spcBef>
            <a:spcAft>
              <a:spcPct val="35000"/>
            </a:spcAft>
          </a:pPr>
          <a:r>
            <a:rPr lang="en-US" sz="2900" kern="1200" dirty="0" smtClean="0"/>
            <a:t>Distribution (</a:t>
          </a:r>
          <a:r>
            <a:rPr lang="en-US" sz="2900" kern="1200" dirty="0" smtClean="0">
              <a:solidFill>
                <a:srgbClr val="FF0000"/>
              </a:solidFill>
            </a:rPr>
            <a:t>Geographic</a:t>
          </a:r>
          <a:r>
            <a:rPr lang="en-US" sz="2900" kern="1200" dirty="0" smtClean="0"/>
            <a:t> &amp; Representation)</a:t>
          </a:r>
          <a:endParaRPr lang="en-US" sz="2900" kern="1200" dirty="0"/>
        </a:p>
      </dsp:txBody>
      <dsp:txXfrm>
        <a:off x="3115528" y="1854041"/>
        <a:ext cx="4036466" cy="1230630"/>
      </dsp:txXfrm>
    </dsp:sp>
    <dsp:sp modelId="{1FAFE5BE-A8CF-4CBF-AD33-ACD5086C34C9}">
      <dsp:nvSpPr>
        <dsp:cNvPr id="0" name=""/>
        <dsp:cNvSpPr/>
      </dsp:nvSpPr>
      <dsp:spPr>
        <a:xfrm>
          <a:off x="3115528" y="3392328"/>
          <a:ext cx="4036466" cy="1230630"/>
        </a:xfrm>
        <a:prstGeom prst="rect">
          <a:avLst/>
        </a:prstGeom>
        <a:solidFill>
          <a:schemeClr val="lt1">
            <a:hueOff val="0"/>
            <a:satOff val="0"/>
            <a:lumOff val="0"/>
            <a:alphaOff val="0"/>
          </a:schemeClr>
        </a:solidFill>
        <a:ln w="19050" cap="rnd" cmpd="sng" algn="ctr">
          <a:solidFill>
            <a:schemeClr val="accent2">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8415" tIns="18415" rIns="18415" bIns="18415" numCol="1" spcCol="1270" anchor="ctr" anchorCtr="0">
          <a:noAutofit/>
        </a:bodyPr>
        <a:lstStyle/>
        <a:p>
          <a:pPr lvl="0" algn="ctr" defTabSz="1289050" rtl="0">
            <a:lnSpc>
              <a:spcPct val="90000"/>
            </a:lnSpc>
            <a:spcBef>
              <a:spcPct val="0"/>
            </a:spcBef>
            <a:spcAft>
              <a:spcPct val="35000"/>
            </a:spcAft>
          </a:pPr>
          <a:r>
            <a:rPr lang="en-US" sz="2900" kern="1200" dirty="0" smtClean="0"/>
            <a:t>Language Controversy (Urdu or </a:t>
          </a:r>
          <a:r>
            <a:rPr lang="en-US" sz="2900" kern="1200" dirty="0" smtClean="0">
              <a:solidFill>
                <a:srgbClr val="FF0000"/>
              </a:solidFill>
            </a:rPr>
            <a:t>Bengali</a:t>
          </a:r>
          <a:r>
            <a:rPr lang="en-US" sz="2900" kern="1200" dirty="0" smtClean="0"/>
            <a:t>)</a:t>
          </a:r>
          <a:endParaRPr lang="en-US" sz="2900" kern="1200" dirty="0"/>
        </a:p>
      </dsp:txBody>
      <dsp:txXfrm>
        <a:off x="3115528" y="3392328"/>
        <a:ext cx="4036466" cy="1230630"/>
      </dsp:txXfrm>
    </dsp:sp>
    <dsp:sp modelId="{E4BB62D3-AE76-4939-919C-59B91D254315}">
      <dsp:nvSpPr>
        <dsp:cNvPr id="0" name=""/>
        <dsp:cNvSpPr/>
      </dsp:nvSpPr>
      <dsp:spPr>
        <a:xfrm>
          <a:off x="3115528" y="4930616"/>
          <a:ext cx="4036466" cy="1230630"/>
        </a:xfrm>
        <a:prstGeom prst="rect">
          <a:avLst/>
        </a:prstGeom>
        <a:solidFill>
          <a:schemeClr val="lt1">
            <a:hueOff val="0"/>
            <a:satOff val="0"/>
            <a:lumOff val="0"/>
            <a:alphaOff val="0"/>
          </a:schemeClr>
        </a:solidFill>
        <a:ln w="19050" cap="rnd" cmpd="sng" algn="ctr">
          <a:solidFill>
            <a:schemeClr val="accent2">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8415" tIns="18415" rIns="18415" bIns="18415" numCol="1" spcCol="1270" anchor="ctr" anchorCtr="0">
          <a:noAutofit/>
        </a:bodyPr>
        <a:lstStyle/>
        <a:p>
          <a:pPr lvl="0" algn="ctr" defTabSz="1289050" rtl="0">
            <a:lnSpc>
              <a:spcPct val="90000"/>
            </a:lnSpc>
            <a:spcBef>
              <a:spcPct val="0"/>
            </a:spcBef>
            <a:spcAft>
              <a:spcPct val="35000"/>
            </a:spcAft>
          </a:pPr>
          <a:r>
            <a:rPr lang="en-US" sz="2900" kern="1200" dirty="0" smtClean="0"/>
            <a:t>Form of Govt. (</a:t>
          </a:r>
          <a:r>
            <a:rPr lang="en-US" sz="2900" kern="1200" dirty="0" smtClean="0">
              <a:solidFill>
                <a:srgbClr val="FF0000"/>
              </a:solidFill>
            </a:rPr>
            <a:t>Presidential</a:t>
          </a:r>
          <a:r>
            <a:rPr lang="en-US" sz="2900" kern="1200" dirty="0" smtClean="0"/>
            <a:t> or Parliamentary)</a:t>
          </a:r>
          <a:endParaRPr lang="en-US" sz="2900" kern="1200" dirty="0"/>
        </a:p>
      </dsp:txBody>
      <dsp:txXfrm>
        <a:off x="3115528" y="4930616"/>
        <a:ext cx="4036466" cy="1230630"/>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4FF509F-E935-412E-92CA-0C6CBD08BADA}">
      <dsp:nvSpPr>
        <dsp:cNvPr id="0" name=""/>
        <dsp:cNvSpPr/>
      </dsp:nvSpPr>
      <dsp:spPr>
        <a:xfrm>
          <a:off x="1714667" y="1685959"/>
          <a:ext cx="1256993" cy="287965"/>
        </a:xfrm>
        <a:custGeom>
          <a:avLst/>
          <a:gdLst/>
          <a:ahLst/>
          <a:cxnLst/>
          <a:rect l="0" t="0" r="0" b="0"/>
          <a:pathLst>
            <a:path>
              <a:moveTo>
                <a:pt x="0" y="0"/>
              </a:moveTo>
              <a:lnTo>
                <a:pt x="0" y="145125"/>
              </a:lnTo>
              <a:lnTo>
                <a:pt x="1256993" y="145125"/>
              </a:lnTo>
              <a:lnTo>
                <a:pt x="1256993" y="287965"/>
              </a:lnTo>
            </a:path>
          </a:pathLst>
        </a:custGeom>
        <a:noFill/>
        <a:ln w="19050" cap="rnd"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82D6346E-B16B-4709-A78B-5856937964DE}">
      <dsp:nvSpPr>
        <dsp:cNvPr id="0" name=""/>
        <dsp:cNvSpPr/>
      </dsp:nvSpPr>
      <dsp:spPr>
        <a:xfrm>
          <a:off x="457674" y="1685959"/>
          <a:ext cx="1256993" cy="287965"/>
        </a:xfrm>
        <a:custGeom>
          <a:avLst/>
          <a:gdLst/>
          <a:ahLst/>
          <a:cxnLst/>
          <a:rect l="0" t="0" r="0" b="0"/>
          <a:pathLst>
            <a:path>
              <a:moveTo>
                <a:pt x="1256993" y="0"/>
              </a:moveTo>
              <a:lnTo>
                <a:pt x="1256993" y="145125"/>
              </a:lnTo>
              <a:lnTo>
                <a:pt x="0" y="145125"/>
              </a:lnTo>
              <a:lnTo>
                <a:pt x="0" y="287965"/>
              </a:lnTo>
            </a:path>
          </a:pathLst>
        </a:custGeom>
        <a:noFill/>
        <a:ln w="19050" cap="rnd"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7495F21E-FA55-433B-948F-7238F62FDA87}">
      <dsp:nvSpPr>
        <dsp:cNvPr id="0" name=""/>
        <dsp:cNvSpPr/>
      </dsp:nvSpPr>
      <dsp:spPr>
        <a:xfrm>
          <a:off x="1257579" y="771783"/>
          <a:ext cx="914176" cy="914176"/>
        </a:xfrm>
        <a:prstGeom prst="ellipse">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4D50ABDD-45A3-40D6-BB7B-3F1A5AB27BC3}">
      <dsp:nvSpPr>
        <dsp:cNvPr id="0" name=""/>
        <dsp:cNvSpPr/>
      </dsp:nvSpPr>
      <dsp:spPr>
        <a:xfrm>
          <a:off x="2171755" y="769497"/>
          <a:ext cx="1371265" cy="91417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3820" tIns="83820" rIns="83820" bIns="83820" numCol="1" spcCol="1270" anchor="ctr" anchorCtr="0">
          <a:noAutofit/>
        </a:bodyPr>
        <a:lstStyle/>
        <a:p>
          <a:pPr lvl="0" algn="l" defTabSz="977900" rtl="0">
            <a:lnSpc>
              <a:spcPct val="90000"/>
            </a:lnSpc>
            <a:spcBef>
              <a:spcPct val="0"/>
            </a:spcBef>
            <a:spcAft>
              <a:spcPct val="35000"/>
            </a:spcAft>
          </a:pPr>
          <a:r>
            <a:rPr lang="en-US" sz="2200" kern="1200" dirty="0" smtClean="0"/>
            <a:t>Example.  </a:t>
          </a:r>
          <a:endParaRPr lang="en-US" sz="2200" kern="1200" dirty="0"/>
        </a:p>
      </dsp:txBody>
      <dsp:txXfrm>
        <a:off x="2171755" y="769497"/>
        <a:ext cx="1371265" cy="914176"/>
      </dsp:txXfrm>
    </dsp:sp>
    <dsp:sp modelId="{5033160D-96E9-49C7-9DE4-FC507E8FD56E}">
      <dsp:nvSpPr>
        <dsp:cNvPr id="0" name=""/>
        <dsp:cNvSpPr/>
      </dsp:nvSpPr>
      <dsp:spPr>
        <a:xfrm>
          <a:off x="586" y="1973925"/>
          <a:ext cx="914176" cy="914176"/>
        </a:xfrm>
        <a:prstGeom prst="ellipse">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6DAD9281-B53A-488F-8106-0B3E56CF0DEB}">
      <dsp:nvSpPr>
        <dsp:cNvPr id="0" name=""/>
        <dsp:cNvSpPr/>
      </dsp:nvSpPr>
      <dsp:spPr>
        <a:xfrm>
          <a:off x="914762" y="1971640"/>
          <a:ext cx="1371265" cy="91417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ctr" anchorCtr="0">
          <a:noAutofit/>
        </a:bodyPr>
        <a:lstStyle/>
        <a:p>
          <a:pPr lvl="0" algn="l" defTabSz="889000" rtl="0">
            <a:lnSpc>
              <a:spcPct val="90000"/>
            </a:lnSpc>
            <a:spcBef>
              <a:spcPct val="0"/>
            </a:spcBef>
            <a:spcAft>
              <a:spcPct val="35000"/>
            </a:spcAft>
          </a:pPr>
          <a:r>
            <a:rPr lang="en-US" sz="2000" b="1" kern="1200" dirty="0" smtClean="0">
              <a:solidFill>
                <a:srgbClr val="FFFF00"/>
              </a:solidFill>
            </a:rPr>
            <a:t>Board of </a:t>
          </a:r>
          <a:r>
            <a:rPr lang="en-US" sz="2000" b="1" kern="1200" dirty="0" err="1" smtClean="0">
              <a:solidFill>
                <a:srgbClr val="FFFF00"/>
              </a:solidFill>
            </a:rPr>
            <a:t>Talimat</a:t>
          </a:r>
          <a:r>
            <a:rPr lang="en-US" sz="2000" b="1" kern="1200" dirty="0" smtClean="0">
              <a:solidFill>
                <a:srgbClr val="FFFF00"/>
              </a:solidFill>
            </a:rPr>
            <a:t>-e-</a:t>
          </a:r>
          <a:r>
            <a:rPr lang="en-US" sz="2000" b="1" kern="1200" dirty="0" err="1" smtClean="0">
              <a:solidFill>
                <a:srgbClr val="FFFF00"/>
              </a:solidFill>
            </a:rPr>
            <a:t>Islamia</a:t>
          </a:r>
          <a:endParaRPr lang="en-US" sz="2000" b="1" kern="1200" dirty="0">
            <a:solidFill>
              <a:srgbClr val="FFFF00"/>
            </a:solidFill>
          </a:endParaRPr>
        </a:p>
      </dsp:txBody>
      <dsp:txXfrm>
        <a:off x="914762" y="1971640"/>
        <a:ext cx="1371265" cy="914176"/>
      </dsp:txXfrm>
    </dsp:sp>
    <dsp:sp modelId="{5FD02A4E-DBFB-45B3-AA8B-D29826B3B039}">
      <dsp:nvSpPr>
        <dsp:cNvPr id="0" name=""/>
        <dsp:cNvSpPr/>
      </dsp:nvSpPr>
      <dsp:spPr>
        <a:xfrm>
          <a:off x="2514572" y="1973925"/>
          <a:ext cx="914176" cy="914176"/>
        </a:xfrm>
        <a:prstGeom prst="ellipse">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355AD8B9-DE72-4149-A4DC-F253AB6AA16D}">
      <dsp:nvSpPr>
        <dsp:cNvPr id="0" name=""/>
        <dsp:cNvSpPr/>
      </dsp:nvSpPr>
      <dsp:spPr>
        <a:xfrm>
          <a:off x="3428748" y="1971640"/>
          <a:ext cx="1371265" cy="91417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ctr" anchorCtr="0">
          <a:noAutofit/>
        </a:bodyPr>
        <a:lstStyle/>
        <a:p>
          <a:pPr lvl="0" algn="ctr" defTabSz="889000" rtl="0">
            <a:lnSpc>
              <a:spcPct val="90000"/>
            </a:lnSpc>
            <a:spcBef>
              <a:spcPct val="0"/>
            </a:spcBef>
            <a:spcAft>
              <a:spcPct val="35000"/>
            </a:spcAft>
          </a:pPr>
          <a:r>
            <a:rPr lang="en-US" sz="2000" b="1" kern="1200" dirty="0" smtClean="0">
              <a:solidFill>
                <a:srgbClr val="FFFF00"/>
              </a:solidFill>
            </a:rPr>
            <a:t>Council of Islamic Ideology, age 18+</a:t>
          </a:r>
          <a:endParaRPr lang="en-US" sz="2000" b="1" kern="1200" dirty="0">
            <a:solidFill>
              <a:srgbClr val="FFFF00"/>
            </a:solidFill>
          </a:endParaRPr>
        </a:p>
      </dsp:txBody>
      <dsp:txXfrm>
        <a:off x="3428748" y="1971640"/>
        <a:ext cx="1371265" cy="914176"/>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46CAECC-52E8-44C1-9BCE-6BA66C41988F}">
      <dsp:nvSpPr>
        <dsp:cNvPr id="0" name=""/>
        <dsp:cNvSpPr/>
      </dsp:nvSpPr>
      <dsp:spPr>
        <a:xfrm>
          <a:off x="5879886" y="2701259"/>
          <a:ext cx="4617139" cy="732446"/>
        </a:xfrm>
        <a:custGeom>
          <a:avLst/>
          <a:gdLst/>
          <a:ahLst/>
          <a:cxnLst/>
          <a:rect l="0" t="0" r="0" b="0"/>
          <a:pathLst>
            <a:path>
              <a:moveTo>
                <a:pt x="0" y="0"/>
              </a:moveTo>
              <a:lnTo>
                <a:pt x="0" y="499140"/>
              </a:lnTo>
              <a:lnTo>
                <a:pt x="4617139" y="499140"/>
              </a:lnTo>
              <a:lnTo>
                <a:pt x="4617139" y="732446"/>
              </a:lnTo>
            </a:path>
          </a:pathLst>
        </a:custGeom>
        <a:noFill/>
        <a:ln w="19050" cap="rnd"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EA41F738-52C9-40CE-801F-125A42CAD331}">
      <dsp:nvSpPr>
        <dsp:cNvPr id="0" name=""/>
        <dsp:cNvSpPr/>
      </dsp:nvSpPr>
      <dsp:spPr>
        <a:xfrm>
          <a:off x="5879886" y="2701259"/>
          <a:ext cx="1539046" cy="732446"/>
        </a:xfrm>
        <a:custGeom>
          <a:avLst/>
          <a:gdLst/>
          <a:ahLst/>
          <a:cxnLst/>
          <a:rect l="0" t="0" r="0" b="0"/>
          <a:pathLst>
            <a:path>
              <a:moveTo>
                <a:pt x="0" y="0"/>
              </a:moveTo>
              <a:lnTo>
                <a:pt x="0" y="499140"/>
              </a:lnTo>
              <a:lnTo>
                <a:pt x="1539046" y="499140"/>
              </a:lnTo>
              <a:lnTo>
                <a:pt x="1539046" y="732446"/>
              </a:lnTo>
            </a:path>
          </a:pathLst>
        </a:custGeom>
        <a:noFill/>
        <a:ln w="19050" cap="rnd"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CE66414E-74A9-4259-93CF-2A6BC677F007}">
      <dsp:nvSpPr>
        <dsp:cNvPr id="0" name=""/>
        <dsp:cNvSpPr/>
      </dsp:nvSpPr>
      <dsp:spPr>
        <a:xfrm>
          <a:off x="4340840" y="2701259"/>
          <a:ext cx="1539046" cy="732446"/>
        </a:xfrm>
        <a:custGeom>
          <a:avLst/>
          <a:gdLst/>
          <a:ahLst/>
          <a:cxnLst/>
          <a:rect l="0" t="0" r="0" b="0"/>
          <a:pathLst>
            <a:path>
              <a:moveTo>
                <a:pt x="1539046" y="0"/>
              </a:moveTo>
              <a:lnTo>
                <a:pt x="1539046" y="499140"/>
              </a:lnTo>
              <a:lnTo>
                <a:pt x="0" y="499140"/>
              </a:lnTo>
              <a:lnTo>
                <a:pt x="0" y="732446"/>
              </a:lnTo>
            </a:path>
          </a:pathLst>
        </a:custGeom>
        <a:noFill/>
        <a:ln w="19050" cap="rnd"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D43FEA69-2548-4190-910C-63B9F3198D06}">
      <dsp:nvSpPr>
        <dsp:cNvPr id="0" name=""/>
        <dsp:cNvSpPr/>
      </dsp:nvSpPr>
      <dsp:spPr>
        <a:xfrm>
          <a:off x="1262747" y="2701259"/>
          <a:ext cx="4617139" cy="732446"/>
        </a:xfrm>
        <a:custGeom>
          <a:avLst/>
          <a:gdLst/>
          <a:ahLst/>
          <a:cxnLst/>
          <a:rect l="0" t="0" r="0" b="0"/>
          <a:pathLst>
            <a:path>
              <a:moveTo>
                <a:pt x="4617139" y="0"/>
              </a:moveTo>
              <a:lnTo>
                <a:pt x="4617139" y="499140"/>
              </a:lnTo>
              <a:lnTo>
                <a:pt x="0" y="499140"/>
              </a:lnTo>
              <a:lnTo>
                <a:pt x="0" y="732446"/>
              </a:lnTo>
            </a:path>
          </a:pathLst>
        </a:custGeom>
        <a:noFill/>
        <a:ln w="19050" cap="rnd"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EB6FCDC9-8679-4058-85E9-4B52E21A0243}">
      <dsp:nvSpPr>
        <dsp:cNvPr id="0" name=""/>
        <dsp:cNvSpPr/>
      </dsp:nvSpPr>
      <dsp:spPr>
        <a:xfrm>
          <a:off x="4620666" y="1102049"/>
          <a:ext cx="2518439" cy="1599209"/>
        </a:xfrm>
        <a:prstGeom prst="roundRect">
          <a:avLst>
            <a:gd name="adj" fmla="val 10000"/>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F2D05DAB-AE25-4E8E-B8A8-80547E39CA16}">
      <dsp:nvSpPr>
        <dsp:cNvPr id="0" name=""/>
        <dsp:cNvSpPr/>
      </dsp:nvSpPr>
      <dsp:spPr>
        <a:xfrm>
          <a:off x="4900493" y="1367885"/>
          <a:ext cx="2518439" cy="1599209"/>
        </a:xfrm>
        <a:prstGeom prst="roundRect">
          <a:avLst>
            <a:gd name="adj" fmla="val 10000"/>
          </a:avLst>
        </a:prstGeom>
        <a:solidFill>
          <a:schemeClr val="lt1">
            <a:alpha val="90000"/>
            <a:hueOff val="0"/>
            <a:satOff val="0"/>
            <a:lumOff val="0"/>
            <a:alphaOff val="0"/>
          </a:schemeClr>
        </a:solidFill>
        <a:ln w="19050"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18110" tIns="118110" rIns="118110" bIns="118110" numCol="1" spcCol="1270" anchor="ctr" anchorCtr="0">
          <a:noAutofit/>
        </a:bodyPr>
        <a:lstStyle/>
        <a:p>
          <a:pPr lvl="0" algn="ctr" defTabSz="1377950" rtl="0">
            <a:lnSpc>
              <a:spcPct val="90000"/>
            </a:lnSpc>
            <a:spcBef>
              <a:spcPct val="0"/>
            </a:spcBef>
            <a:spcAft>
              <a:spcPct val="35000"/>
            </a:spcAft>
          </a:pPr>
          <a:r>
            <a:rPr lang="en-US" sz="3100" kern="1200" smtClean="0"/>
            <a:t>Bogra Formula </a:t>
          </a:r>
          <a:endParaRPr lang="en-US" sz="3100" kern="1200"/>
        </a:p>
      </dsp:txBody>
      <dsp:txXfrm>
        <a:off x="4947332" y="1414724"/>
        <a:ext cx="2424761" cy="1505531"/>
      </dsp:txXfrm>
    </dsp:sp>
    <dsp:sp modelId="{4E8C2E54-1F46-4EED-8B15-0E9DC32B1159}">
      <dsp:nvSpPr>
        <dsp:cNvPr id="0" name=""/>
        <dsp:cNvSpPr/>
      </dsp:nvSpPr>
      <dsp:spPr>
        <a:xfrm>
          <a:off x="3527" y="3433705"/>
          <a:ext cx="2518439" cy="1599209"/>
        </a:xfrm>
        <a:prstGeom prst="roundRect">
          <a:avLst>
            <a:gd name="adj" fmla="val 10000"/>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82F9E2CA-CE20-4C07-BCF5-6EC7E1785A8C}">
      <dsp:nvSpPr>
        <dsp:cNvPr id="0" name=""/>
        <dsp:cNvSpPr/>
      </dsp:nvSpPr>
      <dsp:spPr>
        <a:xfrm>
          <a:off x="283353" y="3699540"/>
          <a:ext cx="2518439" cy="1599209"/>
        </a:xfrm>
        <a:prstGeom prst="roundRect">
          <a:avLst>
            <a:gd name="adj" fmla="val 10000"/>
          </a:avLst>
        </a:prstGeom>
        <a:solidFill>
          <a:schemeClr val="lt1">
            <a:alpha val="90000"/>
            <a:hueOff val="0"/>
            <a:satOff val="0"/>
            <a:lumOff val="0"/>
            <a:alphaOff val="0"/>
          </a:schemeClr>
        </a:solidFill>
        <a:ln w="19050"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18110" tIns="118110" rIns="118110" bIns="118110" numCol="1" spcCol="1270" anchor="ctr" anchorCtr="0">
          <a:noAutofit/>
        </a:bodyPr>
        <a:lstStyle/>
        <a:p>
          <a:pPr lvl="0" algn="ctr" defTabSz="1377950" rtl="0">
            <a:lnSpc>
              <a:spcPct val="90000"/>
            </a:lnSpc>
            <a:spcBef>
              <a:spcPct val="0"/>
            </a:spcBef>
            <a:spcAft>
              <a:spcPct val="35000"/>
            </a:spcAft>
          </a:pPr>
          <a:r>
            <a:rPr lang="en-US" sz="3100" kern="1200" dirty="0" smtClean="0"/>
            <a:t>CL </a:t>
          </a:r>
        </a:p>
        <a:p>
          <a:pPr lvl="0" algn="ctr" defTabSz="1377950" rtl="0">
            <a:lnSpc>
              <a:spcPct val="90000"/>
            </a:lnSpc>
            <a:spcBef>
              <a:spcPct val="0"/>
            </a:spcBef>
            <a:spcAft>
              <a:spcPct val="35000"/>
            </a:spcAft>
          </a:pPr>
          <a:r>
            <a:rPr lang="en-US" sz="2000" kern="1200" dirty="0" smtClean="0"/>
            <a:t>(</a:t>
          </a:r>
          <a:r>
            <a:rPr lang="en-US" sz="1600" kern="1200" dirty="0" smtClean="0"/>
            <a:t>UH-10 E &amp; 40 W, </a:t>
          </a:r>
          <a:r>
            <a:rPr lang="en-US" sz="1600" kern="1200" dirty="0" smtClean="0"/>
            <a:t>LH- )</a:t>
          </a:r>
          <a:endParaRPr lang="en-US" sz="1600" kern="1200" dirty="0"/>
        </a:p>
      </dsp:txBody>
      <dsp:txXfrm>
        <a:off x="330192" y="3746379"/>
        <a:ext cx="2424761" cy="1505531"/>
      </dsp:txXfrm>
    </dsp:sp>
    <dsp:sp modelId="{4F6C4D1F-1512-42DF-9589-A5B25DBC33B7}">
      <dsp:nvSpPr>
        <dsp:cNvPr id="0" name=""/>
        <dsp:cNvSpPr/>
      </dsp:nvSpPr>
      <dsp:spPr>
        <a:xfrm>
          <a:off x="3081620" y="3433705"/>
          <a:ext cx="2518439" cy="1599209"/>
        </a:xfrm>
        <a:prstGeom prst="roundRect">
          <a:avLst>
            <a:gd name="adj" fmla="val 10000"/>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4BA17670-6D1C-47B2-900E-81526D212A83}">
      <dsp:nvSpPr>
        <dsp:cNvPr id="0" name=""/>
        <dsp:cNvSpPr/>
      </dsp:nvSpPr>
      <dsp:spPr>
        <a:xfrm>
          <a:off x="3361446" y="3699540"/>
          <a:ext cx="2518439" cy="1599209"/>
        </a:xfrm>
        <a:prstGeom prst="roundRect">
          <a:avLst>
            <a:gd name="adj" fmla="val 10000"/>
          </a:avLst>
        </a:prstGeom>
        <a:solidFill>
          <a:schemeClr val="lt1">
            <a:alpha val="90000"/>
            <a:hueOff val="0"/>
            <a:satOff val="0"/>
            <a:lumOff val="0"/>
            <a:alphaOff val="0"/>
          </a:schemeClr>
        </a:solidFill>
        <a:ln w="19050"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18110" tIns="118110" rIns="118110" bIns="118110" numCol="1" spcCol="1270" anchor="ctr" anchorCtr="0">
          <a:noAutofit/>
        </a:bodyPr>
        <a:lstStyle/>
        <a:p>
          <a:pPr lvl="0" algn="ctr" defTabSz="1377950" rtl="0">
            <a:lnSpc>
              <a:spcPct val="90000"/>
            </a:lnSpc>
            <a:spcBef>
              <a:spcPct val="0"/>
            </a:spcBef>
            <a:spcAft>
              <a:spcPct val="35000"/>
            </a:spcAft>
          </a:pPr>
          <a:r>
            <a:rPr lang="en-US" sz="3100" kern="1200" dirty="0" smtClean="0"/>
            <a:t>PM &amp; President </a:t>
          </a:r>
          <a:r>
            <a:rPr lang="en-US" sz="2400" kern="1200" dirty="0" smtClean="0"/>
            <a:t>vice versa</a:t>
          </a:r>
          <a:endParaRPr lang="en-US" sz="3100" kern="1200" dirty="0"/>
        </a:p>
      </dsp:txBody>
      <dsp:txXfrm>
        <a:off x="3408285" y="3746379"/>
        <a:ext cx="2424761" cy="1505531"/>
      </dsp:txXfrm>
    </dsp:sp>
    <dsp:sp modelId="{87682D3E-F555-4C71-A527-E8457DF96D58}">
      <dsp:nvSpPr>
        <dsp:cNvPr id="0" name=""/>
        <dsp:cNvSpPr/>
      </dsp:nvSpPr>
      <dsp:spPr>
        <a:xfrm>
          <a:off x="6159713" y="3433705"/>
          <a:ext cx="2518439" cy="1599209"/>
        </a:xfrm>
        <a:prstGeom prst="roundRect">
          <a:avLst>
            <a:gd name="adj" fmla="val 10000"/>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65F6B1C4-A69F-41CE-8B15-4B321604EDD7}">
      <dsp:nvSpPr>
        <dsp:cNvPr id="0" name=""/>
        <dsp:cNvSpPr/>
      </dsp:nvSpPr>
      <dsp:spPr>
        <a:xfrm>
          <a:off x="6439539" y="3699540"/>
          <a:ext cx="2518439" cy="1599209"/>
        </a:xfrm>
        <a:prstGeom prst="roundRect">
          <a:avLst>
            <a:gd name="adj" fmla="val 10000"/>
          </a:avLst>
        </a:prstGeom>
        <a:solidFill>
          <a:schemeClr val="lt1">
            <a:alpha val="90000"/>
            <a:hueOff val="0"/>
            <a:satOff val="0"/>
            <a:lumOff val="0"/>
            <a:alphaOff val="0"/>
          </a:schemeClr>
        </a:solidFill>
        <a:ln w="19050"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18110" tIns="118110" rIns="118110" bIns="118110" numCol="1" spcCol="1270" anchor="ctr" anchorCtr="0">
          <a:noAutofit/>
        </a:bodyPr>
        <a:lstStyle/>
        <a:p>
          <a:pPr lvl="0" algn="ctr" defTabSz="1377950" rtl="0">
            <a:lnSpc>
              <a:spcPct val="90000"/>
            </a:lnSpc>
            <a:spcBef>
              <a:spcPct val="0"/>
            </a:spcBef>
            <a:spcAft>
              <a:spcPct val="35000"/>
            </a:spcAft>
          </a:pPr>
          <a:r>
            <a:rPr lang="en-US" sz="3100" kern="1200" dirty="0" smtClean="0"/>
            <a:t>President could </a:t>
          </a:r>
          <a:r>
            <a:rPr lang="en-US" sz="3100" kern="1200" dirty="0" smtClean="0">
              <a:solidFill>
                <a:srgbClr val="FF0000"/>
              </a:solidFill>
            </a:rPr>
            <a:t>dissolve</a:t>
          </a:r>
          <a:r>
            <a:rPr lang="en-US" sz="3100" kern="1200" dirty="0" smtClean="0"/>
            <a:t> CL</a:t>
          </a:r>
          <a:endParaRPr lang="en-US" sz="3100" kern="1200" dirty="0"/>
        </a:p>
      </dsp:txBody>
      <dsp:txXfrm>
        <a:off x="6486378" y="3746379"/>
        <a:ext cx="2424761" cy="1505531"/>
      </dsp:txXfrm>
    </dsp:sp>
    <dsp:sp modelId="{610A711B-6671-4641-87A4-F72D3AE770E2}">
      <dsp:nvSpPr>
        <dsp:cNvPr id="0" name=""/>
        <dsp:cNvSpPr/>
      </dsp:nvSpPr>
      <dsp:spPr>
        <a:xfrm>
          <a:off x="9237806" y="3433705"/>
          <a:ext cx="2518439" cy="1599209"/>
        </a:xfrm>
        <a:prstGeom prst="roundRect">
          <a:avLst>
            <a:gd name="adj" fmla="val 10000"/>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AA7E2073-50CE-4DA5-8E8C-597B662D5B6D}">
      <dsp:nvSpPr>
        <dsp:cNvPr id="0" name=""/>
        <dsp:cNvSpPr/>
      </dsp:nvSpPr>
      <dsp:spPr>
        <a:xfrm>
          <a:off x="9517633" y="3699540"/>
          <a:ext cx="2518439" cy="1599209"/>
        </a:xfrm>
        <a:prstGeom prst="roundRect">
          <a:avLst>
            <a:gd name="adj" fmla="val 10000"/>
          </a:avLst>
        </a:prstGeom>
        <a:solidFill>
          <a:schemeClr val="lt1">
            <a:alpha val="90000"/>
            <a:hueOff val="0"/>
            <a:satOff val="0"/>
            <a:lumOff val="0"/>
            <a:alphaOff val="0"/>
          </a:schemeClr>
        </a:solidFill>
        <a:ln w="19050"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18110" tIns="118110" rIns="118110" bIns="118110" numCol="1" spcCol="1270" anchor="ctr" anchorCtr="0">
          <a:noAutofit/>
        </a:bodyPr>
        <a:lstStyle/>
        <a:p>
          <a:pPr lvl="0" algn="ctr" defTabSz="1377950" rtl="0">
            <a:lnSpc>
              <a:spcPct val="90000"/>
            </a:lnSpc>
            <a:spcBef>
              <a:spcPct val="0"/>
            </a:spcBef>
            <a:spcAft>
              <a:spcPct val="35000"/>
            </a:spcAft>
          </a:pPr>
          <a:r>
            <a:rPr lang="en-US" sz="3100" kern="1200" dirty="0" smtClean="0"/>
            <a:t>Bilingual </a:t>
          </a:r>
          <a:endParaRPr lang="en-US" sz="3100" kern="1200" dirty="0"/>
        </a:p>
      </dsp:txBody>
      <dsp:txXfrm>
        <a:off x="9564472" y="3746379"/>
        <a:ext cx="2424761" cy="1505531"/>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B9304A0-7235-4846-AD71-5D92C96BE6F5}">
      <dsp:nvSpPr>
        <dsp:cNvPr id="0" name=""/>
        <dsp:cNvSpPr/>
      </dsp:nvSpPr>
      <dsp:spPr>
        <a:xfrm>
          <a:off x="2308235" y="3238500"/>
          <a:ext cx="807293" cy="2307431"/>
        </a:xfrm>
        <a:custGeom>
          <a:avLst/>
          <a:gdLst/>
          <a:ahLst/>
          <a:cxnLst/>
          <a:rect l="0" t="0" r="0" b="0"/>
          <a:pathLst>
            <a:path>
              <a:moveTo>
                <a:pt x="0" y="0"/>
              </a:moveTo>
              <a:lnTo>
                <a:pt x="403646" y="0"/>
              </a:lnTo>
              <a:lnTo>
                <a:pt x="403646" y="2307431"/>
              </a:lnTo>
              <a:lnTo>
                <a:pt x="807293" y="2307431"/>
              </a:lnTo>
            </a:path>
          </a:pathLst>
        </a:custGeom>
        <a:noFill/>
        <a:ln w="19050" cap="rnd" cmpd="sng" algn="ctr">
          <a:solidFill>
            <a:schemeClr val="accent2">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400050">
            <a:lnSpc>
              <a:spcPct val="90000"/>
            </a:lnSpc>
            <a:spcBef>
              <a:spcPct val="0"/>
            </a:spcBef>
            <a:spcAft>
              <a:spcPct val="35000"/>
            </a:spcAft>
          </a:pPr>
          <a:endParaRPr lang="en-US" sz="900" kern="1200"/>
        </a:p>
      </dsp:txBody>
      <dsp:txXfrm>
        <a:off x="2650767" y="4331101"/>
        <a:ext cx="122228" cy="122228"/>
      </dsp:txXfrm>
    </dsp:sp>
    <dsp:sp modelId="{5DA71C3D-A086-4A27-944C-5ED14ABBA24B}">
      <dsp:nvSpPr>
        <dsp:cNvPr id="0" name=""/>
        <dsp:cNvSpPr/>
      </dsp:nvSpPr>
      <dsp:spPr>
        <a:xfrm>
          <a:off x="2308235" y="3238500"/>
          <a:ext cx="807293" cy="769143"/>
        </a:xfrm>
        <a:custGeom>
          <a:avLst/>
          <a:gdLst/>
          <a:ahLst/>
          <a:cxnLst/>
          <a:rect l="0" t="0" r="0" b="0"/>
          <a:pathLst>
            <a:path>
              <a:moveTo>
                <a:pt x="0" y="0"/>
              </a:moveTo>
              <a:lnTo>
                <a:pt x="403646" y="0"/>
              </a:lnTo>
              <a:lnTo>
                <a:pt x="403646" y="769143"/>
              </a:lnTo>
              <a:lnTo>
                <a:pt x="807293" y="769143"/>
              </a:lnTo>
            </a:path>
          </a:pathLst>
        </a:custGeom>
        <a:noFill/>
        <a:ln w="19050" cap="rnd" cmpd="sng" algn="ctr">
          <a:solidFill>
            <a:schemeClr val="accent2">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222250">
            <a:lnSpc>
              <a:spcPct val="90000"/>
            </a:lnSpc>
            <a:spcBef>
              <a:spcPct val="0"/>
            </a:spcBef>
            <a:spcAft>
              <a:spcPct val="35000"/>
            </a:spcAft>
          </a:pPr>
          <a:endParaRPr lang="en-US" sz="500" kern="1200"/>
        </a:p>
      </dsp:txBody>
      <dsp:txXfrm>
        <a:off x="2684005" y="3595195"/>
        <a:ext cx="55751" cy="55751"/>
      </dsp:txXfrm>
    </dsp:sp>
    <dsp:sp modelId="{4DDA3F46-53EB-4E68-B8B9-68DEB47650AB}">
      <dsp:nvSpPr>
        <dsp:cNvPr id="0" name=""/>
        <dsp:cNvSpPr/>
      </dsp:nvSpPr>
      <dsp:spPr>
        <a:xfrm>
          <a:off x="2308235" y="2469356"/>
          <a:ext cx="807293" cy="769143"/>
        </a:xfrm>
        <a:custGeom>
          <a:avLst/>
          <a:gdLst/>
          <a:ahLst/>
          <a:cxnLst/>
          <a:rect l="0" t="0" r="0" b="0"/>
          <a:pathLst>
            <a:path>
              <a:moveTo>
                <a:pt x="0" y="769143"/>
              </a:moveTo>
              <a:lnTo>
                <a:pt x="403646" y="769143"/>
              </a:lnTo>
              <a:lnTo>
                <a:pt x="403646" y="0"/>
              </a:lnTo>
              <a:lnTo>
                <a:pt x="807293" y="0"/>
              </a:lnTo>
            </a:path>
          </a:pathLst>
        </a:custGeom>
        <a:noFill/>
        <a:ln w="19050" cap="rnd" cmpd="sng" algn="ctr">
          <a:solidFill>
            <a:schemeClr val="accent2">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222250">
            <a:lnSpc>
              <a:spcPct val="90000"/>
            </a:lnSpc>
            <a:spcBef>
              <a:spcPct val="0"/>
            </a:spcBef>
            <a:spcAft>
              <a:spcPct val="35000"/>
            </a:spcAft>
          </a:pPr>
          <a:endParaRPr lang="en-US" sz="500" kern="1200"/>
        </a:p>
      </dsp:txBody>
      <dsp:txXfrm>
        <a:off x="2684005" y="2826052"/>
        <a:ext cx="55751" cy="55751"/>
      </dsp:txXfrm>
    </dsp:sp>
    <dsp:sp modelId="{3EACCDB6-D1F2-4CB0-BB0E-ED7422DFE8BC}">
      <dsp:nvSpPr>
        <dsp:cNvPr id="0" name=""/>
        <dsp:cNvSpPr/>
      </dsp:nvSpPr>
      <dsp:spPr>
        <a:xfrm>
          <a:off x="2308235" y="931068"/>
          <a:ext cx="807293" cy="2307431"/>
        </a:xfrm>
        <a:custGeom>
          <a:avLst/>
          <a:gdLst/>
          <a:ahLst/>
          <a:cxnLst/>
          <a:rect l="0" t="0" r="0" b="0"/>
          <a:pathLst>
            <a:path>
              <a:moveTo>
                <a:pt x="0" y="2307431"/>
              </a:moveTo>
              <a:lnTo>
                <a:pt x="403646" y="2307431"/>
              </a:lnTo>
              <a:lnTo>
                <a:pt x="403646" y="0"/>
              </a:lnTo>
              <a:lnTo>
                <a:pt x="807293" y="0"/>
              </a:lnTo>
            </a:path>
          </a:pathLst>
        </a:custGeom>
        <a:noFill/>
        <a:ln w="19050" cap="rnd" cmpd="sng" algn="ctr">
          <a:solidFill>
            <a:schemeClr val="accent2">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400050">
            <a:lnSpc>
              <a:spcPct val="90000"/>
            </a:lnSpc>
            <a:spcBef>
              <a:spcPct val="0"/>
            </a:spcBef>
            <a:spcAft>
              <a:spcPct val="35000"/>
            </a:spcAft>
          </a:pPr>
          <a:endParaRPr lang="en-US" sz="900" kern="1200"/>
        </a:p>
      </dsp:txBody>
      <dsp:txXfrm>
        <a:off x="2650767" y="2023669"/>
        <a:ext cx="122228" cy="122228"/>
      </dsp:txXfrm>
    </dsp:sp>
    <dsp:sp modelId="{038FFABE-8797-425E-A287-5A5A77A1252B}">
      <dsp:nvSpPr>
        <dsp:cNvPr id="0" name=""/>
        <dsp:cNvSpPr/>
      </dsp:nvSpPr>
      <dsp:spPr>
        <a:xfrm rot="16200000">
          <a:off x="-1545579" y="2623184"/>
          <a:ext cx="6477000" cy="1230630"/>
        </a:xfrm>
        <a:prstGeom prst="rect">
          <a:avLst/>
        </a:prstGeom>
        <a:solidFill>
          <a:schemeClr val="lt1">
            <a:hueOff val="0"/>
            <a:satOff val="0"/>
            <a:lumOff val="0"/>
            <a:alphaOff val="0"/>
          </a:schemeClr>
        </a:solidFill>
        <a:ln w="19050" cap="rnd" cmpd="sng" algn="ctr">
          <a:solidFill>
            <a:schemeClr val="accent2">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7940" tIns="27940" rIns="27940" bIns="27940" numCol="1" spcCol="1270" anchor="ctr" anchorCtr="0">
          <a:noAutofit/>
        </a:bodyPr>
        <a:lstStyle/>
        <a:p>
          <a:pPr lvl="0" algn="ctr" defTabSz="1955800" rtl="0">
            <a:lnSpc>
              <a:spcPct val="90000"/>
            </a:lnSpc>
            <a:spcBef>
              <a:spcPct val="0"/>
            </a:spcBef>
            <a:spcAft>
              <a:spcPct val="35000"/>
            </a:spcAft>
          </a:pPr>
          <a:r>
            <a:rPr lang="en-US" sz="4400" kern="1200" smtClean="0"/>
            <a:t>Challenges before Constituent Assembly </a:t>
          </a:r>
          <a:endParaRPr lang="en-US" sz="4400" kern="1200"/>
        </a:p>
      </dsp:txBody>
      <dsp:txXfrm>
        <a:off x="-1545579" y="2623184"/>
        <a:ext cx="6477000" cy="1230630"/>
      </dsp:txXfrm>
    </dsp:sp>
    <dsp:sp modelId="{2AE2DF21-0173-40A1-A90C-907DFAC21F47}">
      <dsp:nvSpPr>
        <dsp:cNvPr id="0" name=""/>
        <dsp:cNvSpPr/>
      </dsp:nvSpPr>
      <dsp:spPr>
        <a:xfrm>
          <a:off x="3115528" y="315753"/>
          <a:ext cx="4036466" cy="1230630"/>
        </a:xfrm>
        <a:prstGeom prst="rect">
          <a:avLst/>
        </a:prstGeom>
        <a:solidFill>
          <a:schemeClr val="lt1">
            <a:hueOff val="0"/>
            <a:satOff val="0"/>
            <a:lumOff val="0"/>
            <a:alphaOff val="0"/>
          </a:schemeClr>
        </a:solidFill>
        <a:ln w="19050" cap="rnd" cmpd="sng" algn="ctr">
          <a:solidFill>
            <a:schemeClr val="accent2">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8415" tIns="18415" rIns="18415" bIns="18415" numCol="1" spcCol="1270" anchor="ctr" anchorCtr="0">
          <a:noAutofit/>
        </a:bodyPr>
        <a:lstStyle/>
        <a:p>
          <a:pPr lvl="0" algn="ctr" defTabSz="1289050" rtl="0">
            <a:lnSpc>
              <a:spcPct val="90000"/>
            </a:lnSpc>
            <a:spcBef>
              <a:spcPct val="0"/>
            </a:spcBef>
            <a:spcAft>
              <a:spcPct val="35000"/>
            </a:spcAft>
          </a:pPr>
          <a:r>
            <a:rPr lang="en-US" sz="2900" kern="1200" dirty="0" smtClean="0"/>
            <a:t>Character of Constitution (</a:t>
          </a:r>
          <a:r>
            <a:rPr lang="en-US" sz="2900" kern="1200" dirty="0" smtClean="0">
              <a:solidFill>
                <a:srgbClr val="FF0000"/>
              </a:solidFill>
            </a:rPr>
            <a:t>Western</a:t>
          </a:r>
          <a:r>
            <a:rPr lang="en-US" sz="2900" kern="1200" dirty="0" smtClean="0"/>
            <a:t> or Islamic)</a:t>
          </a:r>
          <a:endParaRPr lang="en-US" sz="2900" kern="1200" dirty="0"/>
        </a:p>
      </dsp:txBody>
      <dsp:txXfrm>
        <a:off x="3115528" y="315753"/>
        <a:ext cx="4036466" cy="1230630"/>
      </dsp:txXfrm>
    </dsp:sp>
    <dsp:sp modelId="{93FAD7EF-85E1-423B-A532-48C5ABBA2AA8}">
      <dsp:nvSpPr>
        <dsp:cNvPr id="0" name=""/>
        <dsp:cNvSpPr/>
      </dsp:nvSpPr>
      <dsp:spPr>
        <a:xfrm>
          <a:off x="3115528" y="1854041"/>
          <a:ext cx="4036466" cy="1230630"/>
        </a:xfrm>
        <a:prstGeom prst="rect">
          <a:avLst/>
        </a:prstGeom>
        <a:solidFill>
          <a:schemeClr val="lt1">
            <a:hueOff val="0"/>
            <a:satOff val="0"/>
            <a:lumOff val="0"/>
            <a:alphaOff val="0"/>
          </a:schemeClr>
        </a:solidFill>
        <a:ln w="19050" cap="rnd" cmpd="sng" algn="ctr">
          <a:solidFill>
            <a:schemeClr val="accent2">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8415" tIns="18415" rIns="18415" bIns="18415" numCol="1" spcCol="1270" anchor="ctr" anchorCtr="0">
          <a:noAutofit/>
        </a:bodyPr>
        <a:lstStyle/>
        <a:p>
          <a:pPr lvl="0" algn="ctr" defTabSz="1289050" rtl="0">
            <a:lnSpc>
              <a:spcPct val="90000"/>
            </a:lnSpc>
            <a:spcBef>
              <a:spcPct val="0"/>
            </a:spcBef>
            <a:spcAft>
              <a:spcPct val="35000"/>
            </a:spcAft>
          </a:pPr>
          <a:r>
            <a:rPr lang="en-US" sz="2900" kern="1200" dirty="0" smtClean="0"/>
            <a:t>Distribution (</a:t>
          </a:r>
          <a:r>
            <a:rPr lang="en-US" sz="2900" kern="1200" dirty="0" smtClean="0">
              <a:solidFill>
                <a:srgbClr val="FF0000"/>
              </a:solidFill>
            </a:rPr>
            <a:t>Geographic</a:t>
          </a:r>
          <a:r>
            <a:rPr lang="en-US" sz="2900" kern="1200" dirty="0" smtClean="0"/>
            <a:t> &amp; Representation)</a:t>
          </a:r>
          <a:endParaRPr lang="en-US" sz="2900" kern="1200" dirty="0"/>
        </a:p>
      </dsp:txBody>
      <dsp:txXfrm>
        <a:off x="3115528" y="1854041"/>
        <a:ext cx="4036466" cy="1230630"/>
      </dsp:txXfrm>
    </dsp:sp>
    <dsp:sp modelId="{1FAFE5BE-A8CF-4CBF-AD33-ACD5086C34C9}">
      <dsp:nvSpPr>
        <dsp:cNvPr id="0" name=""/>
        <dsp:cNvSpPr/>
      </dsp:nvSpPr>
      <dsp:spPr>
        <a:xfrm>
          <a:off x="3115528" y="3392328"/>
          <a:ext cx="4036466" cy="1230630"/>
        </a:xfrm>
        <a:prstGeom prst="rect">
          <a:avLst/>
        </a:prstGeom>
        <a:solidFill>
          <a:schemeClr val="lt1">
            <a:hueOff val="0"/>
            <a:satOff val="0"/>
            <a:lumOff val="0"/>
            <a:alphaOff val="0"/>
          </a:schemeClr>
        </a:solidFill>
        <a:ln w="19050" cap="rnd" cmpd="sng" algn="ctr">
          <a:solidFill>
            <a:schemeClr val="accent2">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8415" tIns="18415" rIns="18415" bIns="18415" numCol="1" spcCol="1270" anchor="ctr" anchorCtr="0">
          <a:noAutofit/>
        </a:bodyPr>
        <a:lstStyle/>
        <a:p>
          <a:pPr lvl="0" algn="ctr" defTabSz="1289050" rtl="0">
            <a:lnSpc>
              <a:spcPct val="90000"/>
            </a:lnSpc>
            <a:spcBef>
              <a:spcPct val="0"/>
            </a:spcBef>
            <a:spcAft>
              <a:spcPct val="35000"/>
            </a:spcAft>
          </a:pPr>
          <a:r>
            <a:rPr lang="en-US" sz="2900" kern="1200" dirty="0" smtClean="0"/>
            <a:t>Language Controversy (Urdu or </a:t>
          </a:r>
          <a:r>
            <a:rPr lang="en-US" sz="2900" kern="1200" dirty="0" smtClean="0">
              <a:solidFill>
                <a:srgbClr val="FF0000"/>
              </a:solidFill>
            </a:rPr>
            <a:t>Bengali</a:t>
          </a:r>
          <a:r>
            <a:rPr lang="en-US" sz="2900" kern="1200" dirty="0" smtClean="0"/>
            <a:t>)</a:t>
          </a:r>
          <a:endParaRPr lang="en-US" sz="2900" kern="1200" dirty="0"/>
        </a:p>
      </dsp:txBody>
      <dsp:txXfrm>
        <a:off x="3115528" y="3392328"/>
        <a:ext cx="4036466" cy="1230630"/>
      </dsp:txXfrm>
    </dsp:sp>
    <dsp:sp modelId="{E4BB62D3-AE76-4939-919C-59B91D254315}">
      <dsp:nvSpPr>
        <dsp:cNvPr id="0" name=""/>
        <dsp:cNvSpPr/>
      </dsp:nvSpPr>
      <dsp:spPr>
        <a:xfrm>
          <a:off x="3115528" y="4930616"/>
          <a:ext cx="4036466" cy="1230630"/>
        </a:xfrm>
        <a:prstGeom prst="rect">
          <a:avLst/>
        </a:prstGeom>
        <a:solidFill>
          <a:schemeClr val="lt1">
            <a:hueOff val="0"/>
            <a:satOff val="0"/>
            <a:lumOff val="0"/>
            <a:alphaOff val="0"/>
          </a:schemeClr>
        </a:solidFill>
        <a:ln w="19050" cap="rnd" cmpd="sng" algn="ctr">
          <a:solidFill>
            <a:schemeClr val="accent2">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8415" tIns="18415" rIns="18415" bIns="18415" numCol="1" spcCol="1270" anchor="ctr" anchorCtr="0">
          <a:noAutofit/>
        </a:bodyPr>
        <a:lstStyle/>
        <a:p>
          <a:pPr lvl="0" algn="ctr" defTabSz="1289050" rtl="0">
            <a:lnSpc>
              <a:spcPct val="90000"/>
            </a:lnSpc>
            <a:spcBef>
              <a:spcPct val="0"/>
            </a:spcBef>
            <a:spcAft>
              <a:spcPct val="35000"/>
            </a:spcAft>
          </a:pPr>
          <a:r>
            <a:rPr lang="en-US" sz="2900" kern="1200" dirty="0" smtClean="0"/>
            <a:t>Form of Govt. (</a:t>
          </a:r>
          <a:r>
            <a:rPr lang="en-US" sz="2900" kern="1200" dirty="0" smtClean="0">
              <a:solidFill>
                <a:srgbClr val="FF0000"/>
              </a:solidFill>
            </a:rPr>
            <a:t>Presidential</a:t>
          </a:r>
          <a:r>
            <a:rPr lang="en-US" sz="2900" kern="1200" dirty="0" smtClean="0"/>
            <a:t> or Parliamentary)</a:t>
          </a:r>
          <a:endParaRPr lang="en-US" sz="2900" kern="1200" dirty="0"/>
        </a:p>
      </dsp:txBody>
      <dsp:txXfrm>
        <a:off x="3115528" y="4930616"/>
        <a:ext cx="4036466" cy="1230630"/>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drawing1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drawing1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drawing1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drawing1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drawing1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drawing1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layout1.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xml><?xml version="1.0" encoding="utf-8"?>
<dgm:layoutDef xmlns:dgm="http://schemas.openxmlformats.org/drawingml/2006/diagram" xmlns:a="http://schemas.openxmlformats.org/drawingml/2006/main" uniqueId="urn:microsoft.com/office/officeart/2009/layout/CirclePictureHierarchy">
  <dgm:title val=""/>
  <dgm:desc val=""/>
  <dgm:catLst>
    <dgm:cat type="hierarchy" pri="1750"/>
    <dgm:cat type="picture" pri="23000"/>
    <dgm:cat type="pictureconvert" pri="23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5"/>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h" for="ch" forName="image" refType="h" fact="0.8"/>
              <dgm:constr type="w" for="ch" forName="image" refType="h" refFor="ch" refForName="image"/>
              <dgm:constr type="t" for="ch" forName="image" refType="h" fact="0.1"/>
              <dgm:constr type="l" for="ch" forName="image"/>
              <dgm:constr type="w" for="ch" forName="text" refType="w" fact="0.6"/>
              <dgm:constr type="h" for="ch" forName="text" refType="h" fact="0.8"/>
              <dgm:constr type="t" for="ch" forName="text" refType="w" fact="0.04"/>
              <dgm:constr type="l" for="ch" forName="text" refType="w" fact="0.4"/>
            </dgm:constrLst>
            <dgm:ruleLst/>
            <dgm:layoutNode name="image" styleLbl="node0">
              <dgm:alg type="sp"/>
              <dgm:shape xmlns:r="http://schemas.openxmlformats.org/officeDocument/2006/relationships" type="ellipse" r:blip="" blipPhldr="1">
                <dgm:adjLst/>
              </dgm:shape>
              <dgm:presOf/>
              <dgm:constrLst/>
              <dgm:ruleLst/>
            </dgm:layoutNode>
            <dgm:layoutNode name="text" styleLbl="revTx">
              <dgm:varLst>
                <dgm:chPref val="3"/>
              </dgm:varLst>
              <dgm:alg type="tx">
                <dgm:param type="parTxLTRAlign" val="l"/>
                <dgm:param type="parTxRTLAlign" val="r"/>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image"/>
                    <dgm:param type="dstNode" val="image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h" for="ch" forName="image2" refType="h" fact="0.8"/>
                      <dgm:constr type="w" for="ch" forName="image2" refType="h" refFor="ch" refForName="image2"/>
                      <dgm:constr type="t" for="ch" forName="image2" refType="h" fact="0.1"/>
                      <dgm:constr type="l" for="ch" forName="image2"/>
                      <dgm:constr type="w" for="ch" forName="text2" refType="w" fact="0.6"/>
                      <dgm:constr type="h" for="ch" forName="text2" refType="h" fact="0.8"/>
                      <dgm:constr type="t" for="ch" forName="text2" refType="w" fact="0.04"/>
                      <dgm:constr type="l" for="ch" forName="text2" refType="w" fact="0.4"/>
                    </dgm:constrLst>
                    <dgm:ruleLst/>
                    <dgm:layoutNode name="image2">
                      <dgm:alg type="sp"/>
                      <dgm:shape xmlns:r="http://schemas.openxmlformats.org/officeDocument/2006/relationships" type="ellipse" r:blip="" blipPhldr="1">
                        <dgm:adjLst/>
                      </dgm:shape>
                      <dgm:presOf/>
                      <dgm:constrLst/>
                      <dgm:ruleLst/>
                    </dgm:layoutNode>
                    <dgm:layoutNode name="text2" styleLbl="revTx">
                      <dgm:varLst>
                        <dgm:chPref val="3"/>
                      </dgm:varLst>
                      <dgm:alg type="tx">
                        <dgm:param type="parTxLTRAlign" val="l"/>
                        <dgm:param type="parTxRTLAlign" val="r"/>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image2"/>
                            <dgm:param type="dstNode" val="image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h" for="ch" forName="image3" refType="h" fact="0.8"/>
                              <dgm:constr type="w" for="ch" forName="image3" refType="h" refFor="ch" refForName="image3"/>
                              <dgm:constr type="t" for="ch" forName="image3" refType="h" fact="0.1"/>
                              <dgm:constr type="l" for="ch" forName="image3"/>
                              <dgm:constr type="w" for="ch" forName="text3" refType="w" fact="0.6"/>
                              <dgm:constr type="h" for="ch" forName="text3" refType="h" fact="0.8"/>
                              <dgm:constr type="t" for="ch" forName="text3" refType="w" fact="0.04"/>
                              <dgm:constr type="l" for="ch" forName="text3" refType="w" fact="0.4"/>
                            </dgm:constrLst>
                            <dgm:ruleLst/>
                            <dgm:layoutNode name="image3">
                              <dgm:alg type="sp"/>
                              <dgm:shape xmlns:r="http://schemas.openxmlformats.org/officeDocument/2006/relationships" type="ellipse" r:blip="" blipPhldr="1">
                                <dgm:adjLst/>
                              </dgm:shape>
                              <dgm:presOf/>
                              <dgm:constrLst/>
                              <dgm:ruleLst/>
                            </dgm:layoutNode>
                            <dgm:layoutNode name="text3" styleLbl="revTx">
                              <dgm:varLst>
                                <dgm:chPref val="3"/>
                              </dgm:varLst>
                              <dgm:alg type="tx">
                                <dgm:param type="parTxLTRAlign" val="l"/>
                                <dgm:param type="parTxRTLAlign" val="r"/>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image3"/>
                                        <dgm:param type="dstNode" val="image4"/>
                                      </dgm:alg>
                                    </dgm:if>
                                    <dgm:else name="Name26">
                                      <dgm:alg type="conn">
                                        <dgm:param type="dim" val="1D"/>
                                        <dgm:param type="endSty" val="noArr"/>
                                        <dgm:param type="connRout" val="bend"/>
                                        <dgm:param type="bendPt" val="end"/>
                                        <dgm:param type="begPts" val="bCtr"/>
                                        <dgm:param type="endPts" val="tCtr"/>
                                        <dgm:param type="srcNode" val="image4"/>
                                        <dgm:param type="dstNode" val="image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h" for="ch" forName="image4" refType="h" fact="0.8"/>
                                      <dgm:constr type="w" for="ch" forName="image4" refType="h" refFor="ch" refForName="image4"/>
                                      <dgm:constr type="t" for="ch" forName="image4" refType="h" fact="0.1"/>
                                      <dgm:constr type="l" for="ch" forName="image4"/>
                                      <dgm:constr type="w" for="ch" forName="text4" refType="w" fact="0.6"/>
                                      <dgm:constr type="h" for="ch" forName="text4" refType="h" fact="0.8"/>
                                      <dgm:constr type="t" for="ch" forName="text4" refType="w" fact="0.04"/>
                                      <dgm:constr type="l" for="ch" forName="text4" refType="w" fact="0.4"/>
                                    </dgm:constrLst>
                                    <dgm:ruleLst/>
                                    <dgm:layoutNode name="image4">
                                      <dgm:alg type="sp"/>
                                      <dgm:shape xmlns:r="http://schemas.openxmlformats.org/officeDocument/2006/relationships" type="ellipse" r:blip="" blipPhldr="1">
                                        <dgm:adjLst/>
                                      </dgm:shape>
                                      <dgm:presOf/>
                                      <dgm:constrLst/>
                                      <dgm:ruleLst/>
                                    </dgm:layoutNode>
                                    <dgm:layoutNode name="text4" styleLbl="revTx">
                                      <dgm:varLst>
                                        <dgm:chPref val="3"/>
                                      </dgm:varLst>
                                      <dgm:alg type="tx">
                                        <dgm:param type="parTxLTRAlign" val="l"/>
                                        <dgm:param type="parTxRTLAlign" val="r"/>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8/layout/HorizontalMultiLevelHierarchy">
  <dgm:title val=""/>
  <dgm:desc val=""/>
  <dgm:catLst>
    <dgm:cat type="hierarchy" pri="46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clrData>
  <dgm:layoutNode name="Name0">
    <dgm:varLst>
      <dgm:chPref val="1"/>
      <dgm:dir/>
      <dgm:animOne val="branch"/>
      <dgm:animLvl val="lvl"/>
      <dgm:resizeHandles val="exact"/>
    </dgm:varLst>
    <dgm:choose name="Name1">
      <dgm:if name="Name2" func="var" arg="dir" op="equ" val="norm">
        <dgm:alg type="hierChild">
          <dgm:param type="linDir" val="fromT"/>
          <dgm:param type="chAlign" val="l"/>
        </dgm:alg>
      </dgm:if>
      <dgm:else name="Name3">
        <dgm:alg type="hierChild">
          <dgm:param type="linDir" val="fromT"/>
          <dgm:param type="chAlign" val="r"/>
        </dgm:alg>
      </dgm:else>
    </dgm:choose>
    <dgm:shape xmlns:r="http://schemas.openxmlformats.org/officeDocument/2006/relationships" r:blip="">
      <dgm:adjLst/>
    </dgm:shape>
    <dgm:presOf/>
    <dgm:constrLst>
      <dgm:constr type="h" for="des" forName="LevelOneTextNode" refType="h"/>
      <dgm:constr type="w" for="des" forName="LevelOneTextNode" refType="h" refFor="des" refForName="LevelOneTextNode" fact="0.19"/>
      <dgm:constr type="h" for="des" forName="LevelTwoTextNode" refType="w" refFor="des" refForName="LevelOneTextNode"/>
      <dgm:constr type="w" for="des" forName="LevelTwoTextNode" refType="h" refFor="des" refForName="LevelTwoTextNode" fact="3.28"/>
      <dgm:constr type="sibSp" refType="h" refFor="des" refForName="LevelTwoTextNode" op="equ" fact="0.25"/>
      <dgm:constr type="sibSp" for="des" forName="level2hierChild" refType="h" refFor="des" refForName="LevelTwoTextNode" op="equ" fact="0.25"/>
      <dgm:constr type="sibSp" for="des" forName="level3hierChild" refType="h" refFor="des" refForName="LevelTwoTextNode" op="equ" fact="0.25"/>
      <dgm:constr type="sp" for="des" forName="root1" refType="w" refFor="des" refForName="LevelTwoTextNode" fact="0.2"/>
      <dgm:constr type="sp" for="des" forName="root2" refType="sp" refFor="des" refForName="root1" op="equ"/>
      <dgm:constr type="primFontSz" for="des" forName="LevelOneTextNode" op="equ" val="65"/>
      <dgm:constr type="primFontSz" for="des" forName="LevelTwoTextNode" op="equ" val="65"/>
      <dgm:constr type="primFontSz" for="des" forName="LevelTwoTextNode" refType="primFontSz" refFor="des" refForName="LevelOneTextNode" op="lte"/>
      <dgm:constr type="primFontSz" for="des" forName="connTx" op="equ" val="50"/>
      <dgm:constr type="primFontSz" for="des" forName="connTx" refType="primFontSz" refFor="des" refForName="LevelOneTextNode" op="lte" fact="0.78"/>
    </dgm:constrLst>
    <dgm:forEach name="Name4" axis="ch">
      <dgm:forEach name="Name5" axis="self" ptType="node">
        <dgm:layoutNode name="root1">
          <dgm:choose name="Name6">
            <dgm:if name="Name7" func="var" arg="dir" op="equ" val="norm">
              <dgm:alg type="hierRoot">
                <dgm:param type="hierAlign" val="lCtrCh"/>
              </dgm:alg>
            </dgm:if>
            <dgm:else name="Name8">
              <dgm:alg type="hierRoot">
                <dgm:param type="hierAlign" val="rCtrCh"/>
              </dgm:alg>
            </dgm:else>
          </dgm:choose>
          <dgm:shape xmlns:r="http://schemas.openxmlformats.org/officeDocument/2006/relationships" r:blip="">
            <dgm:adjLst/>
          </dgm:shape>
          <dgm:presOf/>
          <dgm:layoutNode name="LevelOneTextNode" styleLbl="node0">
            <dgm:varLst>
              <dgm:chPref val="3"/>
            </dgm:varLst>
            <dgm:alg type="tx">
              <dgm:param type="autoTxRot" val="grav"/>
            </dgm:alg>
            <dgm:choose name="Name9">
              <dgm:if name="Name10" func="var" arg="dir" op="equ" val="norm">
                <dgm:shape xmlns:r="http://schemas.openxmlformats.org/officeDocument/2006/relationships" rot="270" type="rect" r:blip="">
                  <dgm:adjLst/>
                </dgm:shape>
              </dgm:if>
              <dgm:else name="Name11">
                <dgm:shape xmlns:r="http://schemas.openxmlformats.org/officeDocument/2006/relationships" rot="90" type="rect" r:blip="">
                  <dgm:adjLst/>
                </dgm:shape>
              </dgm:else>
            </dgm:choose>
            <dgm:presOf axis="self"/>
            <dgm:constrLst>
              <dgm:constr type="tMarg" refType="primFontSz" fact="0.05"/>
              <dgm:constr type="bMarg" refType="primFontSz" fact="0.05"/>
              <dgm:constr type="lMarg" refType="primFontSz" fact="0.05"/>
              <dgm:constr type="rMarg" refType="primFontSz" fact="0.05"/>
            </dgm:constrLst>
            <dgm:ruleLst>
              <dgm:rule type="primFontSz" val="2" fact="NaN" max="NaN"/>
            </dgm:ruleLst>
          </dgm:layoutNode>
          <dgm:layoutNode name="level2hierChild">
            <dgm:choose name="Name12">
              <dgm:if name="Name13" func="var" arg="dir" op="equ" val="norm">
                <dgm:alg type="hierChild">
                  <dgm:param type="linDir" val="fromT"/>
                  <dgm:param type="chAlign" val="l"/>
                </dgm:alg>
              </dgm:if>
              <dgm:else name="Name14">
                <dgm:alg type="hierChild">
                  <dgm:param type="linDir" val="fromT"/>
                  <dgm:param type="chAlign" val="r"/>
                </dgm:alg>
              </dgm:else>
            </dgm:choose>
            <dgm:shape xmlns:r="http://schemas.openxmlformats.org/officeDocument/2006/relationships" r:blip="">
              <dgm:adjLst/>
            </dgm:shape>
            <dgm:presOf/>
            <dgm:forEach name="repeat" axis="ch">
              <dgm:forEach name="Name15" axis="self" ptType="parTrans" cnt="1">
                <dgm:layoutNode name="conn2-1">
                  <dgm:choose name="Name16">
                    <dgm:if name="Name17" func="var" arg="dir" op="equ" val="norm">
                      <dgm:alg type="conn">
                        <dgm:param type="dim" val="1D"/>
                        <dgm:param type="begPts" val="midR"/>
                        <dgm:param type="endPts" val="midL"/>
                        <dgm:param type="endSty" val="noArr"/>
                        <dgm:param type="connRout" val="bend"/>
                      </dgm:alg>
                    </dgm:if>
                    <dgm:else name="Name18">
                      <dgm:alg type="conn">
                        <dgm:param type="dim" val="1D"/>
                        <dgm:param type="begPts" val="midL"/>
                        <dgm:param type="endPts" val="midR"/>
                        <dgm:param type="endSty" val="noArr"/>
                        <dgm:param type="connRout" val="bend"/>
                      </dgm:alg>
                    </dgm:else>
                  </dgm:choose>
                  <dgm:shape xmlns:r="http://schemas.openxmlformats.org/officeDocument/2006/relationships" type="conn" r:blip="" zOrderOff="-99999">
                    <dgm:adjLst/>
                  </dgm:shape>
                  <dgm:presOf axis="self"/>
                  <dgm:constrLst>
                    <dgm:constr type="w" val="1"/>
                    <dgm:constr type="h" val="5"/>
                    <dgm:constr type="connDist"/>
                    <dgm:constr type="begPad"/>
                    <dgm:constr type="endPad"/>
                    <dgm:constr type="userA" for="ch" refType="connDist"/>
                  </dgm:constr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9" axis="self" ptType="node">
                <dgm:layoutNode name="root2">
                  <dgm:choose name="Name20">
                    <dgm:if name="Name21" func="var" arg="dir" op="equ" val="norm">
                      <dgm:alg type="hierRoot">
                        <dgm:param type="hierAlign" val="lCtrCh"/>
                      </dgm:alg>
                    </dgm:if>
                    <dgm:else name="Name22">
                      <dgm:alg type="hierRoot">
                        <dgm:param type="hierAlign" val="rCtrCh"/>
                      </dgm:alg>
                    </dgm:else>
                  </dgm:choose>
                  <dgm:shape xmlns:r="http://schemas.openxmlformats.org/officeDocument/2006/relationships" r:blip="">
                    <dgm:adjLst/>
                  </dgm:shape>
                  <dgm:presOf/>
                  <dgm:layoutNode name="LevelTwoTextNode">
                    <dgm:varLst>
                      <dgm:chPref val="3"/>
                    </dgm:varLst>
                    <dgm:alg type="tx"/>
                    <dgm:shape xmlns:r="http://schemas.openxmlformats.org/officeDocument/2006/relationships" type="rect" r:blip="">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2" fact="NaN" max="NaN"/>
                    </dgm:ruleLst>
                  </dgm:layoutNode>
                  <dgm:layoutNode name="level3hierChild">
                    <dgm:choose name="Name23">
                      <dgm:if name="Name24" func="var" arg="dir" op="equ" val="norm">
                        <dgm:alg type="hierChild">
                          <dgm:param type="linDir" val="fromT"/>
                          <dgm:param type="chAlign" val="l"/>
                        </dgm:alg>
                      </dgm:if>
                      <dgm:else name="Name25">
                        <dgm:alg type="hierChild">
                          <dgm:param type="linDir" val="fromT"/>
                          <dgm:param type="chAlign" val="r"/>
                        </dgm:alg>
                      </dgm:else>
                    </dgm:choose>
                    <dgm:shape xmlns:r="http://schemas.openxmlformats.org/officeDocument/2006/relationships" r:blip="">
                      <dgm:adjLst/>
                    </dgm:shape>
                    <dgm:presOf/>
                    <dgm:forEach name="Name26" ref="repeat"/>
                  </dgm:layoutNode>
                </dgm:layoutNode>
              </dgm:forEach>
            </dgm:forEach>
          </dgm:layoutNode>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08/layout/HorizontalMultiLevelHierarchy">
  <dgm:title val=""/>
  <dgm:desc val=""/>
  <dgm:catLst>
    <dgm:cat type="hierarchy" pri="46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clrData>
  <dgm:layoutNode name="Name0">
    <dgm:varLst>
      <dgm:chPref val="1"/>
      <dgm:dir/>
      <dgm:animOne val="branch"/>
      <dgm:animLvl val="lvl"/>
      <dgm:resizeHandles val="exact"/>
    </dgm:varLst>
    <dgm:choose name="Name1">
      <dgm:if name="Name2" func="var" arg="dir" op="equ" val="norm">
        <dgm:alg type="hierChild">
          <dgm:param type="linDir" val="fromT"/>
          <dgm:param type="chAlign" val="l"/>
        </dgm:alg>
      </dgm:if>
      <dgm:else name="Name3">
        <dgm:alg type="hierChild">
          <dgm:param type="linDir" val="fromT"/>
          <dgm:param type="chAlign" val="r"/>
        </dgm:alg>
      </dgm:else>
    </dgm:choose>
    <dgm:shape xmlns:r="http://schemas.openxmlformats.org/officeDocument/2006/relationships" r:blip="">
      <dgm:adjLst/>
    </dgm:shape>
    <dgm:presOf/>
    <dgm:constrLst>
      <dgm:constr type="h" for="des" forName="LevelOneTextNode" refType="h"/>
      <dgm:constr type="w" for="des" forName="LevelOneTextNode" refType="h" refFor="des" refForName="LevelOneTextNode" fact="0.19"/>
      <dgm:constr type="h" for="des" forName="LevelTwoTextNode" refType="w" refFor="des" refForName="LevelOneTextNode"/>
      <dgm:constr type="w" for="des" forName="LevelTwoTextNode" refType="h" refFor="des" refForName="LevelTwoTextNode" fact="3.28"/>
      <dgm:constr type="sibSp" refType="h" refFor="des" refForName="LevelTwoTextNode" op="equ" fact="0.25"/>
      <dgm:constr type="sibSp" for="des" forName="level2hierChild" refType="h" refFor="des" refForName="LevelTwoTextNode" op="equ" fact="0.25"/>
      <dgm:constr type="sibSp" for="des" forName="level3hierChild" refType="h" refFor="des" refForName="LevelTwoTextNode" op="equ" fact="0.25"/>
      <dgm:constr type="sp" for="des" forName="root1" refType="w" refFor="des" refForName="LevelTwoTextNode" fact="0.2"/>
      <dgm:constr type="sp" for="des" forName="root2" refType="sp" refFor="des" refForName="root1" op="equ"/>
      <dgm:constr type="primFontSz" for="des" forName="LevelOneTextNode" op="equ" val="65"/>
      <dgm:constr type="primFontSz" for="des" forName="LevelTwoTextNode" op="equ" val="65"/>
      <dgm:constr type="primFontSz" for="des" forName="LevelTwoTextNode" refType="primFontSz" refFor="des" refForName="LevelOneTextNode" op="lte"/>
      <dgm:constr type="primFontSz" for="des" forName="connTx" op="equ" val="50"/>
      <dgm:constr type="primFontSz" for="des" forName="connTx" refType="primFontSz" refFor="des" refForName="LevelOneTextNode" op="lte" fact="0.78"/>
    </dgm:constrLst>
    <dgm:forEach name="Name4" axis="ch">
      <dgm:forEach name="Name5" axis="self" ptType="node">
        <dgm:layoutNode name="root1">
          <dgm:choose name="Name6">
            <dgm:if name="Name7" func="var" arg="dir" op="equ" val="norm">
              <dgm:alg type="hierRoot">
                <dgm:param type="hierAlign" val="lCtrCh"/>
              </dgm:alg>
            </dgm:if>
            <dgm:else name="Name8">
              <dgm:alg type="hierRoot">
                <dgm:param type="hierAlign" val="rCtrCh"/>
              </dgm:alg>
            </dgm:else>
          </dgm:choose>
          <dgm:shape xmlns:r="http://schemas.openxmlformats.org/officeDocument/2006/relationships" r:blip="">
            <dgm:adjLst/>
          </dgm:shape>
          <dgm:presOf/>
          <dgm:layoutNode name="LevelOneTextNode" styleLbl="node0">
            <dgm:varLst>
              <dgm:chPref val="3"/>
            </dgm:varLst>
            <dgm:alg type="tx">
              <dgm:param type="autoTxRot" val="grav"/>
            </dgm:alg>
            <dgm:choose name="Name9">
              <dgm:if name="Name10" func="var" arg="dir" op="equ" val="norm">
                <dgm:shape xmlns:r="http://schemas.openxmlformats.org/officeDocument/2006/relationships" rot="270" type="rect" r:blip="">
                  <dgm:adjLst/>
                </dgm:shape>
              </dgm:if>
              <dgm:else name="Name11">
                <dgm:shape xmlns:r="http://schemas.openxmlformats.org/officeDocument/2006/relationships" rot="90" type="rect" r:blip="">
                  <dgm:adjLst/>
                </dgm:shape>
              </dgm:else>
            </dgm:choose>
            <dgm:presOf axis="self"/>
            <dgm:constrLst>
              <dgm:constr type="tMarg" refType="primFontSz" fact="0.05"/>
              <dgm:constr type="bMarg" refType="primFontSz" fact="0.05"/>
              <dgm:constr type="lMarg" refType="primFontSz" fact="0.05"/>
              <dgm:constr type="rMarg" refType="primFontSz" fact="0.05"/>
            </dgm:constrLst>
            <dgm:ruleLst>
              <dgm:rule type="primFontSz" val="2" fact="NaN" max="NaN"/>
            </dgm:ruleLst>
          </dgm:layoutNode>
          <dgm:layoutNode name="level2hierChild">
            <dgm:choose name="Name12">
              <dgm:if name="Name13" func="var" arg="dir" op="equ" val="norm">
                <dgm:alg type="hierChild">
                  <dgm:param type="linDir" val="fromT"/>
                  <dgm:param type="chAlign" val="l"/>
                </dgm:alg>
              </dgm:if>
              <dgm:else name="Name14">
                <dgm:alg type="hierChild">
                  <dgm:param type="linDir" val="fromT"/>
                  <dgm:param type="chAlign" val="r"/>
                </dgm:alg>
              </dgm:else>
            </dgm:choose>
            <dgm:shape xmlns:r="http://schemas.openxmlformats.org/officeDocument/2006/relationships" r:blip="">
              <dgm:adjLst/>
            </dgm:shape>
            <dgm:presOf/>
            <dgm:forEach name="repeat" axis="ch">
              <dgm:forEach name="Name15" axis="self" ptType="parTrans" cnt="1">
                <dgm:layoutNode name="conn2-1">
                  <dgm:choose name="Name16">
                    <dgm:if name="Name17" func="var" arg="dir" op="equ" val="norm">
                      <dgm:alg type="conn">
                        <dgm:param type="dim" val="1D"/>
                        <dgm:param type="begPts" val="midR"/>
                        <dgm:param type="endPts" val="midL"/>
                        <dgm:param type="endSty" val="noArr"/>
                        <dgm:param type="connRout" val="bend"/>
                      </dgm:alg>
                    </dgm:if>
                    <dgm:else name="Name18">
                      <dgm:alg type="conn">
                        <dgm:param type="dim" val="1D"/>
                        <dgm:param type="begPts" val="midL"/>
                        <dgm:param type="endPts" val="midR"/>
                        <dgm:param type="endSty" val="noArr"/>
                        <dgm:param type="connRout" val="bend"/>
                      </dgm:alg>
                    </dgm:else>
                  </dgm:choose>
                  <dgm:shape xmlns:r="http://schemas.openxmlformats.org/officeDocument/2006/relationships" type="conn" r:blip="" zOrderOff="-99999">
                    <dgm:adjLst/>
                  </dgm:shape>
                  <dgm:presOf axis="self"/>
                  <dgm:constrLst>
                    <dgm:constr type="w" val="1"/>
                    <dgm:constr type="h" val="5"/>
                    <dgm:constr type="connDist"/>
                    <dgm:constr type="begPad"/>
                    <dgm:constr type="endPad"/>
                    <dgm:constr type="userA" for="ch" refType="connDist"/>
                  </dgm:constr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9" axis="self" ptType="node">
                <dgm:layoutNode name="root2">
                  <dgm:choose name="Name20">
                    <dgm:if name="Name21" func="var" arg="dir" op="equ" val="norm">
                      <dgm:alg type="hierRoot">
                        <dgm:param type="hierAlign" val="lCtrCh"/>
                      </dgm:alg>
                    </dgm:if>
                    <dgm:else name="Name22">
                      <dgm:alg type="hierRoot">
                        <dgm:param type="hierAlign" val="rCtrCh"/>
                      </dgm:alg>
                    </dgm:else>
                  </dgm:choose>
                  <dgm:shape xmlns:r="http://schemas.openxmlformats.org/officeDocument/2006/relationships" r:blip="">
                    <dgm:adjLst/>
                  </dgm:shape>
                  <dgm:presOf/>
                  <dgm:layoutNode name="LevelTwoTextNode">
                    <dgm:varLst>
                      <dgm:chPref val="3"/>
                    </dgm:varLst>
                    <dgm:alg type="tx"/>
                    <dgm:shape xmlns:r="http://schemas.openxmlformats.org/officeDocument/2006/relationships" type="rect" r:blip="">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2" fact="NaN" max="NaN"/>
                    </dgm:ruleLst>
                  </dgm:layoutNode>
                  <dgm:layoutNode name="level3hierChild">
                    <dgm:choose name="Name23">
                      <dgm:if name="Name24" func="var" arg="dir" op="equ" val="norm">
                        <dgm:alg type="hierChild">
                          <dgm:param type="linDir" val="fromT"/>
                          <dgm:param type="chAlign" val="l"/>
                        </dgm:alg>
                      </dgm:if>
                      <dgm:else name="Name25">
                        <dgm:alg type="hierChild">
                          <dgm:param type="linDir" val="fromT"/>
                          <dgm:param type="chAlign" val="r"/>
                        </dgm:alg>
                      </dgm:else>
                    </dgm:choose>
                    <dgm:shape xmlns:r="http://schemas.openxmlformats.org/officeDocument/2006/relationships" r:blip="">
                      <dgm:adjLst/>
                    </dgm:shape>
                    <dgm:presOf/>
                    <dgm:forEach name="Name26" ref="repeat"/>
                  </dgm:layoutNode>
                </dgm:layoutNode>
              </dgm:forEach>
            </dgm:forEach>
          </dgm:layoutNode>
        </dgm:layoutNode>
      </dgm:forEach>
    </dgm:forEach>
  </dgm:layoutNode>
</dgm:layoutDef>
</file>

<file path=ppt/diagrams/layout7.xml><?xml version="1.0" encoding="utf-8"?>
<dgm:layoutDef xmlns:dgm="http://schemas.openxmlformats.org/drawingml/2006/diagram" xmlns:a="http://schemas.openxmlformats.org/drawingml/2006/main" uniqueId="urn:microsoft.com/office/officeart/2009/layout/CirclePictureHierarchy">
  <dgm:title val=""/>
  <dgm:desc val=""/>
  <dgm:catLst>
    <dgm:cat type="hierarchy" pri="1750"/>
    <dgm:cat type="picture" pri="23000"/>
    <dgm:cat type="pictureconvert" pri="23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5"/>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h" for="ch" forName="image" refType="h" fact="0.8"/>
              <dgm:constr type="w" for="ch" forName="image" refType="h" refFor="ch" refForName="image"/>
              <dgm:constr type="t" for="ch" forName="image" refType="h" fact="0.1"/>
              <dgm:constr type="l" for="ch" forName="image"/>
              <dgm:constr type="w" for="ch" forName="text" refType="w" fact="0.6"/>
              <dgm:constr type="h" for="ch" forName="text" refType="h" fact="0.8"/>
              <dgm:constr type="t" for="ch" forName="text" refType="w" fact="0.04"/>
              <dgm:constr type="l" for="ch" forName="text" refType="w" fact="0.4"/>
            </dgm:constrLst>
            <dgm:ruleLst/>
            <dgm:layoutNode name="image" styleLbl="node0">
              <dgm:alg type="sp"/>
              <dgm:shape xmlns:r="http://schemas.openxmlformats.org/officeDocument/2006/relationships" type="ellipse" r:blip="" blipPhldr="1">
                <dgm:adjLst/>
              </dgm:shape>
              <dgm:presOf/>
              <dgm:constrLst/>
              <dgm:ruleLst/>
            </dgm:layoutNode>
            <dgm:layoutNode name="text" styleLbl="revTx">
              <dgm:varLst>
                <dgm:chPref val="3"/>
              </dgm:varLst>
              <dgm:alg type="tx">
                <dgm:param type="parTxLTRAlign" val="l"/>
                <dgm:param type="parTxRTLAlign" val="r"/>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image"/>
                    <dgm:param type="dstNode" val="image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h" for="ch" forName="image2" refType="h" fact="0.8"/>
                      <dgm:constr type="w" for="ch" forName="image2" refType="h" refFor="ch" refForName="image2"/>
                      <dgm:constr type="t" for="ch" forName="image2" refType="h" fact="0.1"/>
                      <dgm:constr type="l" for="ch" forName="image2"/>
                      <dgm:constr type="w" for="ch" forName="text2" refType="w" fact="0.6"/>
                      <dgm:constr type="h" for="ch" forName="text2" refType="h" fact="0.8"/>
                      <dgm:constr type="t" for="ch" forName="text2" refType="w" fact="0.04"/>
                      <dgm:constr type="l" for="ch" forName="text2" refType="w" fact="0.4"/>
                    </dgm:constrLst>
                    <dgm:ruleLst/>
                    <dgm:layoutNode name="image2">
                      <dgm:alg type="sp"/>
                      <dgm:shape xmlns:r="http://schemas.openxmlformats.org/officeDocument/2006/relationships" type="ellipse" r:blip="" blipPhldr="1">
                        <dgm:adjLst/>
                      </dgm:shape>
                      <dgm:presOf/>
                      <dgm:constrLst/>
                      <dgm:ruleLst/>
                    </dgm:layoutNode>
                    <dgm:layoutNode name="text2" styleLbl="revTx">
                      <dgm:varLst>
                        <dgm:chPref val="3"/>
                      </dgm:varLst>
                      <dgm:alg type="tx">
                        <dgm:param type="parTxLTRAlign" val="l"/>
                        <dgm:param type="parTxRTLAlign" val="r"/>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image2"/>
                            <dgm:param type="dstNode" val="image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h" for="ch" forName="image3" refType="h" fact="0.8"/>
                              <dgm:constr type="w" for="ch" forName="image3" refType="h" refFor="ch" refForName="image3"/>
                              <dgm:constr type="t" for="ch" forName="image3" refType="h" fact="0.1"/>
                              <dgm:constr type="l" for="ch" forName="image3"/>
                              <dgm:constr type="w" for="ch" forName="text3" refType="w" fact="0.6"/>
                              <dgm:constr type="h" for="ch" forName="text3" refType="h" fact="0.8"/>
                              <dgm:constr type="t" for="ch" forName="text3" refType="w" fact="0.04"/>
                              <dgm:constr type="l" for="ch" forName="text3" refType="w" fact="0.4"/>
                            </dgm:constrLst>
                            <dgm:ruleLst/>
                            <dgm:layoutNode name="image3">
                              <dgm:alg type="sp"/>
                              <dgm:shape xmlns:r="http://schemas.openxmlformats.org/officeDocument/2006/relationships" type="ellipse" r:blip="" blipPhldr="1">
                                <dgm:adjLst/>
                              </dgm:shape>
                              <dgm:presOf/>
                              <dgm:constrLst/>
                              <dgm:ruleLst/>
                            </dgm:layoutNode>
                            <dgm:layoutNode name="text3" styleLbl="revTx">
                              <dgm:varLst>
                                <dgm:chPref val="3"/>
                              </dgm:varLst>
                              <dgm:alg type="tx">
                                <dgm:param type="parTxLTRAlign" val="l"/>
                                <dgm:param type="parTxRTLAlign" val="r"/>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image3"/>
                                        <dgm:param type="dstNode" val="image4"/>
                                      </dgm:alg>
                                    </dgm:if>
                                    <dgm:else name="Name26">
                                      <dgm:alg type="conn">
                                        <dgm:param type="dim" val="1D"/>
                                        <dgm:param type="endSty" val="noArr"/>
                                        <dgm:param type="connRout" val="bend"/>
                                        <dgm:param type="bendPt" val="end"/>
                                        <dgm:param type="begPts" val="bCtr"/>
                                        <dgm:param type="endPts" val="tCtr"/>
                                        <dgm:param type="srcNode" val="image4"/>
                                        <dgm:param type="dstNode" val="image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h" for="ch" forName="image4" refType="h" fact="0.8"/>
                                      <dgm:constr type="w" for="ch" forName="image4" refType="h" refFor="ch" refForName="image4"/>
                                      <dgm:constr type="t" for="ch" forName="image4" refType="h" fact="0.1"/>
                                      <dgm:constr type="l" for="ch" forName="image4"/>
                                      <dgm:constr type="w" for="ch" forName="text4" refType="w" fact="0.6"/>
                                      <dgm:constr type="h" for="ch" forName="text4" refType="h" fact="0.8"/>
                                      <dgm:constr type="t" for="ch" forName="text4" refType="w" fact="0.04"/>
                                      <dgm:constr type="l" for="ch" forName="text4" refType="w" fact="0.4"/>
                                    </dgm:constrLst>
                                    <dgm:ruleLst/>
                                    <dgm:layoutNode name="image4">
                                      <dgm:alg type="sp"/>
                                      <dgm:shape xmlns:r="http://schemas.openxmlformats.org/officeDocument/2006/relationships" type="ellipse" r:blip="" blipPhldr="1">
                                        <dgm:adjLst/>
                                      </dgm:shape>
                                      <dgm:presOf/>
                                      <dgm:constrLst/>
                                      <dgm:ruleLst/>
                                    </dgm:layoutNode>
                                    <dgm:layoutNode name="text4" styleLbl="revTx">
                                      <dgm:varLst>
                                        <dgm:chPref val="3"/>
                                      </dgm:varLst>
                                      <dgm:alg type="tx">
                                        <dgm:param type="parTxLTRAlign" val="l"/>
                                        <dgm:param type="parTxRTLAlign" val="r"/>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8.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9.xml><?xml version="1.0" encoding="utf-8"?>
<dgm:layoutDef xmlns:dgm="http://schemas.openxmlformats.org/drawingml/2006/diagram" xmlns:a="http://schemas.openxmlformats.org/drawingml/2006/main" uniqueId="urn:microsoft.com/office/officeart/2008/layout/HorizontalMultiLevelHierarchy">
  <dgm:title val=""/>
  <dgm:desc val=""/>
  <dgm:catLst>
    <dgm:cat type="hierarchy" pri="46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clrData>
  <dgm:layoutNode name="Name0">
    <dgm:varLst>
      <dgm:chPref val="1"/>
      <dgm:dir/>
      <dgm:animOne val="branch"/>
      <dgm:animLvl val="lvl"/>
      <dgm:resizeHandles val="exact"/>
    </dgm:varLst>
    <dgm:choose name="Name1">
      <dgm:if name="Name2" func="var" arg="dir" op="equ" val="norm">
        <dgm:alg type="hierChild">
          <dgm:param type="linDir" val="fromT"/>
          <dgm:param type="chAlign" val="l"/>
        </dgm:alg>
      </dgm:if>
      <dgm:else name="Name3">
        <dgm:alg type="hierChild">
          <dgm:param type="linDir" val="fromT"/>
          <dgm:param type="chAlign" val="r"/>
        </dgm:alg>
      </dgm:else>
    </dgm:choose>
    <dgm:shape xmlns:r="http://schemas.openxmlformats.org/officeDocument/2006/relationships" r:blip="">
      <dgm:adjLst/>
    </dgm:shape>
    <dgm:presOf/>
    <dgm:constrLst>
      <dgm:constr type="h" for="des" forName="LevelOneTextNode" refType="h"/>
      <dgm:constr type="w" for="des" forName="LevelOneTextNode" refType="h" refFor="des" refForName="LevelOneTextNode" fact="0.19"/>
      <dgm:constr type="h" for="des" forName="LevelTwoTextNode" refType="w" refFor="des" refForName="LevelOneTextNode"/>
      <dgm:constr type="w" for="des" forName="LevelTwoTextNode" refType="h" refFor="des" refForName="LevelTwoTextNode" fact="3.28"/>
      <dgm:constr type="sibSp" refType="h" refFor="des" refForName="LevelTwoTextNode" op="equ" fact="0.25"/>
      <dgm:constr type="sibSp" for="des" forName="level2hierChild" refType="h" refFor="des" refForName="LevelTwoTextNode" op="equ" fact="0.25"/>
      <dgm:constr type="sibSp" for="des" forName="level3hierChild" refType="h" refFor="des" refForName="LevelTwoTextNode" op="equ" fact="0.25"/>
      <dgm:constr type="sp" for="des" forName="root1" refType="w" refFor="des" refForName="LevelTwoTextNode" fact="0.2"/>
      <dgm:constr type="sp" for="des" forName="root2" refType="sp" refFor="des" refForName="root1" op="equ"/>
      <dgm:constr type="primFontSz" for="des" forName="LevelOneTextNode" op="equ" val="65"/>
      <dgm:constr type="primFontSz" for="des" forName="LevelTwoTextNode" op="equ" val="65"/>
      <dgm:constr type="primFontSz" for="des" forName="LevelTwoTextNode" refType="primFontSz" refFor="des" refForName="LevelOneTextNode" op="lte"/>
      <dgm:constr type="primFontSz" for="des" forName="connTx" op="equ" val="50"/>
      <dgm:constr type="primFontSz" for="des" forName="connTx" refType="primFontSz" refFor="des" refForName="LevelOneTextNode" op="lte" fact="0.78"/>
    </dgm:constrLst>
    <dgm:forEach name="Name4" axis="ch">
      <dgm:forEach name="Name5" axis="self" ptType="node">
        <dgm:layoutNode name="root1">
          <dgm:choose name="Name6">
            <dgm:if name="Name7" func="var" arg="dir" op="equ" val="norm">
              <dgm:alg type="hierRoot">
                <dgm:param type="hierAlign" val="lCtrCh"/>
              </dgm:alg>
            </dgm:if>
            <dgm:else name="Name8">
              <dgm:alg type="hierRoot">
                <dgm:param type="hierAlign" val="rCtrCh"/>
              </dgm:alg>
            </dgm:else>
          </dgm:choose>
          <dgm:shape xmlns:r="http://schemas.openxmlformats.org/officeDocument/2006/relationships" r:blip="">
            <dgm:adjLst/>
          </dgm:shape>
          <dgm:presOf/>
          <dgm:layoutNode name="LevelOneTextNode" styleLbl="node0">
            <dgm:varLst>
              <dgm:chPref val="3"/>
            </dgm:varLst>
            <dgm:alg type="tx">
              <dgm:param type="autoTxRot" val="grav"/>
            </dgm:alg>
            <dgm:choose name="Name9">
              <dgm:if name="Name10" func="var" arg="dir" op="equ" val="norm">
                <dgm:shape xmlns:r="http://schemas.openxmlformats.org/officeDocument/2006/relationships" rot="270" type="rect" r:blip="">
                  <dgm:adjLst/>
                </dgm:shape>
              </dgm:if>
              <dgm:else name="Name11">
                <dgm:shape xmlns:r="http://schemas.openxmlformats.org/officeDocument/2006/relationships" rot="90" type="rect" r:blip="">
                  <dgm:adjLst/>
                </dgm:shape>
              </dgm:else>
            </dgm:choose>
            <dgm:presOf axis="self"/>
            <dgm:constrLst>
              <dgm:constr type="tMarg" refType="primFontSz" fact="0.05"/>
              <dgm:constr type="bMarg" refType="primFontSz" fact="0.05"/>
              <dgm:constr type="lMarg" refType="primFontSz" fact="0.05"/>
              <dgm:constr type="rMarg" refType="primFontSz" fact="0.05"/>
            </dgm:constrLst>
            <dgm:ruleLst>
              <dgm:rule type="primFontSz" val="2" fact="NaN" max="NaN"/>
            </dgm:ruleLst>
          </dgm:layoutNode>
          <dgm:layoutNode name="level2hierChild">
            <dgm:choose name="Name12">
              <dgm:if name="Name13" func="var" arg="dir" op="equ" val="norm">
                <dgm:alg type="hierChild">
                  <dgm:param type="linDir" val="fromT"/>
                  <dgm:param type="chAlign" val="l"/>
                </dgm:alg>
              </dgm:if>
              <dgm:else name="Name14">
                <dgm:alg type="hierChild">
                  <dgm:param type="linDir" val="fromT"/>
                  <dgm:param type="chAlign" val="r"/>
                </dgm:alg>
              </dgm:else>
            </dgm:choose>
            <dgm:shape xmlns:r="http://schemas.openxmlformats.org/officeDocument/2006/relationships" r:blip="">
              <dgm:adjLst/>
            </dgm:shape>
            <dgm:presOf/>
            <dgm:forEach name="repeat" axis="ch">
              <dgm:forEach name="Name15" axis="self" ptType="parTrans" cnt="1">
                <dgm:layoutNode name="conn2-1">
                  <dgm:choose name="Name16">
                    <dgm:if name="Name17" func="var" arg="dir" op="equ" val="norm">
                      <dgm:alg type="conn">
                        <dgm:param type="dim" val="1D"/>
                        <dgm:param type="begPts" val="midR"/>
                        <dgm:param type="endPts" val="midL"/>
                        <dgm:param type="endSty" val="noArr"/>
                        <dgm:param type="connRout" val="bend"/>
                      </dgm:alg>
                    </dgm:if>
                    <dgm:else name="Name18">
                      <dgm:alg type="conn">
                        <dgm:param type="dim" val="1D"/>
                        <dgm:param type="begPts" val="midL"/>
                        <dgm:param type="endPts" val="midR"/>
                        <dgm:param type="endSty" val="noArr"/>
                        <dgm:param type="connRout" val="bend"/>
                      </dgm:alg>
                    </dgm:else>
                  </dgm:choose>
                  <dgm:shape xmlns:r="http://schemas.openxmlformats.org/officeDocument/2006/relationships" type="conn" r:blip="" zOrderOff="-99999">
                    <dgm:adjLst/>
                  </dgm:shape>
                  <dgm:presOf axis="self"/>
                  <dgm:constrLst>
                    <dgm:constr type="w" val="1"/>
                    <dgm:constr type="h" val="5"/>
                    <dgm:constr type="connDist"/>
                    <dgm:constr type="begPad"/>
                    <dgm:constr type="endPad"/>
                    <dgm:constr type="userA" for="ch" refType="connDist"/>
                  </dgm:constr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9" axis="self" ptType="node">
                <dgm:layoutNode name="root2">
                  <dgm:choose name="Name20">
                    <dgm:if name="Name21" func="var" arg="dir" op="equ" val="norm">
                      <dgm:alg type="hierRoot">
                        <dgm:param type="hierAlign" val="lCtrCh"/>
                      </dgm:alg>
                    </dgm:if>
                    <dgm:else name="Name22">
                      <dgm:alg type="hierRoot">
                        <dgm:param type="hierAlign" val="rCtrCh"/>
                      </dgm:alg>
                    </dgm:else>
                  </dgm:choose>
                  <dgm:shape xmlns:r="http://schemas.openxmlformats.org/officeDocument/2006/relationships" r:blip="">
                    <dgm:adjLst/>
                  </dgm:shape>
                  <dgm:presOf/>
                  <dgm:layoutNode name="LevelTwoTextNode">
                    <dgm:varLst>
                      <dgm:chPref val="3"/>
                    </dgm:varLst>
                    <dgm:alg type="tx"/>
                    <dgm:shape xmlns:r="http://schemas.openxmlformats.org/officeDocument/2006/relationships" type="rect" r:blip="">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2" fact="NaN" max="NaN"/>
                    </dgm:ruleLst>
                  </dgm:layoutNode>
                  <dgm:layoutNode name="level3hierChild">
                    <dgm:choose name="Name23">
                      <dgm:if name="Name24" func="var" arg="dir" op="equ" val="norm">
                        <dgm:alg type="hierChild">
                          <dgm:param type="linDir" val="fromT"/>
                          <dgm:param type="chAlign" val="l"/>
                        </dgm:alg>
                      </dgm:if>
                      <dgm:else name="Name25">
                        <dgm:alg type="hierChild">
                          <dgm:param type="linDir" val="fromT"/>
                          <dgm:param type="chAlign" val="r"/>
                        </dgm:alg>
                      </dgm:else>
                    </dgm:choose>
                    <dgm:shape xmlns:r="http://schemas.openxmlformats.org/officeDocument/2006/relationships" r:blip="">
                      <dgm:adjLst/>
                    </dgm:shape>
                    <dgm:presOf/>
                    <dgm:forEach name="Name26" ref="repeat"/>
                  </dgm:layoutNode>
                </dgm:layoutNode>
              </dgm:forEach>
            </dgm:forEach>
          </dgm:layoutNode>
        </dgm:layoutNode>
      </dgm:forEach>
    </dgm:forEach>
  </dgm:layoutNode>
</dgm:layoutDef>
</file>

<file path=ppt/diagrams/layout10.xml><?xml version="1.0" encoding="utf-8"?>
<dgm:layoutDef xmlns:dgm="http://schemas.openxmlformats.org/drawingml/2006/diagram" xmlns:a="http://schemas.openxmlformats.org/drawingml/2006/main" uniqueId="urn:microsoft.com/office/officeart/2005/8/layout/radial6">
  <dgm:title val=""/>
  <dgm:desc val=""/>
  <dgm:catLst>
    <dgm:cat type="cycle" pri="9000"/>
    <dgm:cat type="relationship" pri="21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Lst>
      <dgm:cxnLst>
        <dgm:cxn modelId="2" srcId="0" destId="1" srcOrd="0" destOrd="0"/>
        <dgm:cxn modelId="15" srcId="1" destId="11" srcOrd="0" destOrd="0"/>
        <dgm:cxn modelId="16" srcId="1" destId="12" srcOrd="1" destOrd="0"/>
        <dgm:cxn modelId="17" srcId="1" destId="13" srcOrd="2"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Name0">
    <dgm:varLst>
      <dgm:chMax val="1"/>
      <dgm:dir/>
      <dgm:animLvl val="ctr"/>
      <dgm:resizeHandles val="exact"/>
    </dgm:varLst>
    <dgm:choose name="Name1">
      <dgm:if name="Name2" func="var" arg="dir" op="equ" val="norm">
        <dgm:choose name="Name3">
          <dgm:if name="Name4" axis="ch ch" ptType="node node" st="1 1" cnt="1 0" func="cnt" op="lte" val="1">
            <dgm:alg type="cycle">
              <dgm:param type="stAng" val="90"/>
              <dgm:param type="spanAng" val="360"/>
              <dgm:param type="ctrShpMap" val="fNode"/>
            </dgm:alg>
          </dgm:if>
          <dgm:else name="Name5">
            <dgm:alg type="cycle">
              <dgm:param type="stAng" val="0"/>
              <dgm:param type="spanAng" val="360"/>
              <dgm:param type="ctrShpMap" val="fNode"/>
            </dgm:alg>
          </dgm:else>
        </dgm:choose>
      </dgm:if>
      <dgm:else name="Name6">
        <dgm:choose name="Name7">
          <dgm:if name="Name8" axis="ch ch" ptType="node node" st="1 1" cnt="1 0" func="cnt" op="lte" val="1">
            <dgm:alg type="cycle">
              <dgm:param type="stAng" val="-90"/>
              <dgm:param type="spanAng" val="360"/>
              <dgm:param type="ctrShpMap" val="fNode"/>
            </dgm:alg>
          </dgm:if>
          <dgm:else name="Name9">
            <dgm:alg type="cycle">
              <dgm:param type="stAng" val="0"/>
              <dgm:param type="spanAng" val="-360"/>
              <dgm:param type="ctrShpMap" val="fNode"/>
            </dgm:alg>
          </dgm:else>
        </dgm:choose>
      </dgm:else>
    </dgm:choose>
    <dgm:shape xmlns:r="http://schemas.openxmlformats.org/officeDocument/2006/relationships" r:blip="">
      <dgm:adjLst/>
    </dgm:shape>
    <dgm:presOf/>
    <dgm:choose name="Name10">
      <dgm:if name="Name11" func="var" arg="dir" op="equ" val="norm">
        <dgm:choose name="Name12">
          <dgm:if name="Name13" axis="ch ch" ptType="node node" st="1 1" cnt="1 0" func="cnt" op="equ" val="1">
            <dgm:constrLst>
              <dgm:constr type="diam" val="170"/>
              <dgm:constr type="w" for="ch" forName="centerShape" refType="w"/>
              <dgm:constr type="w" for="ch" forName="oneComp" refType="w" refFor="ch" refForName="centerShape" op="equ" fact="0.7"/>
              <dgm:constr type="sp" refType="w" refFor="ch" refForName="oneComp" fact="0.3"/>
              <dgm:constr type="sibSp" refType="w" refFor="ch" refForName="oneComp" fact="0.3"/>
              <dgm:constr type="primFontSz" for="ch" forName="centerShape" val="65"/>
              <dgm:constr type="primFontSz" for="des" forName="oneNode" refType="primFontSz" refFor="ch" refForName="centerShape" fact="0.95"/>
              <dgm:constr type="primFontSz" for="des" forName="oneNode" refType="primFontSz" refFor="ch" refForName="centerShape" op="lte" fact="0.95"/>
              <dgm:constr type="diam" for="ch" forName="singleconn" refType="diam" op="equ" fact="-1"/>
              <dgm:constr type="h" for="ch" forName="singleconn" refType="w" refFor="ch" refForName="oneComp" fact="0.24"/>
              <dgm:constr type="w" for="ch" forName="dummya" refType="w" refFor="ch" refForName="oneComp" op="equ"/>
              <dgm:constr type="w" for="ch" forName="dummyb" refType="w" refFor="ch" refForName="oneComp" op="equ"/>
              <dgm:constr type="w" for="ch" forName="dummyc" refType="w" refFor="ch" refForName="oneComp" op="equ"/>
            </dgm:constrLst>
          </dgm:if>
          <dgm:else name="Name14">
            <dgm:constrLst>
              <dgm:constr type="diam" val="170"/>
              <dgm:constr type="w" for="ch" forName="centerShape" refType="w"/>
              <dgm:constr type="w" for="ch" forName="node" refType="w" refFor="ch" refForName="centerShape" op="equ" fact="0.7"/>
              <dgm:constr type="sp" refType="w" refFor="ch" refForName="node" fact="0.3"/>
              <dgm:constr type="sibSp" refType="w" refFor="ch" refForName="node" fact="0.3"/>
              <dgm:constr type="primFontSz" for="ch" forName="centerShape" val="65"/>
              <dgm:constr type="primFontSz" for="des" forName="node" refType="primFontSz" refFor="ch" refForName="centerShape" fact="0.78"/>
              <dgm:constr type="primFontSz" for="ch" forName="node" refType="primFontSz" refFor="ch" refForName="centerShape" op="lte" fact="0.95"/>
              <dgm:constr type="diam" for="ch" forName="sibTrans" refType="diam" op="equ"/>
              <dgm:constr type="h" for="ch" forName="sibTrans" refType="w" refFor="ch" refForName="node" fact="0.24"/>
              <dgm:constr type="w" for="ch" forName="dummy" val="1"/>
            </dgm:constrLst>
          </dgm:else>
        </dgm:choose>
      </dgm:if>
      <dgm:else name="Name15">
        <dgm:choose name="Name16">
          <dgm:if name="Name17" axis="ch ch" ptType="node node" st="1 1" cnt="1 0" func="cnt" op="equ" val="1">
            <dgm:constrLst>
              <dgm:constr type="diam" val="170"/>
              <dgm:constr type="w" for="ch" forName="centerShape" refType="w"/>
              <dgm:constr type="w" for="ch" forName="oneComp" refType="w" refFor="ch" refForName="centerShape" op="equ" fact="0.7"/>
              <dgm:constr type="sp" refType="w" refFor="ch" refForName="oneComp" fact="0.3"/>
              <dgm:constr type="sibSp" refType="w" refFor="ch" refForName="oneComp" fact="0.3"/>
              <dgm:constr type="primFontSz" for="ch" forName="centerShape" val="65"/>
              <dgm:constr type="primFontSz" for="des" forName="oneNode" refType="primFontSz" refFor="ch" refForName="centerShape" fact="0.95"/>
              <dgm:constr type="primFontSz" for="ch" forName="oneNode" refType="primFontSz" refFor="ch" refForName="centerShape" op="lte" fact="0.95"/>
              <dgm:constr type="diam" for="ch" forName="singleconn" refType="diam"/>
              <dgm:constr type="h" for="ch" forName="singleconn" refType="w" refFor="ch" refForName="oneComp" fact="0.24"/>
              <dgm:constr type="diam" for="ch" refType="diam" op="equ"/>
              <dgm:constr type="w" for="ch" forName="dummya" refType="w" refFor="ch" refForName="oneComp" op="equ"/>
              <dgm:constr type="w" for="ch" forName="dummyb" refType="w" refFor="ch" refForName="oneComp" op="equ"/>
              <dgm:constr type="w" for="ch" forName="dummyc" refType="w" refFor="ch" refForName="oneComp" op="equ"/>
            </dgm:constrLst>
          </dgm:if>
          <dgm:else name="Name18">
            <dgm:constrLst>
              <dgm:constr type="diam" val="170"/>
              <dgm:constr type="w" for="ch" forName="centerShape" refType="w"/>
              <dgm:constr type="w" for="ch" forName="node" refType="w" refFor="ch" refForName="centerShape" op="equ" fact="0.7"/>
              <dgm:constr type="sp" refType="w" refFor="ch" refForName="node" fact="0.3"/>
              <dgm:constr type="sibSp" refType="w" refFor="ch" refForName="node" fact="0.3"/>
              <dgm:constr type="primFontSz" for="ch" forName="centerShape" val="65"/>
              <dgm:constr type="primFontSz" for="des" forName="node" refType="primFontSz" refFor="ch" refForName="centerShape" fact="0.78"/>
              <dgm:constr type="primFontSz" for="ch" forName="node" refType="primFontSz" refFor="ch" refForName="centerShape" op="lte" fact="0.95"/>
              <dgm:constr type="diam" for="ch" ptType="sibTrans" refType="diam" fact="-1"/>
              <dgm:constr type="h" for="ch" forName="sibTrans" refType="w" refFor="ch" refForName="node" fact="0.24"/>
              <dgm:constr type="diam" for="ch" refType="diam" op="equ" fact="-1"/>
              <dgm:constr type="w" for="ch" forName="dummy" val="1"/>
            </dgm:constrLst>
          </dgm:else>
        </dgm:choose>
      </dgm:else>
    </dgm:choose>
    <dgm:ruleLst>
      <dgm:rule type="diam" val="INF" fact="NaN" max="NaN"/>
    </dgm:ruleLst>
    <dgm:forEach name="Name19" axis="ch" ptType="node" cnt="1">
      <dgm:layoutNode name="centerShape" styleLbl="node0">
        <dgm:alg type="tx"/>
        <dgm:shape xmlns:r="http://schemas.openxmlformats.org/officeDocument/2006/relationships" type="ellipse" r:blip="">
          <dgm:adjLst/>
        </dgm:shape>
        <dgm:presOf axis="self"/>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name="Name20" axis="ch">
        <dgm:forEach name="Name21" axis="self" ptType="node">
          <dgm:choose name="Name22">
            <dgm:if name="Name23" axis="par ch" ptType="node node" func="cnt" op="gt" val="1">
              <dgm:layoutNode name="node" styleLbl="node1">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layoutNode name="dummy">
                <dgm:alg type="sp"/>
                <dgm:shape xmlns:r="http://schemas.openxmlformats.org/officeDocument/2006/relationships" r:blip="">
                  <dgm:adjLst/>
                </dgm:shape>
                <dgm:presOf/>
                <dgm:constrLst>
                  <dgm:constr type="h" refType="w"/>
                </dgm:constrLst>
                <dgm:ruleLst/>
              </dgm:layoutNode>
              <dgm:forEach name="sibTransForEach" axis="followSib" ptType="sibTrans" hideLastTrans="0" cnt="1">
                <dgm:layoutNode name="sibTrans" styleLbl="sibTrans2D1">
                  <dgm:alg type="conn">
                    <dgm:param type="connRout" val="curve"/>
                    <dgm:param type="begPts" val="ctr"/>
                    <dgm:param type="endPts" val="ctr"/>
                    <dgm:param type="begSty" val="noArr"/>
                    <dgm:param type="endSty" val="noArr"/>
                    <dgm:param type="dstNode" val="node"/>
                  </dgm:alg>
                  <dgm:shape xmlns:r="http://schemas.openxmlformats.org/officeDocument/2006/relationships" type="conn" r:blip="" zOrderOff="-999">
                    <dgm:adjLst/>
                  </dgm:shape>
                  <dgm:presOf axis="self"/>
                  <dgm:constrLst>
                    <dgm:constr type="begPad"/>
                    <dgm:constr type="endPad"/>
                  </dgm:constrLst>
                  <dgm:ruleLst/>
                </dgm:layoutNode>
              </dgm:forEach>
            </dgm:if>
            <dgm:if name="Name24" axis="par ch" ptType="node node" func="cnt" op="equ" val="1">
              <dgm:layoutNode name="oneComp">
                <dgm:alg type="composite">
                  <dgm:param type="ar" val="1"/>
                </dgm:alg>
                <dgm:shape xmlns:r="http://schemas.openxmlformats.org/officeDocument/2006/relationships" r:blip="">
                  <dgm:adjLst/>
                </dgm:shape>
                <dgm:presOf/>
                <dgm:constrLst>
                  <dgm:constr type="h" refType="w"/>
                  <dgm:constr type="l" for="ch" forName="dummyConnPt" refType="w" fact="0.5"/>
                  <dgm:constr type="t" for="ch" forName="dummyConnPt" refType="w" fact="0.5"/>
                  <dgm:constr type="l" for="ch" forName="oneNode"/>
                  <dgm:constr type="t" for="ch" forName="oneNode"/>
                  <dgm:constr type="h" for="ch" forName="oneNode" refType="h"/>
                  <dgm:constr type="w" for="ch" forName="oneNode" refType="w"/>
                </dgm:constrLst>
                <dgm:ruleLst/>
                <dgm:layoutNode name="dummyConnPt" styleLbl="node1">
                  <dgm:alg type="sp"/>
                  <dgm:shape xmlns:r="http://schemas.openxmlformats.org/officeDocument/2006/relationships" r:blip="">
                    <dgm:adjLst/>
                  </dgm:shape>
                  <dgm:presOf/>
                  <dgm:constrLst>
                    <dgm:constr type="w" val="1"/>
                    <dgm:constr type="h" val="1"/>
                  </dgm:constrLst>
                  <dgm:ruleLst/>
                </dgm:layoutNode>
                <dgm:layoutNode name="oneNode" styleLbl="node1">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layoutNode>
              <dgm:layoutNode name="dummya">
                <dgm:alg type="sp"/>
                <dgm:shape xmlns:r="http://schemas.openxmlformats.org/officeDocument/2006/relationships" r:blip="">
                  <dgm:adjLst/>
                </dgm:shape>
                <dgm:presOf/>
                <dgm:constrLst>
                  <dgm:constr type="h" refType="w"/>
                </dgm:constrLst>
                <dgm:ruleLst/>
              </dgm:layoutNode>
              <dgm:layoutNode name="dummyb">
                <dgm:alg type="sp"/>
                <dgm:shape xmlns:r="http://schemas.openxmlformats.org/officeDocument/2006/relationships" r:blip="">
                  <dgm:adjLst/>
                </dgm:shape>
                <dgm:presOf/>
                <dgm:constrLst>
                  <dgm:constr type="h" refType="w"/>
                </dgm:constrLst>
                <dgm:ruleLst/>
              </dgm:layoutNode>
              <dgm:layoutNode name="dummyc">
                <dgm:alg type="sp"/>
                <dgm:shape xmlns:r="http://schemas.openxmlformats.org/officeDocument/2006/relationships" r:blip="">
                  <dgm:adjLst/>
                </dgm:shape>
                <dgm:presOf/>
                <dgm:constrLst>
                  <dgm:constr type="h" refType="w"/>
                </dgm:constrLst>
                <dgm:ruleLst/>
              </dgm:layoutNode>
              <dgm:forEach name="sibTransForEach1" axis="followSib" ptType="sibTrans" hideLastTrans="0" cnt="1">
                <dgm:layoutNode name="singleconn" styleLbl="sibTrans2D1">
                  <dgm:alg type="conn">
                    <dgm:param type="connRout" val="longCurve"/>
                    <dgm:param type="begPts" val="bCtr"/>
                    <dgm:param type="endPts" val="tCtr"/>
                    <dgm:param type="begSty" val="noArr"/>
                    <dgm:param type="endSty" val="noArr"/>
                    <dgm:param type="srcNode" val="dummyConnPt"/>
                    <dgm:param type="dstNode" val="dummyConnPt"/>
                  </dgm:alg>
                  <dgm:shape xmlns:r="http://schemas.openxmlformats.org/officeDocument/2006/relationships" type="conn" r:blip="" zOrderOff="-999">
                    <dgm:adjLst/>
                  </dgm:shape>
                  <dgm:presOf axis="self"/>
                  <dgm:constrLst>
                    <dgm:constr type="begPad"/>
                    <dgm:constr type="endPad"/>
                  </dgm:constrLst>
                  <dgm:ruleLst/>
                </dgm:layoutNode>
              </dgm:forEach>
            </dgm:if>
            <dgm:else name="Name25"/>
          </dgm:choose>
        </dgm:forEach>
      </dgm:forEach>
    </dgm:forEach>
  </dgm:layoutNode>
</dgm:layoutDef>
</file>

<file path=ppt/diagrams/layout11.xml><?xml version="1.0" encoding="utf-8"?>
<dgm:layoutDef xmlns:dgm="http://schemas.openxmlformats.org/drawingml/2006/diagram" xmlns:a="http://schemas.openxmlformats.org/drawingml/2006/main" uniqueId="urn:microsoft.com/office/officeart/2008/layout/HorizontalMultiLevelHierarchy">
  <dgm:title val=""/>
  <dgm:desc val=""/>
  <dgm:catLst>
    <dgm:cat type="hierarchy" pri="46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clrData>
  <dgm:layoutNode name="Name0">
    <dgm:varLst>
      <dgm:chPref val="1"/>
      <dgm:dir/>
      <dgm:animOne val="branch"/>
      <dgm:animLvl val="lvl"/>
      <dgm:resizeHandles val="exact"/>
    </dgm:varLst>
    <dgm:choose name="Name1">
      <dgm:if name="Name2" func="var" arg="dir" op="equ" val="norm">
        <dgm:alg type="hierChild">
          <dgm:param type="linDir" val="fromT"/>
          <dgm:param type="chAlign" val="l"/>
        </dgm:alg>
      </dgm:if>
      <dgm:else name="Name3">
        <dgm:alg type="hierChild">
          <dgm:param type="linDir" val="fromT"/>
          <dgm:param type="chAlign" val="r"/>
        </dgm:alg>
      </dgm:else>
    </dgm:choose>
    <dgm:shape xmlns:r="http://schemas.openxmlformats.org/officeDocument/2006/relationships" r:blip="">
      <dgm:adjLst/>
    </dgm:shape>
    <dgm:presOf/>
    <dgm:constrLst>
      <dgm:constr type="h" for="des" forName="LevelOneTextNode" refType="h"/>
      <dgm:constr type="w" for="des" forName="LevelOneTextNode" refType="h" refFor="des" refForName="LevelOneTextNode" fact="0.19"/>
      <dgm:constr type="h" for="des" forName="LevelTwoTextNode" refType="w" refFor="des" refForName="LevelOneTextNode"/>
      <dgm:constr type="w" for="des" forName="LevelTwoTextNode" refType="h" refFor="des" refForName="LevelTwoTextNode" fact="3.28"/>
      <dgm:constr type="sibSp" refType="h" refFor="des" refForName="LevelTwoTextNode" op="equ" fact="0.25"/>
      <dgm:constr type="sibSp" for="des" forName="level2hierChild" refType="h" refFor="des" refForName="LevelTwoTextNode" op="equ" fact="0.25"/>
      <dgm:constr type="sibSp" for="des" forName="level3hierChild" refType="h" refFor="des" refForName="LevelTwoTextNode" op="equ" fact="0.25"/>
      <dgm:constr type="sp" for="des" forName="root1" refType="w" refFor="des" refForName="LevelTwoTextNode" fact="0.2"/>
      <dgm:constr type="sp" for="des" forName="root2" refType="sp" refFor="des" refForName="root1" op="equ"/>
      <dgm:constr type="primFontSz" for="des" forName="LevelOneTextNode" op="equ" val="65"/>
      <dgm:constr type="primFontSz" for="des" forName="LevelTwoTextNode" op="equ" val="65"/>
      <dgm:constr type="primFontSz" for="des" forName="LevelTwoTextNode" refType="primFontSz" refFor="des" refForName="LevelOneTextNode" op="lte"/>
      <dgm:constr type="primFontSz" for="des" forName="connTx" op="equ" val="50"/>
      <dgm:constr type="primFontSz" for="des" forName="connTx" refType="primFontSz" refFor="des" refForName="LevelOneTextNode" op="lte" fact="0.78"/>
    </dgm:constrLst>
    <dgm:forEach name="Name4" axis="ch">
      <dgm:forEach name="Name5" axis="self" ptType="node">
        <dgm:layoutNode name="root1">
          <dgm:choose name="Name6">
            <dgm:if name="Name7" func="var" arg="dir" op="equ" val="norm">
              <dgm:alg type="hierRoot">
                <dgm:param type="hierAlign" val="lCtrCh"/>
              </dgm:alg>
            </dgm:if>
            <dgm:else name="Name8">
              <dgm:alg type="hierRoot">
                <dgm:param type="hierAlign" val="rCtrCh"/>
              </dgm:alg>
            </dgm:else>
          </dgm:choose>
          <dgm:shape xmlns:r="http://schemas.openxmlformats.org/officeDocument/2006/relationships" r:blip="">
            <dgm:adjLst/>
          </dgm:shape>
          <dgm:presOf/>
          <dgm:layoutNode name="LevelOneTextNode" styleLbl="node0">
            <dgm:varLst>
              <dgm:chPref val="3"/>
            </dgm:varLst>
            <dgm:alg type="tx">
              <dgm:param type="autoTxRot" val="grav"/>
            </dgm:alg>
            <dgm:choose name="Name9">
              <dgm:if name="Name10" func="var" arg="dir" op="equ" val="norm">
                <dgm:shape xmlns:r="http://schemas.openxmlformats.org/officeDocument/2006/relationships" rot="270" type="rect" r:blip="">
                  <dgm:adjLst/>
                </dgm:shape>
              </dgm:if>
              <dgm:else name="Name11">
                <dgm:shape xmlns:r="http://schemas.openxmlformats.org/officeDocument/2006/relationships" rot="90" type="rect" r:blip="">
                  <dgm:adjLst/>
                </dgm:shape>
              </dgm:else>
            </dgm:choose>
            <dgm:presOf axis="self"/>
            <dgm:constrLst>
              <dgm:constr type="tMarg" refType="primFontSz" fact="0.05"/>
              <dgm:constr type="bMarg" refType="primFontSz" fact="0.05"/>
              <dgm:constr type="lMarg" refType="primFontSz" fact="0.05"/>
              <dgm:constr type="rMarg" refType="primFontSz" fact="0.05"/>
            </dgm:constrLst>
            <dgm:ruleLst>
              <dgm:rule type="primFontSz" val="2" fact="NaN" max="NaN"/>
            </dgm:ruleLst>
          </dgm:layoutNode>
          <dgm:layoutNode name="level2hierChild">
            <dgm:choose name="Name12">
              <dgm:if name="Name13" func="var" arg="dir" op="equ" val="norm">
                <dgm:alg type="hierChild">
                  <dgm:param type="linDir" val="fromT"/>
                  <dgm:param type="chAlign" val="l"/>
                </dgm:alg>
              </dgm:if>
              <dgm:else name="Name14">
                <dgm:alg type="hierChild">
                  <dgm:param type="linDir" val="fromT"/>
                  <dgm:param type="chAlign" val="r"/>
                </dgm:alg>
              </dgm:else>
            </dgm:choose>
            <dgm:shape xmlns:r="http://schemas.openxmlformats.org/officeDocument/2006/relationships" r:blip="">
              <dgm:adjLst/>
            </dgm:shape>
            <dgm:presOf/>
            <dgm:forEach name="repeat" axis="ch">
              <dgm:forEach name="Name15" axis="self" ptType="parTrans" cnt="1">
                <dgm:layoutNode name="conn2-1">
                  <dgm:choose name="Name16">
                    <dgm:if name="Name17" func="var" arg="dir" op="equ" val="norm">
                      <dgm:alg type="conn">
                        <dgm:param type="dim" val="1D"/>
                        <dgm:param type="begPts" val="midR"/>
                        <dgm:param type="endPts" val="midL"/>
                        <dgm:param type="endSty" val="noArr"/>
                        <dgm:param type="connRout" val="bend"/>
                      </dgm:alg>
                    </dgm:if>
                    <dgm:else name="Name18">
                      <dgm:alg type="conn">
                        <dgm:param type="dim" val="1D"/>
                        <dgm:param type="begPts" val="midL"/>
                        <dgm:param type="endPts" val="midR"/>
                        <dgm:param type="endSty" val="noArr"/>
                        <dgm:param type="connRout" val="bend"/>
                      </dgm:alg>
                    </dgm:else>
                  </dgm:choose>
                  <dgm:shape xmlns:r="http://schemas.openxmlformats.org/officeDocument/2006/relationships" type="conn" r:blip="" zOrderOff="-99999">
                    <dgm:adjLst/>
                  </dgm:shape>
                  <dgm:presOf axis="self"/>
                  <dgm:constrLst>
                    <dgm:constr type="w" val="1"/>
                    <dgm:constr type="h" val="5"/>
                    <dgm:constr type="connDist"/>
                    <dgm:constr type="begPad"/>
                    <dgm:constr type="endPad"/>
                    <dgm:constr type="userA" for="ch" refType="connDist"/>
                  </dgm:constr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9" axis="self" ptType="node">
                <dgm:layoutNode name="root2">
                  <dgm:choose name="Name20">
                    <dgm:if name="Name21" func="var" arg="dir" op="equ" val="norm">
                      <dgm:alg type="hierRoot">
                        <dgm:param type="hierAlign" val="lCtrCh"/>
                      </dgm:alg>
                    </dgm:if>
                    <dgm:else name="Name22">
                      <dgm:alg type="hierRoot">
                        <dgm:param type="hierAlign" val="rCtrCh"/>
                      </dgm:alg>
                    </dgm:else>
                  </dgm:choose>
                  <dgm:shape xmlns:r="http://schemas.openxmlformats.org/officeDocument/2006/relationships" r:blip="">
                    <dgm:adjLst/>
                  </dgm:shape>
                  <dgm:presOf/>
                  <dgm:layoutNode name="LevelTwoTextNode">
                    <dgm:varLst>
                      <dgm:chPref val="3"/>
                    </dgm:varLst>
                    <dgm:alg type="tx"/>
                    <dgm:shape xmlns:r="http://schemas.openxmlformats.org/officeDocument/2006/relationships" type="rect" r:blip="">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2" fact="NaN" max="NaN"/>
                    </dgm:ruleLst>
                  </dgm:layoutNode>
                  <dgm:layoutNode name="level3hierChild">
                    <dgm:choose name="Name23">
                      <dgm:if name="Name24" func="var" arg="dir" op="equ" val="norm">
                        <dgm:alg type="hierChild">
                          <dgm:param type="linDir" val="fromT"/>
                          <dgm:param type="chAlign" val="l"/>
                        </dgm:alg>
                      </dgm:if>
                      <dgm:else name="Name25">
                        <dgm:alg type="hierChild">
                          <dgm:param type="linDir" val="fromT"/>
                          <dgm:param type="chAlign" val="r"/>
                        </dgm:alg>
                      </dgm:else>
                    </dgm:choose>
                    <dgm:shape xmlns:r="http://schemas.openxmlformats.org/officeDocument/2006/relationships" r:blip="">
                      <dgm:adjLst/>
                    </dgm:shape>
                    <dgm:presOf/>
                    <dgm:forEach name="Name26" ref="repeat"/>
                  </dgm:layoutNode>
                </dgm:layoutNode>
              </dgm:forEach>
            </dgm:forEach>
          </dgm:layoutNode>
        </dgm:layoutNode>
      </dgm:forEach>
    </dgm:forEach>
  </dgm:layoutNode>
</dgm:layoutDef>
</file>

<file path=ppt/diagrams/layout12.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layout13.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14.xml><?xml version="1.0" encoding="utf-8"?>
<dgm:layoutDef xmlns:dgm="http://schemas.openxmlformats.org/drawingml/2006/diagram" xmlns:a="http://schemas.openxmlformats.org/drawingml/2006/main" uniqueId="urn:microsoft.com/office/officeart/2008/layout/HorizontalMultiLevelHierarchy">
  <dgm:title val=""/>
  <dgm:desc val=""/>
  <dgm:catLst>
    <dgm:cat type="hierarchy" pri="46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clrData>
  <dgm:layoutNode name="Name0">
    <dgm:varLst>
      <dgm:chPref val="1"/>
      <dgm:dir/>
      <dgm:animOne val="branch"/>
      <dgm:animLvl val="lvl"/>
      <dgm:resizeHandles val="exact"/>
    </dgm:varLst>
    <dgm:choose name="Name1">
      <dgm:if name="Name2" func="var" arg="dir" op="equ" val="norm">
        <dgm:alg type="hierChild">
          <dgm:param type="linDir" val="fromT"/>
          <dgm:param type="chAlign" val="l"/>
        </dgm:alg>
      </dgm:if>
      <dgm:else name="Name3">
        <dgm:alg type="hierChild">
          <dgm:param type="linDir" val="fromT"/>
          <dgm:param type="chAlign" val="r"/>
        </dgm:alg>
      </dgm:else>
    </dgm:choose>
    <dgm:shape xmlns:r="http://schemas.openxmlformats.org/officeDocument/2006/relationships" r:blip="">
      <dgm:adjLst/>
    </dgm:shape>
    <dgm:presOf/>
    <dgm:constrLst>
      <dgm:constr type="h" for="des" forName="LevelOneTextNode" refType="h"/>
      <dgm:constr type="w" for="des" forName="LevelOneTextNode" refType="h" refFor="des" refForName="LevelOneTextNode" fact="0.19"/>
      <dgm:constr type="h" for="des" forName="LevelTwoTextNode" refType="w" refFor="des" refForName="LevelOneTextNode"/>
      <dgm:constr type="w" for="des" forName="LevelTwoTextNode" refType="h" refFor="des" refForName="LevelTwoTextNode" fact="3.28"/>
      <dgm:constr type="sibSp" refType="h" refFor="des" refForName="LevelTwoTextNode" op="equ" fact="0.25"/>
      <dgm:constr type="sibSp" for="des" forName="level2hierChild" refType="h" refFor="des" refForName="LevelTwoTextNode" op="equ" fact="0.25"/>
      <dgm:constr type="sibSp" for="des" forName="level3hierChild" refType="h" refFor="des" refForName="LevelTwoTextNode" op="equ" fact="0.25"/>
      <dgm:constr type="sp" for="des" forName="root1" refType="w" refFor="des" refForName="LevelTwoTextNode" fact="0.2"/>
      <dgm:constr type="sp" for="des" forName="root2" refType="sp" refFor="des" refForName="root1" op="equ"/>
      <dgm:constr type="primFontSz" for="des" forName="LevelOneTextNode" op="equ" val="65"/>
      <dgm:constr type="primFontSz" for="des" forName="LevelTwoTextNode" op="equ" val="65"/>
      <dgm:constr type="primFontSz" for="des" forName="LevelTwoTextNode" refType="primFontSz" refFor="des" refForName="LevelOneTextNode" op="lte"/>
      <dgm:constr type="primFontSz" for="des" forName="connTx" op="equ" val="50"/>
      <dgm:constr type="primFontSz" for="des" forName="connTx" refType="primFontSz" refFor="des" refForName="LevelOneTextNode" op="lte" fact="0.78"/>
    </dgm:constrLst>
    <dgm:forEach name="Name4" axis="ch">
      <dgm:forEach name="Name5" axis="self" ptType="node">
        <dgm:layoutNode name="root1">
          <dgm:choose name="Name6">
            <dgm:if name="Name7" func="var" arg="dir" op="equ" val="norm">
              <dgm:alg type="hierRoot">
                <dgm:param type="hierAlign" val="lCtrCh"/>
              </dgm:alg>
            </dgm:if>
            <dgm:else name="Name8">
              <dgm:alg type="hierRoot">
                <dgm:param type="hierAlign" val="rCtrCh"/>
              </dgm:alg>
            </dgm:else>
          </dgm:choose>
          <dgm:shape xmlns:r="http://schemas.openxmlformats.org/officeDocument/2006/relationships" r:blip="">
            <dgm:adjLst/>
          </dgm:shape>
          <dgm:presOf/>
          <dgm:layoutNode name="LevelOneTextNode" styleLbl="node0">
            <dgm:varLst>
              <dgm:chPref val="3"/>
            </dgm:varLst>
            <dgm:alg type="tx">
              <dgm:param type="autoTxRot" val="grav"/>
            </dgm:alg>
            <dgm:choose name="Name9">
              <dgm:if name="Name10" func="var" arg="dir" op="equ" val="norm">
                <dgm:shape xmlns:r="http://schemas.openxmlformats.org/officeDocument/2006/relationships" rot="270" type="rect" r:blip="">
                  <dgm:adjLst/>
                </dgm:shape>
              </dgm:if>
              <dgm:else name="Name11">
                <dgm:shape xmlns:r="http://schemas.openxmlformats.org/officeDocument/2006/relationships" rot="90" type="rect" r:blip="">
                  <dgm:adjLst/>
                </dgm:shape>
              </dgm:else>
            </dgm:choose>
            <dgm:presOf axis="self"/>
            <dgm:constrLst>
              <dgm:constr type="tMarg" refType="primFontSz" fact="0.05"/>
              <dgm:constr type="bMarg" refType="primFontSz" fact="0.05"/>
              <dgm:constr type="lMarg" refType="primFontSz" fact="0.05"/>
              <dgm:constr type="rMarg" refType="primFontSz" fact="0.05"/>
            </dgm:constrLst>
            <dgm:ruleLst>
              <dgm:rule type="primFontSz" val="2" fact="NaN" max="NaN"/>
            </dgm:ruleLst>
          </dgm:layoutNode>
          <dgm:layoutNode name="level2hierChild">
            <dgm:choose name="Name12">
              <dgm:if name="Name13" func="var" arg="dir" op="equ" val="norm">
                <dgm:alg type="hierChild">
                  <dgm:param type="linDir" val="fromT"/>
                  <dgm:param type="chAlign" val="l"/>
                </dgm:alg>
              </dgm:if>
              <dgm:else name="Name14">
                <dgm:alg type="hierChild">
                  <dgm:param type="linDir" val="fromT"/>
                  <dgm:param type="chAlign" val="r"/>
                </dgm:alg>
              </dgm:else>
            </dgm:choose>
            <dgm:shape xmlns:r="http://schemas.openxmlformats.org/officeDocument/2006/relationships" r:blip="">
              <dgm:adjLst/>
            </dgm:shape>
            <dgm:presOf/>
            <dgm:forEach name="repeat" axis="ch">
              <dgm:forEach name="Name15" axis="self" ptType="parTrans" cnt="1">
                <dgm:layoutNode name="conn2-1">
                  <dgm:choose name="Name16">
                    <dgm:if name="Name17" func="var" arg="dir" op="equ" val="norm">
                      <dgm:alg type="conn">
                        <dgm:param type="dim" val="1D"/>
                        <dgm:param type="begPts" val="midR"/>
                        <dgm:param type="endPts" val="midL"/>
                        <dgm:param type="endSty" val="noArr"/>
                        <dgm:param type="connRout" val="bend"/>
                      </dgm:alg>
                    </dgm:if>
                    <dgm:else name="Name18">
                      <dgm:alg type="conn">
                        <dgm:param type="dim" val="1D"/>
                        <dgm:param type="begPts" val="midL"/>
                        <dgm:param type="endPts" val="midR"/>
                        <dgm:param type="endSty" val="noArr"/>
                        <dgm:param type="connRout" val="bend"/>
                      </dgm:alg>
                    </dgm:else>
                  </dgm:choose>
                  <dgm:shape xmlns:r="http://schemas.openxmlformats.org/officeDocument/2006/relationships" type="conn" r:blip="" zOrderOff="-99999">
                    <dgm:adjLst/>
                  </dgm:shape>
                  <dgm:presOf axis="self"/>
                  <dgm:constrLst>
                    <dgm:constr type="w" val="1"/>
                    <dgm:constr type="h" val="5"/>
                    <dgm:constr type="connDist"/>
                    <dgm:constr type="begPad"/>
                    <dgm:constr type="endPad"/>
                    <dgm:constr type="userA" for="ch" refType="connDist"/>
                  </dgm:constr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9" axis="self" ptType="node">
                <dgm:layoutNode name="root2">
                  <dgm:choose name="Name20">
                    <dgm:if name="Name21" func="var" arg="dir" op="equ" val="norm">
                      <dgm:alg type="hierRoot">
                        <dgm:param type="hierAlign" val="lCtrCh"/>
                      </dgm:alg>
                    </dgm:if>
                    <dgm:else name="Name22">
                      <dgm:alg type="hierRoot">
                        <dgm:param type="hierAlign" val="rCtrCh"/>
                      </dgm:alg>
                    </dgm:else>
                  </dgm:choose>
                  <dgm:shape xmlns:r="http://schemas.openxmlformats.org/officeDocument/2006/relationships" r:blip="">
                    <dgm:adjLst/>
                  </dgm:shape>
                  <dgm:presOf/>
                  <dgm:layoutNode name="LevelTwoTextNode">
                    <dgm:varLst>
                      <dgm:chPref val="3"/>
                    </dgm:varLst>
                    <dgm:alg type="tx"/>
                    <dgm:shape xmlns:r="http://schemas.openxmlformats.org/officeDocument/2006/relationships" type="rect" r:blip="">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2" fact="NaN" max="NaN"/>
                    </dgm:ruleLst>
                  </dgm:layoutNode>
                  <dgm:layoutNode name="level3hierChild">
                    <dgm:choose name="Name23">
                      <dgm:if name="Name24" func="var" arg="dir" op="equ" val="norm">
                        <dgm:alg type="hierChild">
                          <dgm:param type="linDir" val="fromT"/>
                          <dgm:param type="chAlign" val="l"/>
                        </dgm:alg>
                      </dgm:if>
                      <dgm:else name="Name25">
                        <dgm:alg type="hierChild">
                          <dgm:param type="linDir" val="fromT"/>
                          <dgm:param type="chAlign" val="r"/>
                        </dgm:alg>
                      </dgm:else>
                    </dgm:choose>
                    <dgm:shape xmlns:r="http://schemas.openxmlformats.org/officeDocument/2006/relationships" r:blip="">
                      <dgm:adjLst/>
                    </dgm:shape>
                    <dgm:presOf/>
                    <dgm:forEach name="Name26" ref="repeat"/>
                  </dgm:layoutNode>
                </dgm:layoutNode>
              </dgm:forEach>
            </dgm:forEach>
          </dgm:layoutNode>
        </dgm:layoutNode>
      </dgm:forEach>
    </dgm:forEach>
  </dgm:layoutNode>
</dgm:layoutDef>
</file>

<file path=ppt/diagrams/layout15.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layout16.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17.xml><?xml version="1.0" encoding="utf-8"?>
<dgm:layoutDef xmlns:dgm="http://schemas.openxmlformats.org/drawingml/2006/diagram" xmlns:a="http://schemas.openxmlformats.org/drawingml/2006/main" uniqueId="urn:microsoft.com/office/officeart/2008/layout/HorizontalMultiLevelHierarchy">
  <dgm:title val=""/>
  <dgm:desc val=""/>
  <dgm:catLst>
    <dgm:cat type="hierarchy" pri="46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clrData>
  <dgm:layoutNode name="Name0">
    <dgm:varLst>
      <dgm:chPref val="1"/>
      <dgm:dir/>
      <dgm:animOne val="branch"/>
      <dgm:animLvl val="lvl"/>
      <dgm:resizeHandles val="exact"/>
    </dgm:varLst>
    <dgm:choose name="Name1">
      <dgm:if name="Name2" func="var" arg="dir" op="equ" val="norm">
        <dgm:alg type="hierChild">
          <dgm:param type="linDir" val="fromT"/>
          <dgm:param type="chAlign" val="l"/>
        </dgm:alg>
      </dgm:if>
      <dgm:else name="Name3">
        <dgm:alg type="hierChild">
          <dgm:param type="linDir" val="fromT"/>
          <dgm:param type="chAlign" val="r"/>
        </dgm:alg>
      </dgm:else>
    </dgm:choose>
    <dgm:shape xmlns:r="http://schemas.openxmlformats.org/officeDocument/2006/relationships" r:blip="">
      <dgm:adjLst/>
    </dgm:shape>
    <dgm:presOf/>
    <dgm:constrLst>
      <dgm:constr type="h" for="des" forName="LevelOneTextNode" refType="h"/>
      <dgm:constr type="w" for="des" forName="LevelOneTextNode" refType="h" refFor="des" refForName="LevelOneTextNode" fact="0.19"/>
      <dgm:constr type="h" for="des" forName="LevelTwoTextNode" refType="w" refFor="des" refForName="LevelOneTextNode"/>
      <dgm:constr type="w" for="des" forName="LevelTwoTextNode" refType="h" refFor="des" refForName="LevelTwoTextNode" fact="3.28"/>
      <dgm:constr type="sibSp" refType="h" refFor="des" refForName="LevelTwoTextNode" op="equ" fact="0.25"/>
      <dgm:constr type="sibSp" for="des" forName="level2hierChild" refType="h" refFor="des" refForName="LevelTwoTextNode" op="equ" fact="0.25"/>
      <dgm:constr type="sibSp" for="des" forName="level3hierChild" refType="h" refFor="des" refForName="LevelTwoTextNode" op="equ" fact="0.25"/>
      <dgm:constr type="sp" for="des" forName="root1" refType="w" refFor="des" refForName="LevelTwoTextNode" fact="0.2"/>
      <dgm:constr type="sp" for="des" forName="root2" refType="sp" refFor="des" refForName="root1" op="equ"/>
      <dgm:constr type="primFontSz" for="des" forName="LevelOneTextNode" op="equ" val="65"/>
      <dgm:constr type="primFontSz" for="des" forName="LevelTwoTextNode" op="equ" val="65"/>
      <dgm:constr type="primFontSz" for="des" forName="LevelTwoTextNode" refType="primFontSz" refFor="des" refForName="LevelOneTextNode" op="lte"/>
      <dgm:constr type="primFontSz" for="des" forName="connTx" op="equ" val="50"/>
      <dgm:constr type="primFontSz" for="des" forName="connTx" refType="primFontSz" refFor="des" refForName="LevelOneTextNode" op="lte" fact="0.78"/>
    </dgm:constrLst>
    <dgm:forEach name="Name4" axis="ch">
      <dgm:forEach name="Name5" axis="self" ptType="node">
        <dgm:layoutNode name="root1">
          <dgm:choose name="Name6">
            <dgm:if name="Name7" func="var" arg="dir" op="equ" val="norm">
              <dgm:alg type="hierRoot">
                <dgm:param type="hierAlign" val="lCtrCh"/>
              </dgm:alg>
            </dgm:if>
            <dgm:else name="Name8">
              <dgm:alg type="hierRoot">
                <dgm:param type="hierAlign" val="rCtrCh"/>
              </dgm:alg>
            </dgm:else>
          </dgm:choose>
          <dgm:shape xmlns:r="http://schemas.openxmlformats.org/officeDocument/2006/relationships" r:blip="">
            <dgm:adjLst/>
          </dgm:shape>
          <dgm:presOf/>
          <dgm:layoutNode name="LevelOneTextNode" styleLbl="node0">
            <dgm:varLst>
              <dgm:chPref val="3"/>
            </dgm:varLst>
            <dgm:alg type="tx">
              <dgm:param type="autoTxRot" val="grav"/>
            </dgm:alg>
            <dgm:choose name="Name9">
              <dgm:if name="Name10" func="var" arg="dir" op="equ" val="norm">
                <dgm:shape xmlns:r="http://schemas.openxmlformats.org/officeDocument/2006/relationships" rot="270" type="rect" r:blip="">
                  <dgm:adjLst/>
                </dgm:shape>
              </dgm:if>
              <dgm:else name="Name11">
                <dgm:shape xmlns:r="http://schemas.openxmlformats.org/officeDocument/2006/relationships" rot="90" type="rect" r:blip="">
                  <dgm:adjLst/>
                </dgm:shape>
              </dgm:else>
            </dgm:choose>
            <dgm:presOf axis="self"/>
            <dgm:constrLst>
              <dgm:constr type="tMarg" refType="primFontSz" fact="0.05"/>
              <dgm:constr type="bMarg" refType="primFontSz" fact="0.05"/>
              <dgm:constr type="lMarg" refType="primFontSz" fact="0.05"/>
              <dgm:constr type="rMarg" refType="primFontSz" fact="0.05"/>
            </dgm:constrLst>
            <dgm:ruleLst>
              <dgm:rule type="primFontSz" val="2" fact="NaN" max="NaN"/>
            </dgm:ruleLst>
          </dgm:layoutNode>
          <dgm:layoutNode name="level2hierChild">
            <dgm:choose name="Name12">
              <dgm:if name="Name13" func="var" arg="dir" op="equ" val="norm">
                <dgm:alg type="hierChild">
                  <dgm:param type="linDir" val="fromT"/>
                  <dgm:param type="chAlign" val="l"/>
                </dgm:alg>
              </dgm:if>
              <dgm:else name="Name14">
                <dgm:alg type="hierChild">
                  <dgm:param type="linDir" val="fromT"/>
                  <dgm:param type="chAlign" val="r"/>
                </dgm:alg>
              </dgm:else>
            </dgm:choose>
            <dgm:shape xmlns:r="http://schemas.openxmlformats.org/officeDocument/2006/relationships" r:blip="">
              <dgm:adjLst/>
            </dgm:shape>
            <dgm:presOf/>
            <dgm:forEach name="repeat" axis="ch">
              <dgm:forEach name="Name15" axis="self" ptType="parTrans" cnt="1">
                <dgm:layoutNode name="conn2-1">
                  <dgm:choose name="Name16">
                    <dgm:if name="Name17" func="var" arg="dir" op="equ" val="norm">
                      <dgm:alg type="conn">
                        <dgm:param type="dim" val="1D"/>
                        <dgm:param type="begPts" val="midR"/>
                        <dgm:param type="endPts" val="midL"/>
                        <dgm:param type="endSty" val="noArr"/>
                        <dgm:param type="connRout" val="bend"/>
                      </dgm:alg>
                    </dgm:if>
                    <dgm:else name="Name18">
                      <dgm:alg type="conn">
                        <dgm:param type="dim" val="1D"/>
                        <dgm:param type="begPts" val="midL"/>
                        <dgm:param type="endPts" val="midR"/>
                        <dgm:param type="endSty" val="noArr"/>
                        <dgm:param type="connRout" val="bend"/>
                      </dgm:alg>
                    </dgm:else>
                  </dgm:choose>
                  <dgm:shape xmlns:r="http://schemas.openxmlformats.org/officeDocument/2006/relationships" type="conn" r:blip="" zOrderOff="-99999">
                    <dgm:adjLst/>
                  </dgm:shape>
                  <dgm:presOf axis="self"/>
                  <dgm:constrLst>
                    <dgm:constr type="w" val="1"/>
                    <dgm:constr type="h" val="5"/>
                    <dgm:constr type="connDist"/>
                    <dgm:constr type="begPad"/>
                    <dgm:constr type="endPad"/>
                    <dgm:constr type="userA" for="ch" refType="connDist"/>
                  </dgm:constr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9" axis="self" ptType="node">
                <dgm:layoutNode name="root2">
                  <dgm:choose name="Name20">
                    <dgm:if name="Name21" func="var" arg="dir" op="equ" val="norm">
                      <dgm:alg type="hierRoot">
                        <dgm:param type="hierAlign" val="lCtrCh"/>
                      </dgm:alg>
                    </dgm:if>
                    <dgm:else name="Name22">
                      <dgm:alg type="hierRoot">
                        <dgm:param type="hierAlign" val="rCtrCh"/>
                      </dgm:alg>
                    </dgm:else>
                  </dgm:choose>
                  <dgm:shape xmlns:r="http://schemas.openxmlformats.org/officeDocument/2006/relationships" r:blip="">
                    <dgm:adjLst/>
                  </dgm:shape>
                  <dgm:presOf/>
                  <dgm:layoutNode name="LevelTwoTextNode">
                    <dgm:varLst>
                      <dgm:chPref val="3"/>
                    </dgm:varLst>
                    <dgm:alg type="tx"/>
                    <dgm:shape xmlns:r="http://schemas.openxmlformats.org/officeDocument/2006/relationships" type="rect" r:blip="">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2" fact="NaN" max="NaN"/>
                    </dgm:ruleLst>
                  </dgm:layoutNode>
                  <dgm:layoutNode name="level3hierChild">
                    <dgm:choose name="Name23">
                      <dgm:if name="Name24" func="var" arg="dir" op="equ" val="norm">
                        <dgm:alg type="hierChild">
                          <dgm:param type="linDir" val="fromT"/>
                          <dgm:param type="chAlign" val="l"/>
                        </dgm:alg>
                      </dgm:if>
                      <dgm:else name="Name25">
                        <dgm:alg type="hierChild">
                          <dgm:param type="linDir" val="fromT"/>
                          <dgm:param type="chAlign" val="r"/>
                        </dgm:alg>
                      </dgm:else>
                    </dgm:choose>
                    <dgm:shape xmlns:r="http://schemas.openxmlformats.org/officeDocument/2006/relationships" r:blip="">
                      <dgm:adjLst/>
                    </dgm:shape>
                    <dgm:presOf/>
                    <dgm:forEach name="Name26" ref="repeat"/>
                  </dgm:layoutNode>
                </dgm:layoutNode>
              </dgm:forEach>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3.xml><?xml version="1.0" encoding="utf-8"?>
<dgm:styleDef xmlns:dgm="http://schemas.openxmlformats.org/drawingml/2006/diagram" xmlns:a="http://schemas.openxmlformats.org/drawingml/2006/main" uniqueId="urn:microsoft.com/office/officeart/2005/8/quickstyle/3d3">
  <dgm:title val=""/>
  <dgm:desc val=""/>
  <dgm:catLst>
    <dgm:cat type="3D" pri="11300"/>
  </dgm:catLst>
  <dgm:scene3d>
    <a:camera prst="orthographicFront"/>
    <a:lightRig rig="threePt" dir="t"/>
  </dgm:scene3d>
  <dgm:styleLbl name="node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l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vennNode1">
    <dgm:scene3d>
      <a:camera prst="orthographicFront">
        <a:rot lat="0" lon="0" rev="0"/>
      </a:camera>
      <a:lightRig rig="contrasting" dir="t">
        <a:rot lat="0" lon="0" rev="1200000"/>
      </a:lightRig>
    </dgm:scene3d>
    <dgm:sp3d contourW="12700" prstMaterial="clear">
      <a:bevelT w="177800" h="254000"/>
      <a:bevelB w="152400"/>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f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alignImgPlace1">
    <dgm:scene3d>
      <a:camera prst="orthographicFront">
        <a:rot lat="0" lon="0" rev="0"/>
      </a:camera>
      <a:lightRig rig="contrasting" dir="t">
        <a:rot lat="0" lon="0" rev="1200000"/>
      </a:lightRig>
    </dgm:scene3d>
    <dgm:sp3d contourW="12700" prstMaterial="flat">
      <a:bevelT w="177800" h="254000"/>
      <a:bevelB w="152400"/>
    </dgm:sp3d>
    <dgm:txPr/>
    <dgm:style>
      <a:lnRef idx="0">
        <a:scrgbClr r="0" g="0" b="0"/>
      </a:lnRef>
      <a:fillRef idx="1">
        <a:scrgbClr r="0" g="0" b="0"/>
      </a:fillRef>
      <a:effectRef idx="1">
        <a:scrgbClr r="0" g="0" b="0"/>
      </a:effectRef>
      <a:fontRef idx="minor"/>
    </dgm:style>
  </dgm:styleLbl>
  <dgm:styleLbl name="b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sibTrans2D1">
    <dgm:scene3d>
      <a:camera prst="orthographicFront">
        <a:rot lat="0" lon="0" rev="0"/>
      </a:camera>
      <a:lightRig rig="contrasting" dir="t">
        <a:rot lat="0" lon="0" rev="1200000"/>
      </a:lightRig>
    </dgm:scene3d>
    <dgm:sp3d z="-182000" contourW="19050" prstMaterial="metal">
      <a:bevelT w="88900" h="203200"/>
      <a:bevelB w="165100" h="254000"/>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ibTrans1D1">
    <dgm:scene3d>
      <a:camera prst="orthographicFront">
        <a:rot lat="0" lon="0" rev="0"/>
      </a:camera>
      <a:lightRig rig="contrasting" dir="t">
        <a:rot lat="0" lon="0" rev="1200000"/>
      </a:lightRig>
    </dgm:scene3d>
    <dgm:sp3d z="-110000"/>
    <dgm:txPr/>
    <dgm:style>
      <a:lnRef idx="1">
        <a:scrgbClr r="0" g="0" b="0"/>
      </a:lnRef>
      <a:fillRef idx="0">
        <a:scrgbClr r="0" g="0" b="0"/>
      </a:fillRef>
      <a:effectRef idx="0">
        <a:scrgbClr r="0" g="0" b="0"/>
      </a:effectRef>
      <a:fontRef idx="minor"/>
    </dgm:style>
  </dgm:styleLbl>
  <dgm:styleLbl name="callout">
    <dgm:scene3d>
      <a:camera prst="orthographicFront">
        <a:rot lat="0" lon="0" rev="0"/>
      </a:camera>
      <a:lightRig rig="contrasting" dir="t">
        <a:rot lat="0" lon="0" rev="1200000"/>
      </a:lightRig>
    </dgm:scene3d>
    <dgm:sp3d z="10000"/>
    <dgm:txPr/>
    <dgm:style>
      <a:lnRef idx="2">
        <a:scrgbClr r="0" g="0" b="0"/>
      </a:lnRef>
      <a:fillRef idx="1">
        <a:scrgbClr r="0" g="0" b="0"/>
      </a:fillRef>
      <a:effectRef idx="0">
        <a:scrgbClr r="0" g="0" b="0"/>
      </a:effectRef>
      <a:fontRef idx="minor"/>
    </dgm:style>
  </dgm:styleLbl>
  <dgm:styleLbl name="asst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parChTrans2D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1D1">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2">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3">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4">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con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tr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FgAcc1">
    <dgm:scene3d>
      <a:camera prst="orthographicFront">
        <a:rot lat="0" lon="0" rev="0"/>
      </a:camera>
      <a:lightRig rig="contrasting" dir="t">
        <a:rot lat="0" lon="0" rev="1200000"/>
      </a:lightRig>
    </dgm:scene3d>
    <dgm:sp3d z="300000" contourW="12700" prstMaterial="flat">
      <a:bevelT w="177800" h="254000"/>
      <a:bevelB w="152400"/>
    </dgm:sp3d>
    <dgm:txPr/>
    <dgm:style>
      <a:lnRef idx="0">
        <a:scrgbClr r="0" g="0" b="0"/>
      </a:lnRef>
      <a:fillRef idx="1">
        <a:scrgbClr r="0" g="0" b="0"/>
      </a:fillRef>
      <a:effectRef idx="0">
        <a:scrgbClr r="0" g="0" b="0"/>
      </a:effectRef>
      <a:fontRef idx="minor"/>
    </dgm:style>
  </dgm:styleLbl>
  <dgm:styleLbl name="solid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Follow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0">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2">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3">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4">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hp">
    <dgm:scene3d>
      <a:camera prst="orthographicFront">
        <a:rot lat="0" lon="0" rev="0"/>
      </a:camera>
      <a:lightRig rig="contrasting" dir="t">
        <a:rot lat="0" lon="0" rev="1200000"/>
      </a:lightRig>
    </dgm:scene3d>
    <dgm:sp3d z="-300000" prstMaterial="plastic"/>
    <dgm:txPr/>
    <dgm:style>
      <a:lnRef idx="1">
        <a:scrgbClr r="0" g="0" b="0"/>
      </a:lnRef>
      <a:fillRef idx="1">
        <a:scrgbClr r="0" g="0" b="0"/>
      </a:fillRef>
      <a:effectRef idx="0">
        <a:scrgbClr r="0" g="0" b="0"/>
      </a:effectRef>
      <a:fontRef idx="minor"/>
    </dgm:style>
  </dgm:styleLbl>
  <dgm:styleLbl name="dkBgShp">
    <dgm:scene3d>
      <a:camera prst="orthographicFront">
        <a:rot lat="0" lon="0" rev="0"/>
      </a:camera>
      <a:lightRig rig="contrasting" dir="t">
        <a:rot lat="0" lon="0" rev="1200000"/>
      </a:lightRig>
    </dgm:scene3d>
    <dgm:sp3d contourW="12700" prstMaterial="flat">
      <a:bevelT w="100800" h="154000"/>
      <a:bevelB w="152400"/>
    </dgm:sp3d>
    <dgm:txPr/>
    <dgm:style>
      <a:lnRef idx="0">
        <a:scrgbClr r="0" g="0" b="0"/>
      </a:lnRef>
      <a:fillRef idx="1">
        <a:scrgbClr r="0" g="0" b="0"/>
      </a:fillRef>
      <a:effectRef idx="0">
        <a:scrgbClr r="0" g="0" b="0"/>
      </a:effectRef>
      <a:fontRef idx="minor"/>
    </dgm:style>
  </dgm:styleLbl>
  <dgm:styleLbl name="trBgShp">
    <dgm:scene3d>
      <a:camera prst="orthographicFront">
        <a:rot lat="0" lon="0" rev="0"/>
      </a:camera>
      <a:lightRig rig="contrasting" dir="t">
        <a:rot lat="0" lon="0" rev="1200000"/>
      </a:lightRig>
    </dgm:scene3d>
    <dgm:sp3d z="-152400" prstMaterial="matte"/>
    <dgm:txPr/>
    <dgm:style>
      <a:lnRef idx="1">
        <a:scrgbClr r="0" g="0" b="0"/>
      </a:lnRef>
      <a:fillRef idx="1">
        <a:scrgbClr r="0" g="0" b="0"/>
      </a:fillRef>
      <a:effectRef idx="0">
        <a:scrgbClr r="0" g="0" b="0"/>
      </a:effectRef>
      <a:fontRef idx="minor"/>
    </dgm:style>
  </dgm:styleLbl>
  <dgm:styleLbl name="fgShp">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1">
        <a:scrgbClr r="0" g="0" b="0"/>
      </a:lnRef>
      <a:fillRef idx="0">
        <a:scrgbClr r="0" g="0" b="0"/>
      </a:fillRef>
      <a:effectRef idx="0">
        <a:scrgbClr r="0" g="0" b="0"/>
      </a:effectRef>
      <a:fontRef idx="minor"/>
    </dgm:style>
  </dgm:styleLbl>
</dgm:styleDef>
</file>

<file path=ppt/diagrams/quickStyle1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5.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6.xml><?xml version="1.0" encoding="utf-8"?>
<dgm:styleDef xmlns:dgm="http://schemas.openxmlformats.org/drawingml/2006/diagram" xmlns:a="http://schemas.openxmlformats.org/drawingml/2006/main" uniqueId="urn:microsoft.com/office/officeart/2005/8/quickstyle/3d3">
  <dgm:title val=""/>
  <dgm:desc val=""/>
  <dgm:catLst>
    <dgm:cat type="3D" pri="11300"/>
  </dgm:catLst>
  <dgm:scene3d>
    <a:camera prst="orthographicFront"/>
    <a:lightRig rig="threePt" dir="t"/>
  </dgm:scene3d>
  <dgm:styleLbl name="node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l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vennNode1">
    <dgm:scene3d>
      <a:camera prst="orthographicFront">
        <a:rot lat="0" lon="0" rev="0"/>
      </a:camera>
      <a:lightRig rig="contrasting" dir="t">
        <a:rot lat="0" lon="0" rev="1200000"/>
      </a:lightRig>
    </dgm:scene3d>
    <dgm:sp3d contourW="12700" prstMaterial="clear">
      <a:bevelT w="177800" h="254000"/>
      <a:bevelB w="152400"/>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f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alignImgPlace1">
    <dgm:scene3d>
      <a:camera prst="orthographicFront">
        <a:rot lat="0" lon="0" rev="0"/>
      </a:camera>
      <a:lightRig rig="contrasting" dir="t">
        <a:rot lat="0" lon="0" rev="1200000"/>
      </a:lightRig>
    </dgm:scene3d>
    <dgm:sp3d contourW="12700" prstMaterial="flat">
      <a:bevelT w="177800" h="254000"/>
      <a:bevelB w="152400"/>
    </dgm:sp3d>
    <dgm:txPr/>
    <dgm:style>
      <a:lnRef idx="0">
        <a:scrgbClr r="0" g="0" b="0"/>
      </a:lnRef>
      <a:fillRef idx="1">
        <a:scrgbClr r="0" g="0" b="0"/>
      </a:fillRef>
      <a:effectRef idx="1">
        <a:scrgbClr r="0" g="0" b="0"/>
      </a:effectRef>
      <a:fontRef idx="minor"/>
    </dgm:style>
  </dgm:styleLbl>
  <dgm:styleLbl name="b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sibTrans2D1">
    <dgm:scene3d>
      <a:camera prst="orthographicFront">
        <a:rot lat="0" lon="0" rev="0"/>
      </a:camera>
      <a:lightRig rig="contrasting" dir="t">
        <a:rot lat="0" lon="0" rev="1200000"/>
      </a:lightRig>
    </dgm:scene3d>
    <dgm:sp3d z="-182000" contourW="19050" prstMaterial="metal">
      <a:bevelT w="88900" h="203200"/>
      <a:bevelB w="165100" h="254000"/>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ibTrans1D1">
    <dgm:scene3d>
      <a:camera prst="orthographicFront">
        <a:rot lat="0" lon="0" rev="0"/>
      </a:camera>
      <a:lightRig rig="contrasting" dir="t">
        <a:rot lat="0" lon="0" rev="1200000"/>
      </a:lightRig>
    </dgm:scene3d>
    <dgm:sp3d z="-110000"/>
    <dgm:txPr/>
    <dgm:style>
      <a:lnRef idx="1">
        <a:scrgbClr r="0" g="0" b="0"/>
      </a:lnRef>
      <a:fillRef idx="0">
        <a:scrgbClr r="0" g="0" b="0"/>
      </a:fillRef>
      <a:effectRef idx="0">
        <a:scrgbClr r="0" g="0" b="0"/>
      </a:effectRef>
      <a:fontRef idx="minor"/>
    </dgm:style>
  </dgm:styleLbl>
  <dgm:styleLbl name="callout">
    <dgm:scene3d>
      <a:camera prst="orthographicFront">
        <a:rot lat="0" lon="0" rev="0"/>
      </a:camera>
      <a:lightRig rig="contrasting" dir="t">
        <a:rot lat="0" lon="0" rev="1200000"/>
      </a:lightRig>
    </dgm:scene3d>
    <dgm:sp3d z="10000"/>
    <dgm:txPr/>
    <dgm:style>
      <a:lnRef idx="2">
        <a:scrgbClr r="0" g="0" b="0"/>
      </a:lnRef>
      <a:fillRef idx="1">
        <a:scrgbClr r="0" g="0" b="0"/>
      </a:fillRef>
      <a:effectRef idx="0">
        <a:scrgbClr r="0" g="0" b="0"/>
      </a:effectRef>
      <a:fontRef idx="minor"/>
    </dgm:style>
  </dgm:styleLbl>
  <dgm:styleLbl name="asst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parChTrans2D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1D1">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2">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3">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4">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con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tr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FgAcc1">
    <dgm:scene3d>
      <a:camera prst="orthographicFront">
        <a:rot lat="0" lon="0" rev="0"/>
      </a:camera>
      <a:lightRig rig="contrasting" dir="t">
        <a:rot lat="0" lon="0" rev="1200000"/>
      </a:lightRig>
    </dgm:scene3d>
    <dgm:sp3d z="300000" contourW="12700" prstMaterial="flat">
      <a:bevelT w="177800" h="254000"/>
      <a:bevelB w="152400"/>
    </dgm:sp3d>
    <dgm:txPr/>
    <dgm:style>
      <a:lnRef idx="0">
        <a:scrgbClr r="0" g="0" b="0"/>
      </a:lnRef>
      <a:fillRef idx="1">
        <a:scrgbClr r="0" g="0" b="0"/>
      </a:fillRef>
      <a:effectRef idx="0">
        <a:scrgbClr r="0" g="0" b="0"/>
      </a:effectRef>
      <a:fontRef idx="minor"/>
    </dgm:style>
  </dgm:styleLbl>
  <dgm:styleLbl name="solid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Follow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0">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2">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3">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4">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hp">
    <dgm:scene3d>
      <a:camera prst="orthographicFront">
        <a:rot lat="0" lon="0" rev="0"/>
      </a:camera>
      <a:lightRig rig="contrasting" dir="t">
        <a:rot lat="0" lon="0" rev="1200000"/>
      </a:lightRig>
    </dgm:scene3d>
    <dgm:sp3d z="-300000" prstMaterial="plastic"/>
    <dgm:txPr/>
    <dgm:style>
      <a:lnRef idx="1">
        <a:scrgbClr r="0" g="0" b="0"/>
      </a:lnRef>
      <a:fillRef idx="1">
        <a:scrgbClr r="0" g="0" b="0"/>
      </a:fillRef>
      <a:effectRef idx="0">
        <a:scrgbClr r="0" g="0" b="0"/>
      </a:effectRef>
      <a:fontRef idx="minor"/>
    </dgm:style>
  </dgm:styleLbl>
  <dgm:styleLbl name="dkBgShp">
    <dgm:scene3d>
      <a:camera prst="orthographicFront">
        <a:rot lat="0" lon="0" rev="0"/>
      </a:camera>
      <a:lightRig rig="contrasting" dir="t">
        <a:rot lat="0" lon="0" rev="1200000"/>
      </a:lightRig>
    </dgm:scene3d>
    <dgm:sp3d contourW="12700" prstMaterial="flat">
      <a:bevelT w="100800" h="154000"/>
      <a:bevelB w="152400"/>
    </dgm:sp3d>
    <dgm:txPr/>
    <dgm:style>
      <a:lnRef idx="0">
        <a:scrgbClr r="0" g="0" b="0"/>
      </a:lnRef>
      <a:fillRef idx="1">
        <a:scrgbClr r="0" g="0" b="0"/>
      </a:fillRef>
      <a:effectRef idx="0">
        <a:scrgbClr r="0" g="0" b="0"/>
      </a:effectRef>
      <a:fontRef idx="minor"/>
    </dgm:style>
  </dgm:styleLbl>
  <dgm:styleLbl name="trBgShp">
    <dgm:scene3d>
      <a:camera prst="orthographicFront">
        <a:rot lat="0" lon="0" rev="0"/>
      </a:camera>
      <a:lightRig rig="contrasting" dir="t">
        <a:rot lat="0" lon="0" rev="1200000"/>
      </a:lightRig>
    </dgm:scene3d>
    <dgm:sp3d z="-152400" prstMaterial="matte"/>
    <dgm:txPr/>
    <dgm:style>
      <a:lnRef idx="1">
        <a:scrgbClr r="0" g="0" b="0"/>
      </a:lnRef>
      <a:fillRef idx="1">
        <a:scrgbClr r="0" g="0" b="0"/>
      </a:fillRef>
      <a:effectRef idx="0">
        <a:scrgbClr r="0" g="0" b="0"/>
      </a:effectRef>
      <a:fontRef idx="minor"/>
    </dgm:style>
  </dgm:styleLbl>
  <dgm:styleLbl name="fgShp">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1">
        <a:scrgbClr r="0" g="0" b="0"/>
      </a:lnRef>
      <a:fillRef idx="0">
        <a:scrgbClr r="0" g="0" b="0"/>
      </a:fillRef>
      <a:effectRef idx="0">
        <a:scrgbClr r="0" g="0" b="0"/>
      </a:effectRef>
      <a:fontRef idx="minor"/>
    </dgm:style>
  </dgm:styleLbl>
</dgm:styleDef>
</file>

<file path=ppt/diagrams/quickStyle1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4028440" cy="352143"/>
          </a:xfrm>
          <a:prstGeom prst="rect">
            <a:avLst/>
          </a:prstGeom>
        </p:spPr>
        <p:txBody>
          <a:bodyPr vert="horz" lIns="93177" tIns="46589" rIns="93177" bIns="46589" rtlCol="0"/>
          <a:lstStyle>
            <a:lvl1pPr algn="l">
              <a:defRPr sz="1200"/>
            </a:lvl1pPr>
          </a:lstStyle>
          <a:p>
            <a:endParaRPr lang="en-US"/>
          </a:p>
        </p:txBody>
      </p:sp>
      <p:sp>
        <p:nvSpPr>
          <p:cNvPr id="3" name="Date Placeholder 2"/>
          <p:cNvSpPr>
            <a:spLocks noGrp="1"/>
          </p:cNvSpPr>
          <p:nvPr>
            <p:ph type="dt" sz="quarter" idx="1"/>
          </p:nvPr>
        </p:nvSpPr>
        <p:spPr>
          <a:xfrm>
            <a:off x="5266347" y="0"/>
            <a:ext cx="4028440" cy="352143"/>
          </a:xfrm>
          <a:prstGeom prst="rect">
            <a:avLst/>
          </a:prstGeom>
        </p:spPr>
        <p:txBody>
          <a:bodyPr vert="horz" lIns="93177" tIns="46589" rIns="93177" bIns="46589" rtlCol="0"/>
          <a:lstStyle>
            <a:lvl1pPr algn="r">
              <a:defRPr sz="1200"/>
            </a:lvl1pPr>
          </a:lstStyle>
          <a:p>
            <a:fld id="{96BF0A84-3471-4059-B801-637C09D630A8}" type="datetimeFigureOut">
              <a:rPr lang="en-US" smtClean="0"/>
              <a:t>11/5/2025</a:t>
            </a:fld>
            <a:endParaRPr lang="en-US"/>
          </a:p>
        </p:txBody>
      </p:sp>
      <p:sp>
        <p:nvSpPr>
          <p:cNvPr id="4" name="Footer Placeholder 3"/>
          <p:cNvSpPr>
            <a:spLocks noGrp="1"/>
          </p:cNvSpPr>
          <p:nvPr>
            <p:ph type="ftr" sz="quarter" idx="2"/>
          </p:nvPr>
        </p:nvSpPr>
        <p:spPr>
          <a:xfrm>
            <a:off x="0" y="6658258"/>
            <a:ext cx="4028440" cy="352142"/>
          </a:xfrm>
          <a:prstGeom prst="rect">
            <a:avLst/>
          </a:prstGeom>
        </p:spPr>
        <p:txBody>
          <a:bodyPr vert="horz" lIns="93177" tIns="46589" rIns="93177" bIns="46589" rtlCol="0" anchor="b"/>
          <a:lstStyle>
            <a:lvl1pPr algn="l">
              <a:defRPr sz="1200"/>
            </a:lvl1pPr>
          </a:lstStyle>
          <a:p>
            <a:endParaRPr lang="en-US"/>
          </a:p>
        </p:txBody>
      </p:sp>
      <p:sp>
        <p:nvSpPr>
          <p:cNvPr id="5" name="Slide Number Placeholder 4"/>
          <p:cNvSpPr>
            <a:spLocks noGrp="1"/>
          </p:cNvSpPr>
          <p:nvPr>
            <p:ph type="sldNum" sz="quarter" idx="3"/>
          </p:nvPr>
        </p:nvSpPr>
        <p:spPr>
          <a:xfrm>
            <a:off x="5266347" y="6658258"/>
            <a:ext cx="4028440" cy="352142"/>
          </a:xfrm>
          <a:prstGeom prst="rect">
            <a:avLst/>
          </a:prstGeom>
        </p:spPr>
        <p:txBody>
          <a:bodyPr vert="horz" lIns="93177" tIns="46589" rIns="93177" bIns="46589" rtlCol="0" anchor="b"/>
          <a:lstStyle>
            <a:lvl1pPr algn="r">
              <a:defRPr sz="1200"/>
            </a:lvl1pPr>
          </a:lstStyle>
          <a:p>
            <a:fld id="{BD8A9A60-9608-4FD2-8A3C-69705703C11A}" type="slidenum">
              <a:rPr lang="en-US" smtClean="0"/>
              <a:t>‹#›</a:t>
            </a:fld>
            <a:endParaRPr lang="en-US"/>
          </a:p>
        </p:txBody>
      </p:sp>
    </p:spTree>
    <p:extLst>
      <p:ext uri="{BB962C8B-B14F-4D97-AF65-F5344CB8AC3E}">
        <p14:creationId xmlns:p14="http://schemas.microsoft.com/office/powerpoint/2010/main" val="326772805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4029075" cy="35083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5265738" y="0"/>
            <a:ext cx="4029075" cy="350838"/>
          </a:xfrm>
          <a:prstGeom prst="rect">
            <a:avLst/>
          </a:prstGeom>
        </p:spPr>
        <p:txBody>
          <a:bodyPr vert="horz" lIns="91440" tIns="45720" rIns="91440" bIns="45720" rtlCol="0"/>
          <a:lstStyle>
            <a:lvl1pPr algn="r">
              <a:defRPr sz="1200"/>
            </a:lvl1pPr>
          </a:lstStyle>
          <a:p>
            <a:fld id="{311F35D0-F1BB-40E6-BDCF-1292F11E6E7E}" type="datetimeFigureOut">
              <a:rPr lang="en-US" smtClean="0"/>
              <a:t>11/5/2025</a:t>
            </a:fld>
            <a:endParaRPr lang="en-US"/>
          </a:p>
        </p:txBody>
      </p:sp>
      <p:sp>
        <p:nvSpPr>
          <p:cNvPr id="4" name="Slide Image Placeholder 3"/>
          <p:cNvSpPr>
            <a:spLocks noGrp="1" noRot="1" noChangeAspect="1"/>
          </p:cNvSpPr>
          <p:nvPr>
            <p:ph type="sldImg" idx="2"/>
          </p:nvPr>
        </p:nvSpPr>
        <p:spPr>
          <a:xfrm>
            <a:off x="2546350" y="876300"/>
            <a:ext cx="4203700" cy="2365375"/>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930275" y="3373438"/>
            <a:ext cx="7435850" cy="2760662"/>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6659563"/>
            <a:ext cx="4029075" cy="35083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5265738" y="6659563"/>
            <a:ext cx="4029075" cy="350837"/>
          </a:xfrm>
          <a:prstGeom prst="rect">
            <a:avLst/>
          </a:prstGeom>
        </p:spPr>
        <p:txBody>
          <a:bodyPr vert="horz" lIns="91440" tIns="45720" rIns="91440" bIns="45720" rtlCol="0" anchor="b"/>
          <a:lstStyle>
            <a:lvl1pPr algn="r">
              <a:defRPr sz="1200"/>
            </a:lvl1pPr>
          </a:lstStyle>
          <a:p>
            <a:fld id="{98731A2F-26A1-4FDB-8DF1-914D55DBB029}" type="slidenum">
              <a:rPr lang="en-US" smtClean="0"/>
              <a:t>‹#›</a:t>
            </a:fld>
            <a:endParaRPr lang="en-US"/>
          </a:p>
        </p:txBody>
      </p:sp>
    </p:spTree>
    <p:extLst>
      <p:ext uri="{BB962C8B-B14F-4D97-AF65-F5344CB8AC3E}">
        <p14:creationId xmlns:p14="http://schemas.microsoft.com/office/powerpoint/2010/main" val="170551672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3" Type="http://schemas.openxmlformats.org/officeDocument/2006/relationships/hyperlink" Target="https://www.quora.com/Out-of-565-princely-states-552-joined-Republic-of-India-1947-What-were-the-remaining-princely-states-which-joined-the-Dominion-of-Pakistan" TargetMode="External"/><Relationship Id="rId2" Type="http://schemas.openxmlformats.org/officeDocument/2006/relationships/slide" Target="../slides/slide18.xml"/><Relationship Id="rId1" Type="http://schemas.openxmlformats.org/officeDocument/2006/relationships/notesMaster" Target="../notesMasters/notesMaster1.xml"/><Relationship Id="rId4" Type="http://schemas.openxmlformats.org/officeDocument/2006/relationships/hyperlink" Target="https://www.worldstatesmen.org/Pakistan_princes.html" TargetMode="Externa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Can Recall</a:t>
            </a:r>
            <a:r>
              <a:rPr lang="en-US" baseline="0" dirty="0" smtClean="0"/>
              <a:t> Previous Class? </a:t>
            </a:r>
            <a:endParaRPr lang="en-US" dirty="0"/>
          </a:p>
        </p:txBody>
      </p:sp>
      <p:sp>
        <p:nvSpPr>
          <p:cNvPr id="4" name="Slide Number Placeholder 3"/>
          <p:cNvSpPr>
            <a:spLocks noGrp="1"/>
          </p:cNvSpPr>
          <p:nvPr>
            <p:ph type="sldNum" sz="quarter" idx="10"/>
          </p:nvPr>
        </p:nvSpPr>
        <p:spPr/>
        <p:txBody>
          <a:bodyPr/>
          <a:lstStyle/>
          <a:p>
            <a:fld id="{98731A2F-26A1-4FDB-8DF1-914D55DBB029}" type="slidenum">
              <a:rPr lang="en-US" smtClean="0"/>
              <a:t>1</a:t>
            </a:fld>
            <a:endParaRPr lang="en-US"/>
          </a:p>
        </p:txBody>
      </p:sp>
    </p:spTree>
    <p:extLst>
      <p:ext uri="{BB962C8B-B14F-4D97-AF65-F5344CB8AC3E}">
        <p14:creationId xmlns:p14="http://schemas.microsoft.com/office/powerpoint/2010/main" val="39847871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Motivation</a:t>
            </a:r>
          </a:p>
          <a:p>
            <a:pPr marL="228600" indent="-228600">
              <a:buAutoNum type="arabicPeriod"/>
            </a:pPr>
            <a:r>
              <a:rPr lang="en-US" baseline="0" dirty="0" smtClean="0"/>
              <a:t>Can you recall Indian Act 1935, &amp; Independence Act 1947</a:t>
            </a:r>
          </a:p>
          <a:p>
            <a:pPr marL="0" indent="0">
              <a:buNone/>
            </a:pPr>
            <a:endParaRPr lang="en-US" dirty="0" smtClean="0"/>
          </a:p>
          <a:p>
            <a:pPr marL="228600" indent="-228600">
              <a:buAutoNum type="arabicPeriod"/>
            </a:pPr>
            <a:r>
              <a:rPr lang="en-US" dirty="0" smtClean="0"/>
              <a:t>Act 1935: G.G can</a:t>
            </a:r>
            <a:r>
              <a:rPr lang="en-US" baseline="0" dirty="0" smtClean="0"/>
              <a:t> amend till March 31, 1948 </a:t>
            </a:r>
          </a:p>
          <a:p>
            <a:pPr marL="228600" indent="-228600">
              <a:buAutoNum type="arabicPeriod"/>
            </a:pPr>
            <a:r>
              <a:rPr lang="en-US" baseline="0" dirty="0" smtClean="0"/>
              <a:t> After March 31, 1948 only CA can amend </a:t>
            </a:r>
          </a:p>
          <a:p>
            <a:r>
              <a:rPr lang="en-US" baseline="0" dirty="0" smtClean="0"/>
              <a:t> </a:t>
            </a:r>
            <a:endParaRPr lang="en-US" dirty="0"/>
          </a:p>
        </p:txBody>
      </p:sp>
      <p:sp>
        <p:nvSpPr>
          <p:cNvPr id="4" name="Slide Number Placeholder 3"/>
          <p:cNvSpPr>
            <a:spLocks noGrp="1"/>
          </p:cNvSpPr>
          <p:nvPr>
            <p:ph type="sldNum" sz="quarter" idx="10"/>
          </p:nvPr>
        </p:nvSpPr>
        <p:spPr/>
        <p:txBody>
          <a:bodyPr/>
          <a:lstStyle/>
          <a:p>
            <a:fld id="{98731A2F-26A1-4FDB-8DF1-914D55DBB029}" type="slidenum">
              <a:rPr lang="en-US" smtClean="0"/>
              <a:t>2</a:t>
            </a:fld>
            <a:endParaRPr lang="en-US"/>
          </a:p>
        </p:txBody>
      </p:sp>
    </p:spTree>
    <p:extLst>
      <p:ext uri="{BB962C8B-B14F-4D97-AF65-F5344CB8AC3E}">
        <p14:creationId xmlns:p14="http://schemas.microsoft.com/office/powerpoint/2010/main" val="23999952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32</a:t>
            </a:r>
            <a:r>
              <a:rPr lang="en-US" baseline="0" dirty="0" smtClean="0"/>
              <a:t> sections, 10 schedules, two parts</a:t>
            </a:r>
            <a:endParaRPr lang="en-US" dirty="0" smtClean="0"/>
          </a:p>
          <a:p>
            <a:endParaRPr lang="en-US" dirty="0"/>
          </a:p>
        </p:txBody>
      </p:sp>
      <p:sp>
        <p:nvSpPr>
          <p:cNvPr id="4" name="Slide Number Placeholder 3"/>
          <p:cNvSpPr>
            <a:spLocks noGrp="1"/>
          </p:cNvSpPr>
          <p:nvPr>
            <p:ph type="sldNum" sz="quarter" idx="10"/>
          </p:nvPr>
        </p:nvSpPr>
        <p:spPr/>
        <p:txBody>
          <a:bodyPr/>
          <a:lstStyle/>
          <a:p>
            <a:fld id="{98731A2F-26A1-4FDB-8DF1-914D55DBB029}" type="slidenum">
              <a:rPr lang="en-US" smtClean="0"/>
              <a:t>3</a:t>
            </a:fld>
            <a:endParaRPr lang="en-US"/>
          </a:p>
        </p:txBody>
      </p:sp>
    </p:spTree>
    <p:extLst>
      <p:ext uri="{BB962C8B-B14F-4D97-AF65-F5344CB8AC3E}">
        <p14:creationId xmlns:p14="http://schemas.microsoft.com/office/powerpoint/2010/main" val="265774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98731A2F-26A1-4FDB-8DF1-914D55DBB029}" type="slidenum">
              <a:rPr lang="en-US" smtClean="0"/>
              <a:t>4</a:t>
            </a:fld>
            <a:endParaRPr lang="en-US"/>
          </a:p>
        </p:txBody>
      </p:sp>
    </p:spTree>
    <p:extLst>
      <p:ext uri="{BB962C8B-B14F-4D97-AF65-F5344CB8AC3E}">
        <p14:creationId xmlns:p14="http://schemas.microsoft.com/office/powerpoint/2010/main" val="228475497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r>
              <a:rPr lang="en-US" dirty="0" smtClean="0"/>
              <a:t>Family</a:t>
            </a:r>
            <a:r>
              <a:rPr lang="en-US" baseline="0" dirty="0" smtClean="0"/>
              <a:t> Units – big tribes – kingdoms – states. </a:t>
            </a:r>
          </a:p>
          <a:p>
            <a:pPr marL="228600" indent="-228600">
              <a:buAutoNum type="arabicPeriod"/>
            </a:pPr>
            <a:r>
              <a:rPr lang="en-US" baseline="0" dirty="0" smtClean="0"/>
              <a:t>Collection of rules, laws determine the powers and authority of the government </a:t>
            </a:r>
          </a:p>
          <a:p>
            <a:pPr marL="228600" indent="-228600">
              <a:buAutoNum type="arabicPeriod"/>
            </a:pPr>
            <a:r>
              <a:rPr lang="en-US" baseline="0" dirty="0" smtClean="0"/>
              <a:t> Relationship between Government and its Institutions </a:t>
            </a:r>
          </a:p>
          <a:p>
            <a:pPr marL="228600" indent="-228600">
              <a:buAutoNum type="arabicPeriod"/>
            </a:pPr>
            <a:r>
              <a:rPr lang="en-US" baseline="0" dirty="0" smtClean="0"/>
              <a:t>Rights of citizen </a:t>
            </a:r>
          </a:p>
          <a:p>
            <a:pPr marL="228600" indent="-228600">
              <a:buAutoNum type="arabicPeriod"/>
            </a:pPr>
            <a:r>
              <a:rPr lang="en-US" baseline="0" dirty="0" smtClean="0"/>
              <a:t>Require constitution so that no can cross the limits set in the constitution. </a:t>
            </a:r>
            <a:endParaRPr lang="en-US" dirty="0"/>
          </a:p>
        </p:txBody>
      </p:sp>
      <p:sp>
        <p:nvSpPr>
          <p:cNvPr id="4" name="Slide Number Placeholder 3"/>
          <p:cNvSpPr>
            <a:spLocks noGrp="1"/>
          </p:cNvSpPr>
          <p:nvPr>
            <p:ph type="sldNum" sz="quarter" idx="10"/>
          </p:nvPr>
        </p:nvSpPr>
        <p:spPr/>
        <p:txBody>
          <a:bodyPr/>
          <a:lstStyle/>
          <a:p>
            <a:fld id="{98731A2F-26A1-4FDB-8DF1-914D55DBB029}" type="slidenum">
              <a:rPr lang="en-US" smtClean="0"/>
              <a:t>7</a:t>
            </a:fld>
            <a:endParaRPr lang="en-US"/>
          </a:p>
        </p:txBody>
      </p:sp>
    </p:spTree>
    <p:extLst>
      <p:ext uri="{BB962C8B-B14F-4D97-AF65-F5344CB8AC3E}">
        <p14:creationId xmlns:p14="http://schemas.microsoft.com/office/powerpoint/2010/main" val="338680124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smtClean="0">
                <a:solidFill>
                  <a:schemeClr val="tx1"/>
                </a:solidFill>
                <a:effectLst/>
                <a:latin typeface="+mn-lt"/>
                <a:ea typeface="+mn-ea"/>
                <a:cs typeface="+mn-cs"/>
              </a:rPr>
              <a:t>A preamble is </a:t>
            </a:r>
            <a:r>
              <a:rPr lang="en-US" dirty="0" smtClean="0"/>
              <a:t>the introductory statement to a document, </a:t>
            </a:r>
            <a:r>
              <a:rPr lang="en-US" sz="1200" b="0" i="0" kern="1200" dirty="0" smtClean="0">
                <a:solidFill>
                  <a:schemeClr val="tx1"/>
                </a:solidFill>
                <a:effectLst/>
                <a:latin typeface="+mn-lt"/>
                <a:ea typeface="+mn-ea"/>
                <a:cs typeface="+mn-cs"/>
              </a:rPr>
              <a:t>The Preamble explains the reasons behind the creation of the Constitution and its overall objectives.</a:t>
            </a:r>
            <a:endParaRPr lang="en-US" dirty="0"/>
          </a:p>
        </p:txBody>
      </p:sp>
      <p:sp>
        <p:nvSpPr>
          <p:cNvPr id="4" name="Slide Number Placeholder 3"/>
          <p:cNvSpPr>
            <a:spLocks noGrp="1"/>
          </p:cNvSpPr>
          <p:nvPr>
            <p:ph type="sldNum" sz="quarter" idx="10"/>
          </p:nvPr>
        </p:nvSpPr>
        <p:spPr/>
        <p:txBody>
          <a:bodyPr/>
          <a:lstStyle/>
          <a:p>
            <a:fld id="{98731A2F-26A1-4FDB-8DF1-914D55DBB029}" type="slidenum">
              <a:rPr lang="en-US" smtClean="0"/>
              <a:t>15</a:t>
            </a:fld>
            <a:endParaRPr lang="en-US"/>
          </a:p>
        </p:txBody>
      </p:sp>
    </p:spTree>
    <p:extLst>
      <p:ext uri="{BB962C8B-B14F-4D97-AF65-F5344CB8AC3E}">
        <p14:creationId xmlns:p14="http://schemas.microsoft.com/office/powerpoint/2010/main" val="255760484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r>
              <a:rPr lang="en-US" dirty="0" smtClean="0"/>
              <a:t>1</a:t>
            </a:r>
            <a:r>
              <a:rPr lang="en-US" baseline="30000" dirty="0" smtClean="0"/>
              <a:t>st</a:t>
            </a:r>
            <a:r>
              <a:rPr lang="en-US" dirty="0" smtClean="0"/>
              <a:t> BPC report Sept 28, 1950 </a:t>
            </a:r>
          </a:p>
          <a:p>
            <a:pPr marL="228600" indent="-228600">
              <a:buAutoNum type="arabicPeriod"/>
            </a:pPr>
            <a:r>
              <a:rPr lang="en-US" dirty="0" smtClean="0"/>
              <a:t> Balochistan: </a:t>
            </a:r>
            <a:r>
              <a:rPr lang="en-US" sz="1200" b="0" i="0" kern="1200" dirty="0" smtClean="0">
                <a:solidFill>
                  <a:schemeClr val="tx1"/>
                </a:solidFill>
                <a:effectLst/>
                <a:latin typeface="+mn-lt"/>
                <a:ea typeface="+mn-ea"/>
                <a:cs typeface="+mn-cs"/>
              </a:rPr>
              <a:t>Three smaller states—</a:t>
            </a:r>
            <a:r>
              <a:rPr lang="en-US" sz="1200" b="0" i="0" kern="1200" dirty="0" err="1" smtClean="0">
                <a:solidFill>
                  <a:schemeClr val="tx1"/>
                </a:solidFill>
                <a:effectLst/>
                <a:latin typeface="+mn-lt"/>
                <a:ea typeface="+mn-ea"/>
                <a:cs typeface="+mn-cs"/>
              </a:rPr>
              <a:t>Kharan</a:t>
            </a:r>
            <a:r>
              <a:rPr lang="en-US" sz="1200" b="0" i="0" kern="1200" dirty="0" smtClean="0">
                <a:solidFill>
                  <a:schemeClr val="tx1"/>
                </a:solidFill>
                <a:effectLst/>
                <a:latin typeface="+mn-lt"/>
                <a:ea typeface="+mn-ea"/>
                <a:cs typeface="+mn-cs"/>
              </a:rPr>
              <a:t>, </a:t>
            </a:r>
            <a:r>
              <a:rPr lang="en-US" sz="1200" b="0" i="0" kern="1200" dirty="0" err="1" smtClean="0">
                <a:solidFill>
                  <a:schemeClr val="tx1"/>
                </a:solidFill>
                <a:effectLst/>
                <a:latin typeface="+mn-lt"/>
                <a:ea typeface="+mn-ea"/>
                <a:cs typeface="+mn-cs"/>
              </a:rPr>
              <a:t>Lasbela</a:t>
            </a:r>
            <a:r>
              <a:rPr lang="en-US" sz="1200" b="0" i="0" kern="1200" dirty="0" smtClean="0">
                <a:solidFill>
                  <a:schemeClr val="tx1"/>
                </a:solidFill>
                <a:effectLst/>
                <a:latin typeface="+mn-lt"/>
                <a:ea typeface="+mn-ea"/>
                <a:cs typeface="+mn-cs"/>
              </a:rPr>
              <a:t>, and </a:t>
            </a:r>
            <a:r>
              <a:rPr lang="en-US" sz="1200" b="0" i="0" kern="1200" dirty="0" err="1" smtClean="0">
                <a:solidFill>
                  <a:schemeClr val="tx1"/>
                </a:solidFill>
                <a:effectLst/>
                <a:latin typeface="+mn-lt"/>
                <a:ea typeface="+mn-ea"/>
                <a:cs typeface="+mn-cs"/>
              </a:rPr>
              <a:t>Makran</a:t>
            </a:r>
            <a:r>
              <a:rPr lang="en-US" sz="1200" b="0" i="0" kern="1200" dirty="0" smtClean="0">
                <a:solidFill>
                  <a:schemeClr val="tx1"/>
                </a:solidFill>
                <a:effectLst/>
                <a:latin typeface="+mn-lt"/>
                <a:ea typeface="+mn-ea"/>
                <a:cs typeface="+mn-cs"/>
              </a:rPr>
              <a:t>—joined Pakistan in 1947.</a:t>
            </a:r>
          </a:p>
          <a:p>
            <a:pPr marL="228600" marR="0" indent="-228600" algn="l" defTabSz="914400" rtl="0" eaLnBrk="1" fontAlgn="auto" latinLnBrk="0" hangingPunct="1">
              <a:lnSpc>
                <a:spcPct val="100000"/>
              </a:lnSpc>
              <a:spcBef>
                <a:spcPts val="0"/>
              </a:spcBef>
              <a:spcAft>
                <a:spcPts val="0"/>
              </a:spcAft>
              <a:buClrTx/>
              <a:buSzTx/>
              <a:buFontTx/>
              <a:buAutoNum type="arabicPeriod"/>
              <a:tabLst/>
              <a:defRPr/>
            </a:pPr>
            <a:r>
              <a:rPr lang="en-US" sz="1200" b="0" i="0" kern="1200" dirty="0" smtClean="0">
                <a:solidFill>
                  <a:schemeClr val="tx1"/>
                </a:solidFill>
                <a:effectLst/>
                <a:latin typeface="+mn-lt"/>
                <a:ea typeface="+mn-ea"/>
                <a:cs typeface="+mn-cs"/>
              </a:rPr>
              <a:t>The Khan of </a:t>
            </a:r>
            <a:r>
              <a:rPr lang="en-US" sz="1200" b="0" i="0" kern="1200" dirty="0" err="1" smtClean="0">
                <a:solidFill>
                  <a:schemeClr val="tx1"/>
                </a:solidFill>
                <a:effectLst/>
                <a:latin typeface="+mn-lt"/>
                <a:ea typeface="+mn-ea"/>
                <a:cs typeface="+mn-cs"/>
              </a:rPr>
              <a:t>Kalat</a:t>
            </a:r>
            <a:r>
              <a:rPr lang="en-US" sz="1200" b="0" i="0" kern="1200" dirty="0" smtClean="0">
                <a:solidFill>
                  <a:schemeClr val="tx1"/>
                </a:solidFill>
                <a:effectLst/>
                <a:latin typeface="+mn-lt"/>
                <a:ea typeface="+mn-ea"/>
                <a:cs typeface="+mn-cs"/>
              </a:rPr>
              <a:t>, Mir Ahmad </a:t>
            </a:r>
            <a:r>
              <a:rPr lang="en-US" sz="1200" b="0" i="0" kern="1200" dirty="0" err="1" smtClean="0">
                <a:solidFill>
                  <a:schemeClr val="tx1"/>
                </a:solidFill>
                <a:effectLst/>
                <a:latin typeface="+mn-lt"/>
                <a:ea typeface="+mn-ea"/>
                <a:cs typeface="+mn-cs"/>
              </a:rPr>
              <a:t>Yar</a:t>
            </a:r>
            <a:r>
              <a:rPr lang="en-US" sz="1200" b="0" i="0" kern="1200" dirty="0" smtClean="0">
                <a:solidFill>
                  <a:schemeClr val="tx1"/>
                </a:solidFill>
                <a:effectLst/>
                <a:latin typeface="+mn-lt"/>
                <a:ea typeface="+mn-ea"/>
                <a:cs typeface="+mn-cs"/>
              </a:rPr>
              <a:t> Khan, declared independence on August 12, 1947, after the end of British rule. Khan of </a:t>
            </a:r>
            <a:r>
              <a:rPr lang="en-US" sz="1200" b="0" i="0" kern="1200" dirty="0" err="1" smtClean="0">
                <a:solidFill>
                  <a:schemeClr val="tx1"/>
                </a:solidFill>
                <a:effectLst/>
                <a:latin typeface="+mn-lt"/>
                <a:ea typeface="+mn-ea"/>
                <a:cs typeface="+mn-cs"/>
              </a:rPr>
              <a:t>Kalat</a:t>
            </a:r>
            <a:r>
              <a:rPr lang="en-US" sz="1200" b="0" i="0" kern="1200" dirty="0" smtClean="0">
                <a:solidFill>
                  <a:schemeClr val="tx1"/>
                </a:solidFill>
                <a:effectLst/>
                <a:latin typeface="+mn-lt"/>
                <a:ea typeface="+mn-ea"/>
                <a:cs typeface="+mn-cs"/>
              </a:rPr>
              <a:t> agreed to the accession of Balochistan to Pakistan on March 27, 1948. </a:t>
            </a:r>
          </a:p>
          <a:p>
            <a:pPr marL="228600" marR="0" indent="-228600" algn="l" defTabSz="914400" rtl="0" eaLnBrk="1" fontAlgn="auto" latinLnBrk="0" hangingPunct="1">
              <a:lnSpc>
                <a:spcPct val="100000"/>
              </a:lnSpc>
              <a:spcBef>
                <a:spcPts val="0"/>
              </a:spcBef>
              <a:spcAft>
                <a:spcPts val="0"/>
              </a:spcAft>
              <a:buClrTx/>
              <a:buSzTx/>
              <a:buFontTx/>
              <a:buAutoNum type="arabicPeriod"/>
              <a:tabLst/>
              <a:defRPr/>
            </a:pPr>
            <a:r>
              <a:rPr lang="en-US" sz="1200" b="0" i="0" kern="1200" dirty="0" smtClean="0">
                <a:solidFill>
                  <a:schemeClr val="tx1"/>
                </a:solidFill>
                <a:effectLst/>
                <a:latin typeface="+mn-lt"/>
                <a:ea typeface="+mn-ea"/>
                <a:cs typeface="+mn-cs"/>
              </a:rPr>
              <a:t>The area was officially designated as the province of Balochistan by the government of Pakistan on July 1, 1971. </a:t>
            </a:r>
          </a:p>
          <a:p>
            <a:pPr rtl="0"/>
            <a:r>
              <a:rPr lang="en-US" sz="1200" b="1" kern="1200" dirty="0" smtClean="0">
                <a:solidFill>
                  <a:schemeClr val="tx1"/>
                </a:solidFill>
                <a:effectLst/>
                <a:latin typeface="+mn-lt"/>
                <a:ea typeface="+mn-ea"/>
                <a:cs typeface="+mn-cs"/>
              </a:rPr>
              <a:t>Bahawalpur:</a:t>
            </a:r>
            <a:r>
              <a:rPr lang="en-US" sz="1200" kern="1200" dirty="0" smtClean="0">
                <a:solidFill>
                  <a:schemeClr val="tx1"/>
                </a:solidFill>
                <a:effectLst/>
                <a:latin typeface="+mn-lt"/>
                <a:ea typeface="+mn-ea"/>
                <a:cs typeface="+mn-cs"/>
              </a:rPr>
              <a:t> The ruler of Bahawalpur acceded to Pakistan in October 1947, making it one of the first and smoother integrations, according to </a:t>
            </a:r>
            <a:r>
              <a:rPr lang="en-US" sz="1200" b="0" kern="1200" dirty="0" err="1" smtClean="0">
                <a:solidFill>
                  <a:schemeClr val="tx1"/>
                </a:solidFill>
                <a:effectLst/>
                <a:latin typeface="+mn-lt"/>
                <a:ea typeface="+mn-ea"/>
                <a:cs typeface="+mn-cs"/>
                <a:hlinkClick r:id="rId3"/>
              </a:rPr>
              <a:t>Quora</a:t>
            </a:r>
            <a:r>
              <a:rPr lang="en-US" sz="1200" kern="1200" dirty="0" smtClean="0">
                <a:solidFill>
                  <a:schemeClr val="tx1"/>
                </a:solidFill>
                <a:effectLst/>
                <a:latin typeface="+mn-lt"/>
                <a:ea typeface="+mn-ea"/>
                <a:cs typeface="+mn-cs"/>
              </a:rPr>
              <a:t>.</a:t>
            </a:r>
          </a:p>
          <a:p>
            <a:pPr rtl="0"/>
            <a:r>
              <a:rPr lang="en-US" sz="1200" b="1" kern="1200" dirty="0" smtClean="0">
                <a:solidFill>
                  <a:schemeClr val="tx1"/>
                </a:solidFill>
                <a:effectLst/>
                <a:latin typeface="+mn-lt"/>
                <a:ea typeface="+mn-ea"/>
                <a:cs typeface="+mn-cs"/>
              </a:rPr>
              <a:t>Khairpur:</a:t>
            </a:r>
            <a:r>
              <a:rPr lang="en-US" sz="1200" kern="1200" dirty="0" smtClean="0">
                <a:solidFill>
                  <a:schemeClr val="tx1"/>
                </a:solidFill>
                <a:effectLst/>
                <a:latin typeface="+mn-lt"/>
                <a:ea typeface="+mn-ea"/>
                <a:cs typeface="+mn-cs"/>
              </a:rPr>
              <a:t> Acceded to Pakistan in October 1947, reports </a:t>
            </a:r>
            <a:r>
              <a:rPr lang="en-US" sz="1200" b="0" kern="1200" dirty="0" smtClean="0">
                <a:solidFill>
                  <a:schemeClr val="tx1"/>
                </a:solidFill>
                <a:effectLst/>
                <a:latin typeface="+mn-lt"/>
                <a:ea typeface="+mn-ea"/>
                <a:cs typeface="+mn-cs"/>
                <a:hlinkClick r:id="rId4"/>
              </a:rPr>
              <a:t>World Statesmen.org</a:t>
            </a:r>
            <a:r>
              <a:rPr lang="en-US" sz="1200" kern="1200" dirty="0" smtClean="0">
                <a:solidFill>
                  <a:schemeClr val="tx1"/>
                </a:solidFill>
                <a:effectLst/>
                <a:latin typeface="+mn-lt"/>
                <a:ea typeface="+mn-ea"/>
                <a:cs typeface="+mn-cs"/>
              </a:rPr>
              <a:t>.</a:t>
            </a:r>
          </a:p>
          <a:p>
            <a:pPr rtl="0"/>
            <a:r>
              <a:rPr lang="en-US" sz="1200" b="1" kern="1200" dirty="0" err="1" smtClean="0">
                <a:solidFill>
                  <a:schemeClr val="tx1"/>
                </a:solidFill>
                <a:effectLst/>
                <a:latin typeface="+mn-lt"/>
                <a:ea typeface="+mn-ea"/>
                <a:cs typeface="+mn-cs"/>
              </a:rPr>
              <a:t>Kalat</a:t>
            </a:r>
            <a:r>
              <a:rPr lang="en-US" sz="1200" b="1" kern="1200" dirty="0" smtClean="0">
                <a:solidFill>
                  <a:schemeClr val="tx1"/>
                </a:solidFill>
                <a:effectLst/>
                <a:latin typeface="+mn-lt"/>
                <a:ea typeface="+mn-ea"/>
                <a:cs typeface="+mn-cs"/>
              </a:rPr>
              <a:t>:</a:t>
            </a:r>
            <a:r>
              <a:rPr lang="en-US" sz="1200" kern="1200" dirty="0" smtClean="0">
                <a:solidFill>
                  <a:schemeClr val="tx1"/>
                </a:solidFill>
                <a:effectLst/>
                <a:latin typeface="+mn-lt"/>
                <a:ea typeface="+mn-ea"/>
                <a:cs typeface="+mn-cs"/>
              </a:rPr>
              <a:t> After resisting for a period, the Khan of </a:t>
            </a:r>
            <a:r>
              <a:rPr lang="en-US" sz="1200" kern="1200" dirty="0" err="1" smtClean="0">
                <a:solidFill>
                  <a:schemeClr val="tx1"/>
                </a:solidFill>
                <a:effectLst/>
                <a:latin typeface="+mn-lt"/>
                <a:ea typeface="+mn-ea"/>
                <a:cs typeface="+mn-cs"/>
              </a:rPr>
              <a:t>Kalat</a:t>
            </a:r>
            <a:r>
              <a:rPr lang="en-US" sz="1200" kern="1200" dirty="0" smtClean="0">
                <a:solidFill>
                  <a:schemeClr val="tx1"/>
                </a:solidFill>
                <a:effectLst/>
                <a:latin typeface="+mn-lt"/>
                <a:ea typeface="+mn-ea"/>
                <a:cs typeface="+mn-cs"/>
              </a:rPr>
              <a:t> finally acceded to Pakistan in March 1948, notes </a:t>
            </a:r>
            <a:r>
              <a:rPr lang="en-US" sz="1200" kern="1200" dirty="0" err="1" smtClean="0">
                <a:solidFill>
                  <a:schemeClr val="tx1"/>
                </a:solidFill>
                <a:effectLst/>
                <a:latin typeface="+mn-lt"/>
                <a:ea typeface="+mn-ea"/>
                <a:cs typeface="+mn-cs"/>
              </a:rPr>
              <a:t>Quora</a:t>
            </a:r>
            <a:r>
              <a:rPr lang="en-US" sz="1200" kern="1200" dirty="0" smtClean="0">
                <a:solidFill>
                  <a:schemeClr val="tx1"/>
                </a:solidFill>
                <a:effectLst/>
                <a:latin typeface="+mn-lt"/>
                <a:ea typeface="+mn-ea"/>
                <a:cs typeface="+mn-cs"/>
              </a:rPr>
              <a:t>.</a:t>
            </a:r>
          </a:p>
          <a:p>
            <a:pPr rtl="0"/>
            <a:r>
              <a:rPr lang="en-US" sz="1200" b="1" kern="1200" dirty="0" err="1" smtClean="0">
                <a:solidFill>
                  <a:schemeClr val="tx1"/>
                </a:solidFill>
                <a:effectLst/>
                <a:latin typeface="+mn-lt"/>
                <a:ea typeface="+mn-ea"/>
                <a:cs typeface="+mn-cs"/>
              </a:rPr>
              <a:t>Dir</a:t>
            </a:r>
            <a:r>
              <a:rPr lang="en-US" sz="1200" b="1" kern="1200" dirty="0" smtClean="0">
                <a:solidFill>
                  <a:schemeClr val="tx1"/>
                </a:solidFill>
                <a:effectLst/>
                <a:latin typeface="+mn-lt"/>
                <a:ea typeface="+mn-ea"/>
                <a:cs typeface="+mn-cs"/>
              </a:rPr>
              <a:t> and Swat:</a:t>
            </a:r>
            <a:r>
              <a:rPr lang="en-US" sz="1200" kern="1200" dirty="0" smtClean="0">
                <a:solidFill>
                  <a:schemeClr val="tx1"/>
                </a:solidFill>
                <a:effectLst/>
                <a:latin typeface="+mn-lt"/>
                <a:ea typeface="+mn-ea"/>
                <a:cs typeface="+mn-cs"/>
              </a:rPr>
              <a:t> These states acceded in 1947 but remained partially autonomous until fully integrated in 1969. </a:t>
            </a:r>
          </a:p>
          <a:p>
            <a:r>
              <a:rPr lang="en-US" sz="1200" b="0" i="0" kern="1200" dirty="0" smtClean="0">
                <a:solidFill>
                  <a:schemeClr val="tx1"/>
                </a:solidFill>
                <a:effectLst/>
                <a:latin typeface="+mn-lt"/>
                <a:ea typeface="+mn-ea"/>
                <a:cs typeface="+mn-cs"/>
              </a:rPr>
              <a:t/>
            </a:r>
            <a:br>
              <a:rPr lang="en-US" sz="1200" b="0" i="0" kern="1200" dirty="0" smtClean="0">
                <a:solidFill>
                  <a:schemeClr val="tx1"/>
                </a:solidFill>
                <a:effectLst/>
                <a:latin typeface="+mn-lt"/>
                <a:ea typeface="+mn-ea"/>
                <a:cs typeface="+mn-cs"/>
              </a:rPr>
            </a:br>
            <a:endParaRPr lang="en-US" dirty="0"/>
          </a:p>
        </p:txBody>
      </p:sp>
      <p:sp>
        <p:nvSpPr>
          <p:cNvPr id="4" name="Slide Number Placeholder 3"/>
          <p:cNvSpPr>
            <a:spLocks noGrp="1"/>
          </p:cNvSpPr>
          <p:nvPr>
            <p:ph type="sldNum" sz="quarter" idx="10"/>
          </p:nvPr>
        </p:nvSpPr>
        <p:spPr/>
        <p:txBody>
          <a:bodyPr/>
          <a:lstStyle/>
          <a:p>
            <a:fld id="{98731A2F-26A1-4FDB-8DF1-914D55DBB029}" type="slidenum">
              <a:rPr lang="en-US" smtClean="0"/>
              <a:t>18</a:t>
            </a:fld>
            <a:endParaRPr lang="en-US"/>
          </a:p>
        </p:txBody>
      </p:sp>
    </p:spTree>
    <p:extLst>
      <p:ext uri="{BB962C8B-B14F-4D97-AF65-F5344CB8AC3E}">
        <p14:creationId xmlns:p14="http://schemas.microsoft.com/office/powerpoint/2010/main" val="400549116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r>
              <a:rPr lang="en-US" baseline="0" dirty="0" smtClean="0"/>
              <a:t>PM April 17, 1953 </a:t>
            </a:r>
          </a:p>
          <a:p>
            <a:pPr marL="228600" indent="-228600">
              <a:buAutoNum type="arabicPeriod"/>
            </a:pPr>
            <a:r>
              <a:rPr lang="en-US" baseline="0" dirty="0" smtClean="0"/>
              <a:t> Formula Oct 7, 1953 in NA</a:t>
            </a:r>
          </a:p>
          <a:p>
            <a:pPr marL="228600" indent="-228600">
              <a:buAutoNum type="arabicPeriod"/>
            </a:pPr>
            <a:r>
              <a:rPr lang="en-US" baseline="0" dirty="0" smtClean="0"/>
              <a:t> LH, 165-E, 135-W</a:t>
            </a:r>
          </a:p>
          <a:p>
            <a:pPr marL="228600" indent="-228600">
              <a:buAutoNum type="arabicPeriod"/>
            </a:pPr>
            <a:r>
              <a:rPr lang="en-US" baseline="0" dirty="0" smtClean="0"/>
              <a:t> Drafting Committee pointed under A.R </a:t>
            </a:r>
            <a:r>
              <a:rPr lang="en-US" baseline="0" dirty="0" err="1" smtClean="0"/>
              <a:t>Nishtar</a:t>
            </a:r>
            <a:r>
              <a:rPr lang="en-US" baseline="0" dirty="0" smtClean="0"/>
              <a:t> to draft constitution by 1</a:t>
            </a:r>
            <a:r>
              <a:rPr lang="en-US" baseline="30000" dirty="0" smtClean="0"/>
              <a:t>st</a:t>
            </a:r>
            <a:r>
              <a:rPr lang="en-US" baseline="0" dirty="0" smtClean="0"/>
              <a:t> Jan 1955</a:t>
            </a:r>
          </a:p>
        </p:txBody>
      </p:sp>
      <p:sp>
        <p:nvSpPr>
          <p:cNvPr id="4" name="Slide Number Placeholder 3"/>
          <p:cNvSpPr>
            <a:spLocks noGrp="1"/>
          </p:cNvSpPr>
          <p:nvPr>
            <p:ph type="sldNum" sz="quarter" idx="10"/>
          </p:nvPr>
        </p:nvSpPr>
        <p:spPr/>
        <p:txBody>
          <a:bodyPr/>
          <a:lstStyle/>
          <a:p>
            <a:fld id="{98731A2F-26A1-4FDB-8DF1-914D55DBB029}" type="slidenum">
              <a:rPr lang="en-US" smtClean="0"/>
              <a:t>19</a:t>
            </a:fld>
            <a:endParaRPr lang="en-US"/>
          </a:p>
        </p:txBody>
      </p:sp>
    </p:spTree>
    <p:extLst>
      <p:ext uri="{BB962C8B-B14F-4D97-AF65-F5344CB8AC3E}">
        <p14:creationId xmlns:p14="http://schemas.microsoft.com/office/powerpoint/2010/main" val="99582340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endParaRPr lang="en-US" dirty="0"/>
          </a:p>
        </p:txBody>
      </p:sp>
      <p:sp>
        <p:nvSpPr>
          <p:cNvPr id="4" name="Slide Number Placeholder 3"/>
          <p:cNvSpPr>
            <a:spLocks noGrp="1"/>
          </p:cNvSpPr>
          <p:nvPr>
            <p:ph type="sldNum" sz="quarter" idx="10"/>
          </p:nvPr>
        </p:nvSpPr>
        <p:spPr/>
        <p:txBody>
          <a:bodyPr/>
          <a:lstStyle/>
          <a:p>
            <a:fld id="{98731A2F-26A1-4FDB-8DF1-914D55DBB029}" type="slidenum">
              <a:rPr lang="en-US" smtClean="0"/>
              <a:t>20</a:t>
            </a:fld>
            <a:endParaRPr lang="en-US"/>
          </a:p>
        </p:txBody>
      </p:sp>
    </p:spTree>
    <p:extLst>
      <p:ext uri="{BB962C8B-B14F-4D97-AF65-F5344CB8AC3E}">
        <p14:creationId xmlns:p14="http://schemas.microsoft.com/office/powerpoint/2010/main" val="312585526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r>
              <a:rPr lang="en-US" dirty="0" smtClean="0"/>
              <a:t>PRODA, Articles</a:t>
            </a:r>
            <a:r>
              <a:rPr lang="en-US" baseline="0" dirty="0" smtClean="0"/>
              <a:t> 9, 10, 10A, 10 B dissolved by C.A Sept 20, 1954</a:t>
            </a:r>
          </a:p>
          <a:p>
            <a:pPr marL="228600" indent="-228600">
              <a:buAutoNum type="arabicPeriod"/>
            </a:pPr>
            <a:r>
              <a:rPr lang="en-US" baseline="0" dirty="0" smtClean="0"/>
              <a:t> council of minister (8) under </a:t>
            </a:r>
            <a:r>
              <a:rPr lang="en-US" baseline="0" dirty="0" err="1" smtClean="0"/>
              <a:t>Bogra</a:t>
            </a:r>
            <a:r>
              <a:rPr lang="en-US" baseline="0" dirty="0" smtClean="0"/>
              <a:t> on Oct 26, 1954</a:t>
            </a:r>
          </a:p>
          <a:p>
            <a:pPr marL="228600" indent="-228600">
              <a:buAutoNum type="arabicPeriod"/>
            </a:pPr>
            <a:r>
              <a:rPr lang="en-US" baseline="0" dirty="0" smtClean="0"/>
              <a:t> </a:t>
            </a:r>
            <a:r>
              <a:rPr lang="en-US" baseline="0" dirty="0" err="1" smtClean="0"/>
              <a:t>Maulvi</a:t>
            </a:r>
            <a:r>
              <a:rPr lang="en-US" baseline="0" dirty="0" smtClean="0"/>
              <a:t> filed Nov 7, 1954</a:t>
            </a:r>
          </a:p>
          <a:p>
            <a:pPr marL="228600" indent="-228600">
              <a:buAutoNum type="arabicPeriod"/>
            </a:pPr>
            <a:r>
              <a:rPr lang="en-US" baseline="0" dirty="0" smtClean="0"/>
              <a:t> Federal Court gave decision August 11, 1955</a:t>
            </a:r>
          </a:p>
          <a:p>
            <a:pPr marL="228600" indent="-228600">
              <a:buAutoNum type="arabicPeriod"/>
            </a:pPr>
            <a:r>
              <a:rPr lang="en-US" baseline="0" dirty="0" smtClean="0"/>
              <a:t> Second CA: </a:t>
            </a:r>
            <a:r>
              <a:rPr lang="en-US" sz="1200" b="0" i="0" kern="1200" dirty="0" smtClean="0">
                <a:solidFill>
                  <a:schemeClr val="tx1"/>
                </a:solidFill>
                <a:effectLst/>
                <a:latin typeface="+mn-lt"/>
                <a:ea typeface="+mn-ea"/>
                <a:cs typeface="+mn-cs"/>
              </a:rPr>
              <a:t>The second Constituent Assembly of Pakistan was created on 28th May (G.G’s Order No. 12)1955</a:t>
            </a:r>
          </a:p>
          <a:p>
            <a:pPr marL="228600" indent="-228600">
              <a:buAutoNum type="arabicPeriod"/>
            </a:pPr>
            <a:r>
              <a:rPr lang="en-US" sz="1200" b="0" i="0" kern="1200" baseline="0" dirty="0" smtClean="0">
                <a:solidFill>
                  <a:schemeClr val="tx1"/>
                </a:solidFill>
                <a:effectLst/>
                <a:latin typeface="+mn-lt"/>
                <a:ea typeface="+mn-ea"/>
                <a:cs typeface="+mn-cs"/>
              </a:rPr>
              <a:t> Elections: ML-26, United Front-16, </a:t>
            </a:r>
            <a:r>
              <a:rPr lang="en-US" sz="1200" b="0" i="0" kern="1200" baseline="0" dirty="0" err="1" smtClean="0">
                <a:solidFill>
                  <a:schemeClr val="tx1"/>
                </a:solidFill>
                <a:effectLst/>
                <a:latin typeface="+mn-lt"/>
                <a:ea typeface="+mn-ea"/>
                <a:cs typeface="+mn-cs"/>
              </a:rPr>
              <a:t>Awami</a:t>
            </a:r>
            <a:r>
              <a:rPr lang="en-US" sz="1200" b="0" i="0" kern="1200" baseline="0" dirty="0" smtClean="0">
                <a:solidFill>
                  <a:schemeClr val="tx1"/>
                </a:solidFill>
                <a:effectLst/>
                <a:latin typeface="+mn-lt"/>
                <a:ea typeface="+mn-ea"/>
                <a:cs typeface="+mn-cs"/>
              </a:rPr>
              <a:t> L-13 + other = 80 seat of 2</a:t>
            </a:r>
            <a:r>
              <a:rPr lang="en-US" sz="1200" b="0" i="0" kern="1200" baseline="30000" dirty="0" smtClean="0">
                <a:solidFill>
                  <a:schemeClr val="tx1"/>
                </a:solidFill>
                <a:effectLst/>
                <a:latin typeface="+mn-lt"/>
                <a:ea typeface="+mn-ea"/>
                <a:cs typeface="+mn-cs"/>
              </a:rPr>
              <a:t>nd</a:t>
            </a:r>
            <a:r>
              <a:rPr lang="en-US" sz="1200" b="0" i="0" kern="1200" baseline="0" dirty="0" smtClean="0">
                <a:solidFill>
                  <a:schemeClr val="tx1"/>
                </a:solidFill>
                <a:effectLst/>
                <a:latin typeface="+mn-lt"/>
                <a:ea typeface="+mn-ea"/>
                <a:cs typeface="+mn-cs"/>
              </a:rPr>
              <a:t> CA</a:t>
            </a:r>
            <a:endParaRPr lang="en-US" baseline="0" dirty="0" smtClean="0"/>
          </a:p>
        </p:txBody>
      </p:sp>
      <p:sp>
        <p:nvSpPr>
          <p:cNvPr id="4" name="Slide Number Placeholder 3"/>
          <p:cNvSpPr>
            <a:spLocks noGrp="1"/>
          </p:cNvSpPr>
          <p:nvPr>
            <p:ph type="sldNum" sz="quarter" idx="10"/>
          </p:nvPr>
        </p:nvSpPr>
        <p:spPr/>
        <p:txBody>
          <a:bodyPr/>
          <a:lstStyle/>
          <a:p>
            <a:fld id="{98731A2F-26A1-4FDB-8DF1-914D55DBB029}" type="slidenum">
              <a:rPr lang="en-US" smtClean="0"/>
              <a:t>21</a:t>
            </a:fld>
            <a:endParaRPr lang="en-US"/>
          </a:p>
        </p:txBody>
      </p:sp>
    </p:spTree>
    <p:extLst>
      <p:ext uri="{BB962C8B-B14F-4D97-AF65-F5344CB8AC3E}">
        <p14:creationId xmlns:p14="http://schemas.microsoft.com/office/powerpoint/2010/main" val="108596985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r>
              <a:rPr lang="en-US" dirty="0" smtClean="0"/>
              <a:t>West</a:t>
            </a:r>
            <a:r>
              <a:rPr lang="en-US" baseline="0" dirty="0" smtClean="0"/>
              <a:t> Pak Act </a:t>
            </a:r>
            <a:r>
              <a:rPr lang="en-US" dirty="0" smtClean="0"/>
              <a:t> Sept 30, 1955 </a:t>
            </a:r>
          </a:p>
          <a:p>
            <a:pPr marL="228600" indent="-228600">
              <a:buAutoNum type="arabicPeriod"/>
            </a:pPr>
            <a:r>
              <a:rPr lang="en-US" dirty="0" smtClean="0"/>
              <a:t> </a:t>
            </a:r>
            <a:endParaRPr lang="en-US" dirty="0"/>
          </a:p>
        </p:txBody>
      </p:sp>
      <p:sp>
        <p:nvSpPr>
          <p:cNvPr id="4" name="Slide Number Placeholder 3"/>
          <p:cNvSpPr>
            <a:spLocks noGrp="1"/>
          </p:cNvSpPr>
          <p:nvPr>
            <p:ph type="sldNum" sz="quarter" idx="10"/>
          </p:nvPr>
        </p:nvSpPr>
        <p:spPr/>
        <p:txBody>
          <a:bodyPr/>
          <a:lstStyle/>
          <a:p>
            <a:fld id="{98731A2F-26A1-4FDB-8DF1-914D55DBB029}" type="slidenum">
              <a:rPr lang="en-US" smtClean="0"/>
              <a:t>22</a:t>
            </a:fld>
            <a:endParaRPr lang="en-US"/>
          </a:p>
        </p:txBody>
      </p:sp>
    </p:spTree>
    <p:extLst>
      <p:ext uri="{BB962C8B-B14F-4D97-AF65-F5344CB8AC3E}">
        <p14:creationId xmlns:p14="http://schemas.microsoft.com/office/powerpoint/2010/main" val="160440944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r>
              <a:rPr lang="en-US" dirty="0" err="1" smtClean="0"/>
              <a:t>Ayub</a:t>
            </a:r>
            <a:r>
              <a:rPr lang="en-US" dirty="0" smtClean="0"/>
              <a:t> ousted</a:t>
            </a:r>
            <a:r>
              <a:rPr lang="en-US" baseline="0" dirty="0" smtClean="0"/>
              <a:t> Mirza Oct 27, 1958 </a:t>
            </a:r>
            <a:r>
              <a:rPr lang="en-US" sz="1200" b="0" i="0" kern="1200" dirty="0" err="1" smtClean="0">
                <a:solidFill>
                  <a:schemeClr val="tx1"/>
                </a:solidFill>
                <a:effectLst/>
                <a:latin typeface="+mn-lt"/>
                <a:ea typeface="+mn-ea"/>
                <a:cs typeface="+mn-cs"/>
              </a:rPr>
              <a:t>Nahid</a:t>
            </a:r>
            <a:r>
              <a:rPr lang="en-US" sz="1200" b="0" i="0" kern="1200" dirty="0" smtClean="0">
                <a:solidFill>
                  <a:schemeClr val="tx1"/>
                </a:solidFill>
                <a:effectLst/>
                <a:latin typeface="+mn-lt"/>
                <a:ea typeface="+mn-ea"/>
                <a:cs typeface="+mn-cs"/>
              </a:rPr>
              <a:t>: "We cannot afford medical treatment, so just let me die.</a:t>
            </a:r>
            <a:endParaRPr lang="en-US" baseline="0" dirty="0" smtClean="0"/>
          </a:p>
          <a:p>
            <a:pPr marL="228600" indent="-228600">
              <a:buAutoNum type="arabicPeriod"/>
            </a:pPr>
            <a:r>
              <a:rPr lang="en-US" baseline="0" dirty="0" smtClean="0"/>
              <a:t> PPO 1960 issued by </a:t>
            </a:r>
            <a:r>
              <a:rPr lang="en-US" baseline="0" dirty="0" err="1" smtClean="0"/>
              <a:t>Ayub</a:t>
            </a:r>
            <a:r>
              <a:rPr lang="en-US" baseline="0" dirty="0" smtClean="0"/>
              <a:t> </a:t>
            </a:r>
          </a:p>
          <a:p>
            <a:pPr marL="228600" indent="-228600">
              <a:buAutoNum type="arabicPeriod"/>
            </a:pPr>
            <a:r>
              <a:rPr lang="en-US" baseline="0" dirty="0" smtClean="0"/>
              <a:t> Commission (1+ 5-E, 5-W) Feb 17, 1960 </a:t>
            </a:r>
          </a:p>
          <a:p>
            <a:pPr marL="228600" indent="-228600">
              <a:buAutoNum type="arabicPeriod"/>
            </a:pPr>
            <a:r>
              <a:rPr lang="en-US" baseline="0" dirty="0" smtClean="0"/>
              <a:t> Q-40 items, 9000 </a:t>
            </a:r>
            <a:r>
              <a:rPr lang="en-US" baseline="0" dirty="0" err="1" smtClean="0"/>
              <a:t>Eng</a:t>
            </a:r>
            <a:r>
              <a:rPr lang="en-US" baseline="0" dirty="0" smtClean="0"/>
              <a:t>, 19,000 Urdu, Bengali: 6, 269 replies</a:t>
            </a:r>
          </a:p>
          <a:p>
            <a:pPr marL="228600" indent="-228600">
              <a:buAutoNum type="arabicPeriod"/>
            </a:pPr>
            <a:r>
              <a:rPr lang="en-US" baseline="0" dirty="0" smtClean="0"/>
              <a:t> Constitution commission under </a:t>
            </a:r>
            <a:r>
              <a:rPr lang="en-US" baseline="0" dirty="0" err="1" smtClean="0"/>
              <a:t>Manzoor</a:t>
            </a:r>
            <a:r>
              <a:rPr lang="en-US" baseline="0" dirty="0" smtClean="0"/>
              <a:t> </a:t>
            </a:r>
            <a:r>
              <a:rPr lang="en-US" baseline="0" dirty="0" err="1" smtClean="0"/>
              <a:t>Qadeer</a:t>
            </a:r>
            <a:r>
              <a:rPr lang="en-US" baseline="0" dirty="0" smtClean="0"/>
              <a:t> Ext Minister Oct 31, 1961</a:t>
            </a:r>
          </a:p>
          <a:p>
            <a:pPr marL="0" indent="0">
              <a:buNone/>
            </a:pPr>
            <a:endParaRPr lang="en-US" baseline="0" dirty="0" smtClean="0"/>
          </a:p>
        </p:txBody>
      </p:sp>
      <p:sp>
        <p:nvSpPr>
          <p:cNvPr id="4" name="Slide Number Placeholder 3"/>
          <p:cNvSpPr>
            <a:spLocks noGrp="1"/>
          </p:cNvSpPr>
          <p:nvPr>
            <p:ph type="sldNum" sz="quarter" idx="10"/>
          </p:nvPr>
        </p:nvSpPr>
        <p:spPr/>
        <p:txBody>
          <a:bodyPr/>
          <a:lstStyle/>
          <a:p>
            <a:fld id="{98731A2F-26A1-4FDB-8DF1-914D55DBB029}" type="slidenum">
              <a:rPr lang="en-US" smtClean="0"/>
              <a:t>23</a:t>
            </a:fld>
            <a:endParaRPr lang="en-US"/>
          </a:p>
        </p:txBody>
      </p:sp>
    </p:spTree>
    <p:extLst>
      <p:ext uri="{BB962C8B-B14F-4D97-AF65-F5344CB8AC3E}">
        <p14:creationId xmlns:p14="http://schemas.microsoft.com/office/powerpoint/2010/main" val="15579816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r>
              <a:rPr lang="en-US" dirty="0" smtClean="0"/>
              <a:t>1</a:t>
            </a:r>
            <a:r>
              <a:rPr lang="en-US" baseline="30000" dirty="0" smtClean="0"/>
              <a:t>st</a:t>
            </a:r>
            <a:r>
              <a:rPr lang="en-US" dirty="0" smtClean="0"/>
              <a:t> BPC report Sept 28, 1950 </a:t>
            </a:r>
          </a:p>
          <a:p>
            <a:pPr marL="228600" indent="-228600">
              <a:buAutoNum type="arabicPeriod"/>
            </a:pPr>
            <a:r>
              <a:rPr lang="en-US" dirty="0" smtClean="0"/>
              <a:t> </a:t>
            </a:r>
            <a:endParaRPr lang="en-US" dirty="0"/>
          </a:p>
        </p:txBody>
      </p:sp>
      <p:sp>
        <p:nvSpPr>
          <p:cNvPr id="4" name="Slide Number Placeholder 3"/>
          <p:cNvSpPr>
            <a:spLocks noGrp="1"/>
          </p:cNvSpPr>
          <p:nvPr>
            <p:ph type="sldNum" sz="quarter" idx="10"/>
          </p:nvPr>
        </p:nvSpPr>
        <p:spPr/>
        <p:txBody>
          <a:bodyPr/>
          <a:lstStyle/>
          <a:p>
            <a:fld id="{98731A2F-26A1-4FDB-8DF1-914D55DBB029}" type="slidenum">
              <a:rPr lang="en-US" smtClean="0"/>
              <a:t>24</a:t>
            </a:fld>
            <a:endParaRPr lang="en-US"/>
          </a:p>
        </p:txBody>
      </p:sp>
    </p:spTree>
    <p:extLst>
      <p:ext uri="{BB962C8B-B14F-4D97-AF65-F5344CB8AC3E}">
        <p14:creationId xmlns:p14="http://schemas.microsoft.com/office/powerpoint/2010/main" val="410942565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r>
              <a:rPr lang="en-US" dirty="0" smtClean="0"/>
              <a:t>LFO March 30, 1970</a:t>
            </a:r>
          </a:p>
          <a:p>
            <a:pPr marL="228600" indent="-228600">
              <a:buAutoNum type="arabicPeriod"/>
            </a:pPr>
            <a:r>
              <a:rPr lang="en-US" dirty="0" smtClean="0"/>
              <a:t> Election shifted to Oct 1970</a:t>
            </a:r>
            <a:r>
              <a:rPr lang="en-US" baseline="0" dirty="0" smtClean="0"/>
              <a:t> to Dec 7, 1970</a:t>
            </a:r>
          </a:p>
          <a:p>
            <a:pPr marL="228600" indent="-228600">
              <a:buAutoNum type="arabicPeriod"/>
            </a:pPr>
            <a:r>
              <a:rPr lang="en-US" baseline="0" dirty="0" smtClean="0"/>
              <a:t>Bengal Separation Dec 16, 1971 </a:t>
            </a:r>
            <a:endParaRPr lang="en-US" dirty="0" smtClean="0"/>
          </a:p>
          <a:p>
            <a:r>
              <a:rPr lang="en-US" dirty="0" smtClean="0"/>
              <a:t> 4. Causes of</a:t>
            </a:r>
            <a:r>
              <a:rPr lang="en-US" baseline="0" dirty="0" smtClean="0"/>
              <a:t> Separation of East Pak </a:t>
            </a:r>
          </a:p>
          <a:p>
            <a:r>
              <a:rPr lang="en-US" baseline="0" dirty="0" smtClean="0"/>
              <a:t>a. Location, b. Martial Law, c. Language, d. Shaikh Mujeeb, e. War</a:t>
            </a:r>
            <a:endParaRPr lang="en-US" dirty="0"/>
          </a:p>
        </p:txBody>
      </p:sp>
      <p:sp>
        <p:nvSpPr>
          <p:cNvPr id="4" name="Slide Number Placeholder 3"/>
          <p:cNvSpPr>
            <a:spLocks noGrp="1"/>
          </p:cNvSpPr>
          <p:nvPr>
            <p:ph type="sldNum" sz="quarter" idx="10"/>
          </p:nvPr>
        </p:nvSpPr>
        <p:spPr/>
        <p:txBody>
          <a:bodyPr/>
          <a:lstStyle/>
          <a:p>
            <a:fld id="{98731A2F-26A1-4FDB-8DF1-914D55DBB029}" type="slidenum">
              <a:rPr lang="en-US" smtClean="0"/>
              <a:t>25</a:t>
            </a:fld>
            <a:endParaRPr lang="en-US"/>
          </a:p>
        </p:txBody>
      </p:sp>
    </p:spTree>
    <p:extLst>
      <p:ext uri="{BB962C8B-B14F-4D97-AF65-F5344CB8AC3E}">
        <p14:creationId xmlns:p14="http://schemas.microsoft.com/office/powerpoint/2010/main" val="298282371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r>
              <a:rPr lang="en-US" dirty="0" smtClean="0"/>
              <a:t> </a:t>
            </a:r>
            <a:endParaRPr lang="en-US" dirty="0"/>
          </a:p>
        </p:txBody>
      </p:sp>
      <p:sp>
        <p:nvSpPr>
          <p:cNvPr id="4" name="Slide Number Placeholder 3"/>
          <p:cNvSpPr>
            <a:spLocks noGrp="1"/>
          </p:cNvSpPr>
          <p:nvPr>
            <p:ph type="sldNum" sz="quarter" idx="10"/>
          </p:nvPr>
        </p:nvSpPr>
        <p:spPr/>
        <p:txBody>
          <a:bodyPr/>
          <a:lstStyle/>
          <a:p>
            <a:fld id="{98731A2F-26A1-4FDB-8DF1-914D55DBB029}" type="slidenum">
              <a:rPr lang="en-US" smtClean="0"/>
              <a:t>26</a:t>
            </a:fld>
            <a:endParaRPr lang="en-US"/>
          </a:p>
        </p:txBody>
      </p:sp>
    </p:spTree>
    <p:extLst>
      <p:ext uri="{BB962C8B-B14F-4D97-AF65-F5344CB8AC3E}">
        <p14:creationId xmlns:p14="http://schemas.microsoft.com/office/powerpoint/2010/main" val="123359231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Parts</a:t>
            </a:r>
            <a:r>
              <a:rPr lang="en-US" baseline="0" dirty="0" smtClean="0"/>
              <a:t> to Chapter to Articles </a:t>
            </a:r>
          </a:p>
          <a:p>
            <a:pPr marL="228600" indent="-228600">
              <a:buAutoNum type="arabicPeriod"/>
            </a:pPr>
            <a:r>
              <a:rPr lang="en-US" baseline="0" dirty="0" smtClean="0"/>
              <a:t>Parts categorize the constitution with specific chapters (chapters  has a group of articles together form a single part)</a:t>
            </a:r>
          </a:p>
          <a:p>
            <a:pPr marL="228600" indent="-228600">
              <a:buAutoNum type="arabicPeriod"/>
            </a:pPr>
            <a:r>
              <a:rPr lang="en-US" baseline="0" dirty="0" smtClean="0"/>
              <a:t> Schedule is Appendix: a detailed </a:t>
            </a:r>
            <a:r>
              <a:rPr lang="en-US" baseline="0" dirty="0" err="1" smtClean="0"/>
              <a:t>explaination</a:t>
            </a:r>
            <a:r>
              <a:rPr lang="en-US" baseline="0" dirty="0" smtClean="0"/>
              <a:t> of any article not mentioned in chapters/articles</a:t>
            </a:r>
          </a:p>
          <a:p>
            <a:endParaRPr lang="en-US" dirty="0"/>
          </a:p>
        </p:txBody>
      </p:sp>
      <p:sp>
        <p:nvSpPr>
          <p:cNvPr id="4" name="Slide Number Placeholder 3"/>
          <p:cNvSpPr>
            <a:spLocks noGrp="1"/>
          </p:cNvSpPr>
          <p:nvPr>
            <p:ph type="sldNum" sz="quarter" idx="10"/>
          </p:nvPr>
        </p:nvSpPr>
        <p:spPr/>
        <p:txBody>
          <a:bodyPr/>
          <a:lstStyle/>
          <a:p>
            <a:fld id="{98731A2F-26A1-4FDB-8DF1-914D55DBB029}" type="slidenum">
              <a:rPr lang="en-US" smtClean="0"/>
              <a:t>27</a:t>
            </a:fld>
            <a:endParaRPr lang="en-US"/>
          </a:p>
        </p:txBody>
      </p:sp>
    </p:spTree>
    <p:extLst>
      <p:ext uri="{BB962C8B-B14F-4D97-AF65-F5344CB8AC3E}">
        <p14:creationId xmlns:p14="http://schemas.microsoft.com/office/powerpoint/2010/main" val="139542963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smtClean="0"/>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t>11/5/2025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extLst>
      <p:ext uri="{BB962C8B-B14F-4D97-AF65-F5344CB8AC3E}">
        <p14:creationId xmlns:p14="http://schemas.microsoft.com/office/powerpoint/2010/main" val="376391016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t>11/5/2025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extLst>
      <p:ext uri="{BB962C8B-B14F-4D97-AF65-F5344CB8AC3E}">
        <p14:creationId xmlns:p14="http://schemas.microsoft.com/office/powerpoint/2010/main" val="51691662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t>11/5/2025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extLst>
      <p:ext uri="{BB962C8B-B14F-4D97-AF65-F5344CB8AC3E}">
        <p14:creationId xmlns:p14="http://schemas.microsoft.com/office/powerpoint/2010/main" val="90092626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1D8BD707-D9CF-40AE-B4C6-C98DA3205C09}" type="datetimeFigureOut">
              <a:rPr lang="en-US" smtClean="0"/>
              <a:t>11/5/2025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t>‹#›</a:t>
            </a:fld>
            <a:endParaRPr lang="en-US"/>
          </a:p>
        </p:txBody>
      </p:sp>
    </p:spTree>
    <p:extLst>
      <p:ext uri="{BB962C8B-B14F-4D97-AF65-F5344CB8AC3E}">
        <p14:creationId xmlns:p14="http://schemas.microsoft.com/office/powerpoint/2010/main" val="145781102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1D8BD707-D9CF-40AE-B4C6-C98DA3205C09}" type="datetimeFigureOut">
              <a:rPr lang="en-US" smtClean="0"/>
              <a:t>11/5/2025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t>‹#›</a:t>
            </a:fld>
            <a:endParaRPr lang="en-US"/>
          </a:p>
        </p:txBody>
      </p:sp>
    </p:spTree>
    <p:extLst>
      <p:ext uri="{BB962C8B-B14F-4D97-AF65-F5344CB8AC3E}">
        <p14:creationId xmlns:p14="http://schemas.microsoft.com/office/powerpoint/2010/main" val="410167720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1D8BD707-D9CF-40AE-B4C6-C98DA3205C09}" type="datetimeFigureOut">
              <a:rPr lang="en-US" smtClean="0"/>
              <a:t>11/5/2025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t>‹#›</a:t>
            </a:fld>
            <a:endParaRPr lang="en-US"/>
          </a:p>
        </p:txBody>
      </p:sp>
    </p:spTree>
    <p:extLst>
      <p:ext uri="{BB962C8B-B14F-4D97-AF65-F5344CB8AC3E}">
        <p14:creationId xmlns:p14="http://schemas.microsoft.com/office/powerpoint/2010/main" val="330653494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t>11/5/2025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t>‹#›</a:t>
            </a:fld>
            <a:endParaRPr lang="en-US"/>
          </a:p>
        </p:txBody>
      </p:sp>
    </p:spTree>
    <p:extLst>
      <p:ext uri="{BB962C8B-B14F-4D97-AF65-F5344CB8AC3E}">
        <p14:creationId xmlns:p14="http://schemas.microsoft.com/office/powerpoint/2010/main" val="225911424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smtClean="0"/>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t>11/5/2025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t>‹#›</a:t>
            </a:fld>
            <a:endParaRPr lang="en-US"/>
          </a:p>
        </p:txBody>
      </p:sp>
    </p:spTree>
    <p:extLst>
      <p:ext uri="{BB962C8B-B14F-4D97-AF65-F5344CB8AC3E}">
        <p14:creationId xmlns:p14="http://schemas.microsoft.com/office/powerpoint/2010/main" val="85152449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t>‹#›</a:t>
            </a:fld>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t>11/5/2025</a:t>
            </a:fld>
            <a:endParaRPr lang="en-US"/>
          </a:p>
        </p:txBody>
      </p:sp>
    </p:spTree>
    <p:extLst>
      <p:ext uri="{BB962C8B-B14F-4D97-AF65-F5344CB8AC3E}">
        <p14:creationId xmlns:p14="http://schemas.microsoft.com/office/powerpoint/2010/main" val="400098181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t>11/5/2025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extLst>
      <p:ext uri="{BB962C8B-B14F-4D97-AF65-F5344CB8AC3E}">
        <p14:creationId xmlns:p14="http://schemas.microsoft.com/office/powerpoint/2010/main" val="173799751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smtClean="0"/>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t>11/5/2025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69640067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t>11/5/2025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extLst>
      <p:ext uri="{BB962C8B-B14F-4D97-AF65-F5344CB8AC3E}">
        <p14:creationId xmlns:p14="http://schemas.microsoft.com/office/powerpoint/2010/main" val="103443967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smtClean="0"/>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t>11/5/2025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424286327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smtClean="0"/>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t>11/5/2025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extLst>
      <p:ext uri="{BB962C8B-B14F-4D97-AF65-F5344CB8AC3E}">
        <p14:creationId xmlns:p14="http://schemas.microsoft.com/office/powerpoint/2010/main" val="375636007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t>11/5/2025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extLst>
      <p:ext uri="{BB962C8B-B14F-4D97-AF65-F5344CB8AC3E}">
        <p14:creationId xmlns:p14="http://schemas.microsoft.com/office/powerpoint/2010/main" val="80691715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t>11/5/2025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extLst>
      <p:ext uri="{BB962C8B-B14F-4D97-AF65-F5344CB8AC3E}">
        <p14:creationId xmlns:p14="http://schemas.microsoft.com/office/powerpoint/2010/main" val="372535996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1D8BD707-D9CF-40AE-B4C6-C98DA3205C09}" type="datetimeFigureOut">
              <a:rPr lang="en-US" smtClean="0"/>
              <a:t>11/5/2025</a:t>
            </a:fld>
            <a:endParaRPr lang="en-US"/>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B6F15528-21DE-4FAA-801E-634DDDAF4B2B}" type="slidenum">
              <a:rPr lang="en-US" smtClean="0"/>
              <a:t>‹#›</a:t>
            </a:fld>
            <a:endParaRPr lang="en-US"/>
          </a:p>
        </p:txBody>
      </p:sp>
    </p:spTree>
    <p:extLst>
      <p:ext uri="{BB962C8B-B14F-4D97-AF65-F5344CB8AC3E}">
        <p14:creationId xmlns:p14="http://schemas.microsoft.com/office/powerpoint/2010/main" val="3791173647"/>
      </p:ext>
    </p:extLst>
  </p:cSld>
  <p:clrMap bg1="lt1" tx1="dk1" bg2="lt2" tx2="dk2" accent1="accent1" accent2="accent2" accent3="accent3" accent4="accent4" accent5="accent5" accent6="accent6" hlink="hlink" folHlink="folHlink"/>
  <p:sldLayoutIdLst>
    <p:sldLayoutId id="2147483781" r:id="rId1"/>
    <p:sldLayoutId id="2147483782" r:id="rId2"/>
    <p:sldLayoutId id="2147483783" r:id="rId3"/>
    <p:sldLayoutId id="2147483784" r:id="rId4"/>
    <p:sldLayoutId id="2147483785" r:id="rId5"/>
    <p:sldLayoutId id="2147483786" r:id="rId6"/>
    <p:sldLayoutId id="2147483787" r:id="rId7"/>
    <p:sldLayoutId id="2147483788" r:id="rId8"/>
    <p:sldLayoutId id="2147483789" r:id="rId9"/>
    <p:sldLayoutId id="2147483790" r:id="rId10"/>
    <p:sldLayoutId id="2147483791" r:id="rId11"/>
    <p:sldLayoutId id="2147483792" r:id="rId12"/>
    <p:sldLayoutId id="2147483793" r:id="rId13"/>
    <p:sldLayoutId id="2147483794" r:id="rId14"/>
    <p:sldLayoutId id="2147483795" r:id="rId15"/>
    <p:sldLayoutId id="2147483796"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diagramData" Target="../diagrams/data2.xml"/><Relationship Id="rId3" Type="http://schemas.openxmlformats.org/officeDocument/2006/relationships/diagramData" Target="../diagrams/data1.xml"/><Relationship Id="rId7" Type="http://schemas.microsoft.com/office/2007/relationships/diagramDrawing" Target="../diagrams/drawing1.xml"/><Relationship Id="rId12" Type="http://schemas.microsoft.com/office/2007/relationships/diagramDrawing" Target="../diagrams/drawing2.xml"/><Relationship Id="rId2" Type="http://schemas.openxmlformats.org/officeDocument/2006/relationships/notesSlide" Target="../notesSlides/notesSlide2.xml"/><Relationship Id="rId1" Type="http://schemas.openxmlformats.org/officeDocument/2006/relationships/slideLayout" Target="../slideLayouts/slideLayout7.xml"/><Relationship Id="rId6" Type="http://schemas.openxmlformats.org/officeDocument/2006/relationships/diagramColors" Target="../diagrams/colors1.xml"/><Relationship Id="rId11" Type="http://schemas.openxmlformats.org/officeDocument/2006/relationships/diagramColors" Target="../diagrams/colors2.xml"/><Relationship Id="rId5" Type="http://schemas.openxmlformats.org/officeDocument/2006/relationships/diagramQuickStyle" Target="../diagrams/quickStyle1.xml"/><Relationship Id="rId10" Type="http://schemas.openxmlformats.org/officeDocument/2006/relationships/diagramQuickStyle" Target="../diagrams/quickStyle2.xml"/><Relationship Id="rId4" Type="http://schemas.openxmlformats.org/officeDocument/2006/relationships/diagramLayout" Target="../diagrams/layout1.xml"/><Relationship Id="rId9" Type="http://schemas.openxmlformats.org/officeDocument/2006/relationships/diagramLayout" Target="../diagrams/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6.png"/><Relationship Id="rId5" Type="http://schemas.openxmlformats.org/officeDocument/2006/relationships/image" Target="../media/image5.png"/><Relationship Id="rId10" Type="http://schemas.openxmlformats.org/officeDocument/2006/relationships/image" Target="../media/image10.png"/><Relationship Id="rId4" Type="http://schemas.openxmlformats.org/officeDocument/2006/relationships/image" Target="../media/image4.png"/><Relationship Id="rId9" Type="http://schemas.openxmlformats.org/officeDocument/2006/relationships/image" Target="../media/image9.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8" Type="http://schemas.openxmlformats.org/officeDocument/2006/relationships/diagramData" Target="../diagrams/data4.xml"/><Relationship Id="rId3" Type="http://schemas.openxmlformats.org/officeDocument/2006/relationships/diagramData" Target="../diagrams/data3.xml"/><Relationship Id="rId7" Type="http://schemas.microsoft.com/office/2007/relationships/diagramDrawing" Target="../diagrams/drawing3.xml"/><Relationship Id="rId12" Type="http://schemas.microsoft.com/office/2007/relationships/diagramDrawing" Target="../diagrams/drawing4.xml"/><Relationship Id="rId2" Type="http://schemas.openxmlformats.org/officeDocument/2006/relationships/image" Target="../media/image11.png"/><Relationship Id="rId1" Type="http://schemas.openxmlformats.org/officeDocument/2006/relationships/slideLayout" Target="../slideLayouts/slideLayout2.xml"/><Relationship Id="rId6" Type="http://schemas.openxmlformats.org/officeDocument/2006/relationships/diagramColors" Target="../diagrams/colors3.xml"/><Relationship Id="rId11" Type="http://schemas.openxmlformats.org/officeDocument/2006/relationships/diagramColors" Target="../diagrams/colors4.xml"/><Relationship Id="rId5" Type="http://schemas.openxmlformats.org/officeDocument/2006/relationships/diagramQuickStyle" Target="../diagrams/quickStyle3.xml"/><Relationship Id="rId10" Type="http://schemas.openxmlformats.org/officeDocument/2006/relationships/diagramQuickStyle" Target="../diagrams/quickStyle4.xml"/><Relationship Id="rId4" Type="http://schemas.openxmlformats.org/officeDocument/2006/relationships/diagramLayout" Target="../diagrams/layout3.xml"/><Relationship Id="rId9" Type="http://schemas.openxmlformats.org/officeDocument/2006/relationships/diagramLayout" Target="../diagrams/layout4.xml"/></Relationships>
</file>

<file path=ppt/slides/_rels/slide10.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7.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11.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image" Target="../media/image12.jp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5.jp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16.jp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8" Type="http://schemas.openxmlformats.org/officeDocument/2006/relationships/diagramData" Target="../diagrams/data7.xml"/><Relationship Id="rId3" Type="http://schemas.openxmlformats.org/officeDocument/2006/relationships/diagramData" Target="../diagrams/data6.xml"/><Relationship Id="rId7" Type="http://schemas.microsoft.com/office/2007/relationships/diagramDrawing" Target="../diagrams/drawing6.xml"/><Relationship Id="rId12" Type="http://schemas.microsoft.com/office/2007/relationships/diagramDrawing" Target="../diagrams/drawing7.xml"/><Relationship Id="rId2" Type="http://schemas.openxmlformats.org/officeDocument/2006/relationships/notesSlide" Target="../notesSlides/notesSlide7.xml"/><Relationship Id="rId1" Type="http://schemas.openxmlformats.org/officeDocument/2006/relationships/slideLayout" Target="../slideLayouts/slideLayout7.xml"/><Relationship Id="rId6" Type="http://schemas.openxmlformats.org/officeDocument/2006/relationships/diagramColors" Target="../diagrams/colors6.xml"/><Relationship Id="rId11" Type="http://schemas.openxmlformats.org/officeDocument/2006/relationships/diagramColors" Target="../diagrams/colors7.xml"/><Relationship Id="rId5" Type="http://schemas.openxmlformats.org/officeDocument/2006/relationships/diagramQuickStyle" Target="../diagrams/quickStyle6.xml"/><Relationship Id="rId10" Type="http://schemas.openxmlformats.org/officeDocument/2006/relationships/diagramQuickStyle" Target="../diagrams/quickStyle7.xml"/><Relationship Id="rId4" Type="http://schemas.openxmlformats.org/officeDocument/2006/relationships/diagramLayout" Target="../diagrams/layout6.xml"/><Relationship Id="rId9" Type="http://schemas.openxmlformats.org/officeDocument/2006/relationships/diagramLayout" Target="../diagrams/layout7.xml"/></Relationships>
</file>

<file path=ppt/slides/_rels/slide19.xml.rels><?xml version="1.0" encoding="UTF-8" standalone="yes"?>
<Relationships xmlns="http://schemas.openxmlformats.org/package/2006/relationships"><Relationship Id="rId3" Type="http://schemas.openxmlformats.org/officeDocument/2006/relationships/diagramData" Target="../diagrams/data8.xml"/><Relationship Id="rId7" Type="http://schemas.microsoft.com/office/2007/relationships/diagramDrawing" Target="../diagrams/drawing8.xml"/><Relationship Id="rId2" Type="http://schemas.openxmlformats.org/officeDocument/2006/relationships/notesSlide" Target="../notesSlides/notesSlide8.xml"/><Relationship Id="rId1" Type="http://schemas.openxmlformats.org/officeDocument/2006/relationships/slideLayout" Target="../slideLayouts/slideLayout7.xml"/><Relationship Id="rId6" Type="http://schemas.openxmlformats.org/officeDocument/2006/relationships/diagramColors" Target="../diagrams/colors8.xml"/><Relationship Id="rId5" Type="http://schemas.openxmlformats.org/officeDocument/2006/relationships/diagramQuickStyle" Target="../diagrams/quickStyle8.xml"/><Relationship Id="rId4" Type="http://schemas.openxmlformats.org/officeDocument/2006/relationships/diagramLayout" Target="../diagrams/layout8.xml"/></Relationships>
</file>

<file path=ppt/slides/_rels/slide20.xml.rels><?xml version="1.0" encoding="UTF-8" standalone="yes"?>
<Relationships xmlns="http://schemas.openxmlformats.org/package/2006/relationships"><Relationship Id="rId3" Type="http://schemas.openxmlformats.org/officeDocument/2006/relationships/diagramData" Target="../diagrams/data9.xml"/><Relationship Id="rId7" Type="http://schemas.microsoft.com/office/2007/relationships/diagramDrawing" Target="../diagrams/drawing9.xml"/><Relationship Id="rId2" Type="http://schemas.openxmlformats.org/officeDocument/2006/relationships/notesSlide" Target="../notesSlides/notesSlide9.xml"/><Relationship Id="rId1" Type="http://schemas.openxmlformats.org/officeDocument/2006/relationships/slideLayout" Target="../slideLayouts/slideLayout7.xml"/><Relationship Id="rId6" Type="http://schemas.openxmlformats.org/officeDocument/2006/relationships/diagramColors" Target="../diagrams/colors9.xml"/><Relationship Id="rId5" Type="http://schemas.openxmlformats.org/officeDocument/2006/relationships/diagramQuickStyle" Target="../diagrams/quickStyle9.xml"/><Relationship Id="rId4" Type="http://schemas.openxmlformats.org/officeDocument/2006/relationships/diagramLayout" Target="../diagrams/layout9.xml"/></Relationships>
</file>

<file path=ppt/slides/_rels/slide21.xml.rels><?xml version="1.0" encoding="UTF-8" standalone="yes"?>
<Relationships xmlns="http://schemas.openxmlformats.org/package/2006/relationships"><Relationship Id="rId3" Type="http://schemas.openxmlformats.org/officeDocument/2006/relationships/diagramData" Target="../diagrams/data10.xml"/><Relationship Id="rId7" Type="http://schemas.microsoft.com/office/2007/relationships/diagramDrawing" Target="../diagrams/drawing10.xml"/><Relationship Id="rId2" Type="http://schemas.openxmlformats.org/officeDocument/2006/relationships/notesSlide" Target="../notesSlides/notesSlide10.xml"/><Relationship Id="rId1" Type="http://schemas.openxmlformats.org/officeDocument/2006/relationships/slideLayout" Target="../slideLayouts/slideLayout7.xml"/><Relationship Id="rId6" Type="http://schemas.openxmlformats.org/officeDocument/2006/relationships/diagramColors" Target="../diagrams/colors10.xml"/><Relationship Id="rId5" Type="http://schemas.openxmlformats.org/officeDocument/2006/relationships/diagramQuickStyle" Target="../diagrams/quickStyle10.xml"/><Relationship Id="rId4" Type="http://schemas.openxmlformats.org/officeDocument/2006/relationships/diagramLayout" Target="../diagrams/layout10.xml"/></Relationships>
</file>

<file path=ppt/slides/_rels/slide22.xml.rels><?xml version="1.0" encoding="UTF-8" standalone="yes"?>
<Relationships xmlns="http://schemas.openxmlformats.org/package/2006/relationships"><Relationship Id="rId3" Type="http://schemas.openxmlformats.org/officeDocument/2006/relationships/diagramData" Target="../diagrams/data11.xml"/><Relationship Id="rId7" Type="http://schemas.microsoft.com/office/2007/relationships/diagramDrawing" Target="../diagrams/drawing11.xml"/><Relationship Id="rId2" Type="http://schemas.openxmlformats.org/officeDocument/2006/relationships/notesSlide" Target="../notesSlides/notesSlide11.xml"/><Relationship Id="rId1" Type="http://schemas.openxmlformats.org/officeDocument/2006/relationships/slideLayout" Target="../slideLayouts/slideLayout7.xml"/><Relationship Id="rId6" Type="http://schemas.openxmlformats.org/officeDocument/2006/relationships/diagramColors" Target="../diagrams/colors11.xml"/><Relationship Id="rId5" Type="http://schemas.openxmlformats.org/officeDocument/2006/relationships/diagramQuickStyle" Target="../diagrams/quickStyle11.xml"/><Relationship Id="rId4" Type="http://schemas.openxmlformats.org/officeDocument/2006/relationships/diagramLayout" Target="../diagrams/layout11.xml"/></Relationships>
</file>

<file path=ppt/slides/_rels/slide23.xml.rels><?xml version="1.0" encoding="UTF-8" standalone="yes"?>
<Relationships xmlns="http://schemas.openxmlformats.org/package/2006/relationships"><Relationship Id="rId8" Type="http://schemas.openxmlformats.org/officeDocument/2006/relationships/diagramData" Target="../diagrams/data13.xml"/><Relationship Id="rId3" Type="http://schemas.openxmlformats.org/officeDocument/2006/relationships/diagramData" Target="../diagrams/data12.xml"/><Relationship Id="rId7" Type="http://schemas.microsoft.com/office/2007/relationships/diagramDrawing" Target="../diagrams/drawing12.xml"/><Relationship Id="rId12" Type="http://schemas.microsoft.com/office/2007/relationships/diagramDrawing" Target="../diagrams/drawing13.xml"/><Relationship Id="rId2" Type="http://schemas.openxmlformats.org/officeDocument/2006/relationships/notesSlide" Target="../notesSlides/notesSlide12.xml"/><Relationship Id="rId1" Type="http://schemas.openxmlformats.org/officeDocument/2006/relationships/slideLayout" Target="../slideLayouts/slideLayout7.xml"/><Relationship Id="rId6" Type="http://schemas.openxmlformats.org/officeDocument/2006/relationships/diagramColors" Target="../diagrams/colors12.xml"/><Relationship Id="rId11" Type="http://schemas.openxmlformats.org/officeDocument/2006/relationships/diagramColors" Target="../diagrams/colors13.xml"/><Relationship Id="rId5" Type="http://schemas.openxmlformats.org/officeDocument/2006/relationships/diagramQuickStyle" Target="../diagrams/quickStyle12.xml"/><Relationship Id="rId10" Type="http://schemas.openxmlformats.org/officeDocument/2006/relationships/diagramQuickStyle" Target="../diagrams/quickStyle13.xml"/><Relationship Id="rId4" Type="http://schemas.openxmlformats.org/officeDocument/2006/relationships/diagramLayout" Target="../diagrams/layout12.xml"/><Relationship Id="rId9" Type="http://schemas.openxmlformats.org/officeDocument/2006/relationships/diagramLayout" Target="../diagrams/layout13.xml"/></Relationships>
</file>

<file path=ppt/slides/_rels/slide24.xml.rels><?xml version="1.0" encoding="UTF-8" standalone="yes"?>
<Relationships xmlns="http://schemas.openxmlformats.org/package/2006/relationships"><Relationship Id="rId3" Type="http://schemas.openxmlformats.org/officeDocument/2006/relationships/diagramData" Target="../diagrams/data14.xml"/><Relationship Id="rId7" Type="http://schemas.microsoft.com/office/2007/relationships/diagramDrawing" Target="../diagrams/drawing14.xml"/><Relationship Id="rId2" Type="http://schemas.openxmlformats.org/officeDocument/2006/relationships/notesSlide" Target="../notesSlides/notesSlide13.xml"/><Relationship Id="rId1" Type="http://schemas.openxmlformats.org/officeDocument/2006/relationships/slideLayout" Target="../slideLayouts/slideLayout7.xml"/><Relationship Id="rId6" Type="http://schemas.openxmlformats.org/officeDocument/2006/relationships/diagramColors" Target="../diagrams/colors14.xml"/><Relationship Id="rId5" Type="http://schemas.openxmlformats.org/officeDocument/2006/relationships/diagramQuickStyle" Target="../diagrams/quickStyle14.xml"/><Relationship Id="rId4" Type="http://schemas.openxmlformats.org/officeDocument/2006/relationships/diagramLayout" Target="../diagrams/layout14.xml"/></Relationships>
</file>

<file path=ppt/slides/_rels/slide25.xml.rels><?xml version="1.0" encoding="UTF-8" standalone="yes"?>
<Relationships xmlns="http://schemas.openxmlformats.org/package/2006/relationships"><Relationship Id="rId8" Type="http://schemas.openxmlformats.org/officeDocument/2006/relationships/diagramData" Target="../diagrams/data16.xml"/><Relationship Id="rId13" Type="http://schemas.openxmlformats.org/officeDocument/2006/relationships/hyperlink" Target="http://www.pakistani.org/pakistan/constitution/index.html" TargetMode="External"/><Relationship Id="rId3" Type="http://schemas.openxmlformats.org/officeDocument/2006/relationships/diagramData" Target="../diagrams/data15.xml"/><Relationship Id="rId7" Type="http://schemas.microsoft.com/office/2007/relationships/diagramDrawing" Target="../diagrams/drawing15.xml"/><Relationship Id="rId12" Type="http://schemas.microsoft.com/office/2007/relationships/diagramDrawing" Target="../diagrams/drawing16.xml"/><Relationship Id="rId2" Type="http://schemas.openxmlformats.org/officeDocument/2006/relationships/notesSlide" Target="../notesSlides/notesSlide14.xml"/><Relationship Id="rId1" Type="http://schemas.openxmlformats.org/officeDocument/2006/relationships/slideLayout" Target="../slideLayouts/slideLayout7.xml"/><Relationship Id="rId6" Type="http://schemas.openxmlformats.org/officeDocument/2006/relationships/diagramColors" Target="../diagrams/colors15.xml"/><Relationship Id="rId11" Type="http://schemas.openxmlformats.org/officeDocument/2006/relationships/diagramColors" Target="../diagrams/colors16.xml"/><Relationship Id="rId5" Type="http://schemas.openxmlformats.org/officeDocument/2006/relationships/diagramQuickStyle" Target="../diagrams/quickStyle15.xml"/><Relationship Id="rId10" Type="http://schemas.openxmlformats.org/officeDocument/2006/relationships/diagramQuickStyle" Target="../diagrams/quickStyle16.xml"/><Relationship Id="rId4" Type="http://schemas.openxmlformats.org/officeDocument/2006/relationships/diagramLayout" Target="../diagrams/layout15.xml"/><Relationship Id="rId9" Type="http://schemas.openxmlformats.org/officeDocument/2006/relationships/diagramLayout" Target="../diagrams/layout16.xml"/></Relationships>
</file>

<file path=ppt/slides/_rels/slide26.xml.rels><?xml version="1.0" encoding="UTF-8" standalone="yes"?>
<Relationships xmlns="http://schemas.openxmlformats.org/package/2006/relationships"><Relationship Id="rId3" Type="http://schemas.openxmlformats.org/officeDocument/2006/relationships/diagramData" Target="../diagrams/data17.xml"/><Relationship Id="rId7" Type="http://schemas.microsoft.com/office/2007/relationships/diagramDrawing" Target="../diagrams/drawing17.xml"/><Relationship Id="rId2" Type="http://schemas.openxmlformats.org/officeDocument/2006/relationships/notesSlide" Target="../notesSlides/notesSlide15.xml"/><Relationship Id="rId1" Type="http://schemas.openxmlformats.org/officeDocument/2006/relationships/slideLayout" Target="../slideLayouts/slideLayout7.xml"/><Relationship Id="rId6" Type="http://schemas.openxmlformats.org/officeDocument/2006/relationships/diagramColors" Target="../diagrams/colors17.xml"/><Relationship Id="rId5" Type="http://schemas.openxmlformats.org/officeDocument/2006/relationships/diagramQuickStyle" Target="../diagrams/quickStyle17.xml"/><Relationship Id="rId4" Type="http://schemas.openxmlformats.org/officeDocument/2006/relationships/diagramLayout" Target="../diagrams/layout17.xml"/></Relationships>
</file>

<file path=ppt/slides/_rels/slide2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hyperlink" Target="http://www.pakistani.org/pakistan/constitution/" TargetMode="External"/></Relationships>
</file>

<file path=ppt/slides/_rels/slide28.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jp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jp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81000" y="-381000"/>
            <a:ext cx="9753600" cy="3124200"/>
          </a:xfrm>
        </p:spPr>
        <p:txBody>
          <a:bodyPr/>
          <a:lstStyle/>
          <a:p>
            <a:pPr algn="ctr"/>
            <a:r>
              <a:rPr lang="en-US" sz="8800" dirty="0" smtClean="0">
                <a:solidFill>
                  <a:srgbClr val="00B050"/>
                </a:solidFill>
              </a:rPr>
              <a:t>Welcome to Classes</a:t>
            </a:r>
            <a:endParaRPr lang="en-US" sz="8800" dirty="0">
              <a:solidFill>
                <a:srgbClr val="00B050"/>
              </a:solidFill>
            </a:endParaRPr>
          </a:p>
        </p:txBody>
      </p:sp>
      <p:sp>
        <p:nvSpPr>
          <p:cNvPr id="3" name="Subtitle 2"/>
          <p:cNvSpPr>
            <a:spLocks noGrp="1"/>
          </p:cNvSpPr>
          <p:nvPr>
            <p:ph type="subTitle" idx="1"/>
          </p:nvPr>
        </p:nvSpPr>
        <p:spPr>
          <a:xfrm>
            <a:off x="381000" y="2971800"/>
            <a:ext cx="9999134" cy="3276600"/>
          </a:xfrm>
        </p:spPr>
        <p:txBody>
          <a:bodyPr>
            <a:noAutofit/>
          </a:bodyPr>
          <a:lstStyle/>
          <a:p>
            <a:pPr algn="ctr"/>
            <a:r>
              <a:rPr lang="en-US" sz="8000" dirty="0" smtClean="0">
                <a:solidFill>
                  <a:srgbClr val="C00000"/>
                </a:solidFill>
              </a:rPr>
              <a:t>Subj: Ideology &amp; Constitutions of Pakistan</a:t>
            </a:r>
            <a:endParaRPr lang="en-US" sz="8000" dirty="0">
              <a:solidFill>
                <a:srgbClr val="C00000"/>
              </a:solidFill>
            </a:endParaRPr>
          </a:p>
        </p:txBody>
      </p:sp>
    </p:spTree>
    <p:extLst>
      <p:ext uri="{BB962C8B-B14F-4D97-AF65-F5344CB8AC3E}">
        <p14:creationId xmlns:p14="http://schemas.microsoft.com/office/powerpoint/2010/main" val="1088880935"/>
      </p:ext>
    </p:extLst>
  </p:cSld>
  <p:clrMapOvr>
    <a:masterClrMapping/>
  </p:clrMapOvr>
  <mc:AlternateContent xmlns:mc="http://schemas.openxmlformats.org/markup-compatibility/2006" xmlns:p14="http://schemas.microsoft.com/office/powerpoint/2010/main">
    <mc:Choice Requires="p14">
      <p:transition spd="slow" p14:dur="3000"/>
    </mc:Choice>
    <mc:Fallback xmlns="">
      <p:transition spd="slow"/>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Diagram 3"/>
          <p:cNvGraphicFramePr/>
          <p:nvPr>
            <p:extLst>
              <p:ext uri="{D42A27DB-BD31-4B8C-83A1-F6EECF244321}">
                <p14:modId xmlns:p14="http://schemas.microsoft.com/office/powerpoint/2010/main" val="3328088326"/>
              </p:ext>
            </p:extLst>
          </p:nvPr>
        </p:nvGraphicFramePr>
        <p:xfrm>
          <a:off x="1143000" y="1676400"/>
          <a:ext cx="9448800" cy="48768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aphicFrame>
        <p:nvGraphicFramePr>
          <p:cNvPr id="6" name="Diagram 5"/>
          <p:cNvGraphicFramePr/>
          <p:nvPr>
            <p:extLst>
              <p:ext uri="{D42A27DB-BD31-4B8C-83A1-F6EECF244321}">
                <p14:modId xmlns:p14="http://schemas.microsoft.com/office/powerpoint/2010/main" val="3981083972"/>
              </p:ext>
            </p:extLst>
          </p:nvPr>
        </p:nvGraphicFramePr>
        <p:xfrm>
          <a:off x="2438400" y="152400"/>
          <a:ext cx="6324600" cy="1317009"/>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sp>
        <p:nvSpPr>
          <p:cNvPr id="7" name="Oval Callout 6"/>
          <p:cNvSpPr/>
          <p:nvPr/>
        </p:nvSpPr>
        <p:spPr>
          <a:xfrm>
            <a:off x="8763000" y="1676400"/>
            <a:ext cx="2667000" cy="2514600"/>
          </a:xfrm>
          <a:prstGeom prst="wedgeEllipseCallou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US" dirty="0" smtClean="0">
                <a:solidFill>
                  <a:srgbClr val="FF0000"/>
                </a:solidFill>
              </a:rPr>
              <a:t>First </a:t>
            </a:r>
            <a:r>
              <a:rPr lang="en-US" dirty="0" smtClean="0"/>
              <a:t>Constituent Assembly Setup </a:t>
            </a:r>
            <a:endParaRPr lang="en-US" dirty="0"/>
          </a:p>
        </p:txBody>
      </p:sp>
    </p:spTree>
    <p:extLst>
      <p:ext uri="{BB962C8B-B14F-4D97-AF65-F5344CB8AC3E}">
        <p14:creationId xmlns:p14="http://schemas.microsoft.com/office/powerpoint/2010/main" val="83377297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3000">
        <p15:prstTrans prst="prestig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7" presetClass="emph" presetSubtype="2" fill="hold" grpId="0" nodeType="clickEffect">
                                  <p:stCondLst>
                                    <p:cond delay="0"/>
                                  </p:stCondLst>
                                  <p:childTnLst>
                                    <p:animClr clrSpc="rgb" dir="cw">
                                      <p:cBhvr>
                                        <p:cTn id="6" dur="2000" fill="hold"/>
                                        <p:tgtEl>
                                          <p:spTgt spid="4">
                                            <p:graphicEl>
                                              <a:dgm id="{12D9E906-B753-4F7A-A0BC-F0FB7D2EDE52}"/>
                                            </p:graphicEl>
                                          </p:spTgt>
                                        </p:tgtEl>
                                        <p:attrNameLst>
                                          <p:attrName>stroke.color</p:attrName>
                                        </p:attrNameLst>
                                      </p:cBhvr>
                                      <p:to>
                                        <a:schemeClr val="accent2"/>
                                      </p:to>
                                    </p:animClr>
                                    <p:set>
                                      <p:cBhvr>
                                        <p:cTn id="7" dur="2000" fill="hold"/>
                                        <p:tgtEl>
                                          <p:spTgt spid="4">
                                            <p:graphicEl>
                                              <a:dgm id="{12D9E906-B753-4F7A-A0BC-F0FB7D2EDE52}"/>
                                            </p:graphicEl>
                                          </p:spTgt>
                                        </p:tgtEl>
                                        <p:attrNameLst>
                                          <p:attrName>stroke.on</p:attrName>
                                        </p:attrNameLst>
                                      </p:cBhvr>
                                      <p:to>
                                        <p:strVal val="true"/>
                                      </p:to>
                                    </p:set>
                                  </p:childTnLst>
                                </p:cTn>
                              </p:par>
                              <p:par>
                                <p:cTn id="8" presetID="7" presetClass="emph" presetSubtype="2" fill="hold" grpId="0" nodeType="withEffect">
                                  <p:stCondLst>
                                    <p:cond delay="0"/>
                                  </p:stCondLst>
                                  <p:childTnLst>
                                    <p:animClr clrSpc="rgb" dir="cw">
                                      <p:cBhvr>
                                        <p:cTn id="9" dur="2000" fill="hold"/>
                                        <p:tgtEl>
                                          <p:spTgt spid="4">
                                            <p:graphicEl>
                                              <a:dgm id="{7E3AA489-6A02-483E-A88F-97139495D413}"/>
                                            </p:graphicEl>
                                          </p:spTgt>
                                        </p:tgtEl>
                                        <p:attrNameLst>
                                          <p:attrName>stroke.color</p:attrName>
                                        </p:attrNameLst>
                                      </p:cBhvr>
                                      <p:to>
                                        <a:schemeClr val="accent2"/>
                                      </p:to>
                                    </p:animClr>
                                    <p:set>
                                      <p:cBhvr>
                                        <p:cTn id="10" dur="2000" fill="hold"/>
                                        <p:tgtEl>
                                          <p:spTgt spid="4">
                                            <p:graphicEl>
                                              <a:dgm id="{7E3AA489-6A02-483E-A88F-97139495D413}"/>
                                            </p:graphicEl>
                                          </p:spTgt>
                                        </p:tgtEl>
                                        <p:attrNameLst>
                                          <p:attrName>stroke.on</p:attrName>
                                        </p:attrNameLst>
                                      </p:cBhvr>
                                      <p:to>
                                        <p:strVal val="true"/>
                                      </p:to>
                                    </p:set>
                                  </p:childTnLst>
                                </p:cTn>
                              </p:par>
                              <p:par>
                                <p:cTn id="11" presetID="7" presetClass="emph" presetSubtype="2" fill="hold" grpId="0" nodeType="withEffect">
                                  <p:stCondLst>
                                    <p:cond delay="0"/>
                                  </p:stCondLst>
                                  <p:childTnLst>
                                    <p:animClr clrSpc="rgb" dir="cw">
                                      <p:cBhvr>
                                        <p:cTn id="12" dur="2000" fill="hold"/>
                                        <p:tgtEl>
                                          <p:spTgt spid="4">
                                            <p:graphicEl>
                                              <a:dgm id="{2CC6FE0D-704D-484F-AEB5-C63C519C1B52}"/>
                                            </p:graphicEl>
                                          </p:spTgt>
                                        </p:tgtEl>
                                        <p:attrNameLst>
                                          <p:attrName>stroke.color</p:attrName>
                                        </p:attrNameLst>
                                      </p:cBhvr>
                                      <p:to>
                                        <a:schemeClr val="accent2"/>
                                      </p:to>
                                    </p:animClr>
                                    <p:set>
                                      <p:cBhvr>
                                        <p:cTn id="13" dur="2000" fill="hold"/>
                                        <p:tgtEl>
                                          <p:spTgt spid="4">
                                            <p:graphicEl>
                                              <a:dgm id="{2CC6FE0D-704D-484F-AEB5-C63C519C1B52}"/>
                                            </p:graphicEl>
                                          </p:spTgt>
                                        </p:tgtEl>
                                        <p:attrNameLst>
                                          <p:attrName>stroke.on</p:attrName>
                                        </p:attrNameLst>
                                      </p:cBhvr>
                                      <p:to>
                                        <p:strVal val="true"/>
                                      </p:to>
                                    </p:set>
                                  </p:childTnLst>
                                </p:cTn>
                              </p:par>
                              <p:par>
                                <p:cTn id="14" presetID="7" presetClass="emph" presetSubtype="2" fill="hold" grpId="0" nodeType="withEffect">
                                  <p:stCondLst>
                                    <p:cond delay="0"/>
                                  </p:stCondLst>
                                  <p:childTnLst>
                                    <p:animClr clrSpc="rgb" dir="cw">
                                      <p:cBhvr>
                                        <p:cTn id="15" dur="2000" fill="hold"/>
                                        <p:tgtEl>
                                          <p:spTgt spid="4">
                                            <p:graphicEl>
                                              <a:dgm id="{80FB24F8-DF95-4452-BDC5-FD2F902CFE43}"/>
                                            </p:graphicEl>
                                          </p:spTgt>
                                        </p:tgtEl>
                                        <p:attrNameLst>
                                          <p:attrName>stroke.color</p:attrName>
                                        </p:attrNameLst>
                                      </p:cBhvr>
                                      <p:to>
                                        <a:schemeClr val="accent2"/>
                                      </p:to>
                                    </p:animClr>
                                    <p:set>
                                      <p:cBhvr>
                                        <p:cTn id="16" dur="2000" fill="hold"/>
                                        <p:tgtEl>
                                          <p:spTgt spid="4">
                                            <p:graphicEl>
                                              <a:dgm id="{80FB24F8-DF95-4452-BDC5-FD2F902CFE43}"/>
                                            </p:graphicEl>
                                          </p:spTgt>
                                        </p:tgtEl>
                                        <p:attrNameLst>
                                          <p:attrName>stroke.on</p:attrName>
                                        </p:attrNameLst>
                                      </p:cBhvr>
                                      <p:to>
                                        <p:strVal val="true"/>
                                      </p:to>
                                    </p:set>
                                  </p:childTnLst>
                                </p:cTn>
                              </p:par>
                              <p:par>
                                <p:cTn id="17" presetID="7" presetClass="emph" presetSubtype="2" fill="hold" grpId="0" nodeType="withEffect">
                                  <p:stCondLst>
                                    <p:cond delay="0"/>
                                  </p:stCondLst>
                                  <p:childTnLst>
                                    <p:animClr clrSpc="rgb" dir="cw">
                                      <p:cBhvr>
                                        <p:cTn id="18" dur="2000" fill="hold"/>
                                        <p:tgtEl>
                                          <p:spTgt spid="4">
                                            <p:graphicEl>
                                              <a:dgm id="{BC181467-F0C1-4B43-A6C0-0B0C4DE500FF}"/>
                                            </p:graphicEl>
                                          </p:spTgt>
                                        </p:tgtEl>
                                        <p:attrNameLst>
                                          <p:attrName>stroke.color</p:attrName>
                                        </p:attrNameLst>
                                      </p:cBhvr>
                                      <p:to>
                                        <a:schemeClr val="accent2"/>
                                      </p:to>
                                    </p:animClr>
                                    <p:set>
                                      <p:cBhvr>
                                        <p:cTn id="19" dur="2000" fill="hold"/>
                                        <p:tgtEl>
                                          <p:spTgt spid="4">
                                            <p:graphicEl>
                                              <a:dgm id="{BC181467-F0C1-4B43-A6C0-0B0C4DE500FF}"/>
                                            </p:graphicEl>
                                          </p:spTgt>
                                        </p:tgtEl>
                                        <p:attrNameLst>
                                          <p:attrName>stroke.on</p:attrName>
                                        </p:attrNameLst>
                                      </p:cBhvr>
                                      <p:to>
                                        <p:strVal val="true"/>
                                      </p:to>
                                    </p:set>
                                  </p:childTnLst>
                                </p:cTn>
                              </p:par>
                            </p:childTnLst>
                          </p:cTn>
                        </p:par>
                      </p:childTnLst>
                    </p:cTn>
                  </p:par>
                  <p:par>
                    <p:cTn id="20" fill="hold">
                      <p:stCondLst>
                        <p:cond delay="indefinite"/>
                      </p:stCondLst>
                      <p:childTnLst>
                        <p:par>
                          <p:cTn id="21" fill="hold">
                            <p:stCondLst>
                              <p:cond delay="0"/>
                            </p:stCondLst>
                            <p:childTnLst>
                              <p:par>
                                <p:cTn id="22" presetID="26" presetClass="entr" presetSubtype="0" fill="hold" grpId="0" nodeType="clickEffect">
                                  <p:stCondLst>
                                    <p:cond delay="0"/>
                                  </p:stCondLst>
                                  <p:childTnLst>
                                    <p:set>
                                      <p:cBhvr>
                                        <p:cTn id="23" dur="1" fill="hold">
                                          <p:stCondLst>
                                            <p:cond delay="0"/>
                                          </p:stCondLst>
                                        </p:cTn>
                                        <p:tgtEl>
                                          <p:spTgt spid="7"/>
                                        </p:tgtEl>
                                        <p:attrNameLst>
                                          <p:attrName>style.visibility</p:attrName>
                                        </p:attrNameLst>
                                      </p:cBhvr>
                                      <p:to>
                                        <p:strVal val="visible"/>
                                      </p:to>
                                    </p:set>
                                    <p:animEffect transition="in" filter="wipe(down)">
                                      <p:cBhvr>
                                        <p:cTn id="24" dur="580">
                                          <p:stCondLst>
                                            <p:cond delay="0"/>
                                          </p:stCondLst>
                                        </p:cTn>
                                        <p:tgtEl>
                                          <p:spTgt spid="7"/>
                                        </p:tgtEl>
                                      </p:cBhvr>
                                    </p:animEffect>
                                    <p:anim calcmode="lin" valueType="num">
                                      <p:cBhvr>
                                        <p:cTn id="25" dur="1822" tmFilter="0,0; 0.14,0.36; 0.43,0.73; 0.71,0.91; 1.0,1.0">
                                          <p:stCondLst>
                                            <p:cond delay="0"/>
                                          </p:stCondLst>
                                        </p:cTn>
                                        <p:tgtEl>
                                          <p:spTgt spid="7"/>
                                        </p:tgtEl>
                                        <p:attrNameLst>
                                          <p:attrName>ppt_x</p:attrName>
                                        </p:attrNameLst>
                                      </p:cBhvr>
                                      <p:tavLst>
                                        <p:tav tm="0">
                                          <p:val>
                                            <p:strVal val="#ppt_x-0.25"/>
                                          </p:val>
                                        </p:tav>
                                        <p:tav tm="100000">
                                          <p:val>
                                            <p:strVal val="#ppt_x"/>
                                          </p:val>
                                        </p:tav>
                                      </p:tavLst>
                                    </p:anim>
                                    <p:anim calcmode="lin" valueType="num">
                                      <p:cBhvr>
                                        <p:cTn id="26" dur="664" tmFilter="0.0,0.0; 0.25,0.07; 0.50,0.2; 0.75,0.467; 1.0,1.0">
                                          <p:stCondLst>
                                            <p:cond delay="0"/>
                                          </p:stCondLst>
                                        </p:cTn>
                                        <p:tgtEl>
                                          <p:spTgt spid="7"/>
                                        </p:tgtEl>
                                        <p:attrNameLst>
                                          <p:attrName>ppt_y</p:attrName>
                                        </p:attrNameLst>
                                      </p:cBhvr>
                                      <p:tavLst>
                                        <p:tav tm="0" fmla="#ppt_y-sin(pi*$)/3">
                                          <p:val>
                                            <p:fltVal val="0.5"/>
                                          </p:val>
                                        </p:tav>
                                        <p:tav tm="100000">
                                          <p:val>
                                            <p:fltVal val="1"/>
                                          </p:val>
                                        </p:tav>
                                      </p:tavLst>
                                    </p:anim>
                                    <p:anim calcmode="lin" valueType="num">
                                      <p:cBhvr>
                                        <p:cTn id="27" dur="664" tmFilter="0, 0; 0.125,0.2665; 0.25,0.4; 0.375,0.465; 0.5,0.5;  0.625,0.535; 0.75,0.6; 0.875,0.7335; 1,1">
                                          <p:stCondLst>
                                            <p:cond delay="664"/>
                                          </p:stCondLst>
                                        </p:cTn>
                                        <p:tgtEl>
                                          <p:spTgt spid="7"/>
                                        </p:tgtEl>
                                        <p:attrNameLst>
                                          <p:attrName>ppt_y</p:attrName>
                                        </p:attrNameLst>
                                      </p:cBhvr>
                                      <p:tavLst>
                                        <p:tav tm="0" fmla="#ppt_y-sin(pi*$)/9">
                                          <p:val>
                                            <p:fltVal val="0"/>
                                          </p:val>
                                        </p:tav>
                                        <p:tav tm="100000">
                                          <p:val>
                                            <p:fltVal val="1"/>
                                          </p:val>
                                        </p:tav>
                                      </p:tavLst>
                                    </p:anim>
                                    <p:anim calcmode="lin" valueType="num">
                                      <p:cBhvr>
                                        <p:cTn id="28" dur="332" tmFilter="0, 0; 0.125,0.2665; 0.25,0.4; 0.375,0.465; 0.5,0.5;  0.625,0.535; 0.75,0.6; 0.875,0.7335; 1,1">
                                          <p:stCondLst>
                                            <p:cond delay="1324"/>
                                          </p:stCondLst>
                                        </p:cTn>
                                        <p:tgtEl>
                                          <p:spTgt spid="7"/>
                                        </p:tgtEl>
                                        <p:attrNameLst>
                                          <p:attrName>ppt_y</p:attrName>
                                        </p:attrNameLst>
                                      </p:cBhvr>
                                      <p:tavLst>
                                        <p:tav tm="0" fmla="#ppt_y-sin(pi*$)/27">
                                          <p:val>
                                            <p:fltVal val="0"/>
                                          </p:val>
                                        </p:tav>
                                        <p:tav tm="100000">
                                          <p:val>
                                            <p:fltVal val="1"/>
                                          </p:val>
                                        </p:tav>
                                      </p:tavLst>
                                    </p:anim>
                                    <p:anim calcmode="lin" valueType="num">
                                      <p:cBhvr>
                                        <p:cTn id="29" dur="164" tmFilter="0, 0; 0.125,0.2665; 0.25,0.4; 0.375,0.465; 0.5,0.5;  0.625,0.535; 0.75,0.6; 0.875,0.7335; 1,1">
                                          <p:stCondLst>
                                            <p:cond delay="1656"/>
                                          </p:stCondLst>
                                        </p:cTn>
                                        <p:tgtEl>
                                          <p:spTgt spid="7"/>
                                        </p:tgtEl>
                                        <p:attrNameLst>
                                          <p:attrName>ppt_y</p:attrName>
                                        </p:attrNameLst>
                                      </p:cBhvr>
                                      <p:tavLst>
                                        <p:tav tm="0" fmla="#ppt_y-sin(pi*$)/81">
                                          <p:val>
                                            <p:fltVal val="0"/>
                                          </p:val>
                                        </p:tav>
                                        <p:tav tm="100000">
                                          <p:val>
                                            <p:fltVal val="1"/>
                                          </p:val>
                                        </p:tav>
                                      </p:tavLst>
                                    </p:anim>
                                    <p:animScale>
                                      <p:cBhvr>
                                        <p:cTn id="30" dur="26">
                                          <p:stCondLst>
                                            <p:cond delay="650"/>
                                          </p:stCondLst>
                                        </p:cTn>
                                        <p:tgtEl>
                                          <p:spTgt spid="7"/>
                                        </p:tgtEl>
                                      </p:cBhvr>
                                      <p:to x="100000" y="60000"/>
                                    </p:animScale>
                                    <p:animScale>
                                      <p:cBhvr>
                                        <p:cTn id="31" dur="166" decel="50000">
                                          <p:stCondLst>
                                            <p:cond delay="676"/>
                                          </p:stCondLst>
                                        </p:cTn>
                                        <p:tgtEl>
                                          <p:spTgt spid="7"/>
                                        </p:tgtEl>
                                      </p:cBhvr>
                                      <p:to x="100000" y="100000"/>
                                    </p:animScale>
                                    <p:animScale>
                                      <p:cBhvr>
                                        <p:cTn id="32" dur="26">
                                          <p:stCondLst>
                                            <p:cond delay="1312"/>
                                          </p:stCondLst>
                                        </p:cTn>
                                        <p:tgtEl>
                                          <p:spTgt spid="7"/>
                                        </p:tgtEl>
                                      </p:cBhvr>
                                      <p:to x="100000" y="80000"/>
                                    </p:animScale>
                                    <p:animScale>
                                      <p:cBhvr>
                                        <p:cTn id="33" dur="166" decel="50000">
                                          <p:stCondLst>
                                            <p:cond delay="1338"/>
                                          </p:stCondLst>
                                        </p:cTn>
                                        <p:tgtEl>
                                          <p:spTgt spid="7"/>
                                        </p:tgtEl>
                                      </p:cBhvr>
                                      <p:to x="100000" y="100000"/>
                                    </p:animScale>
                                    <p:animScale>
                                      <p:cBhvr>
                                        <p:cTn id="34" dur="26">
                                          <p:stCondLst>
                                            <p:cond delay="1642"/>
                                          </p:stCondLst>
                                        </p:cTn>
                                        <p:tgtEl>
                                          <p:spTgt spid="7"/>
                                        </p:tgtEl>
                                      </p:cBhvr>
                                      <p:to x="100000" y="90000"/>
                                    </p:animScale>
                                    <p:animScale>
                                      <p:cBhvr>
                                        <p:cTn id="35" dur="166" decel="50000">
                                          <p:stCondLst>
                                            <p:cond delay="1668"/>
                                          </p:stCondLst>
                                        </p:cTn>
                                        <p:tgtEl>
                                          <p:spTgt spid="7"/>
                                        </p:tgtEl>
                                      </p:cBhvr>
                                      <p:to x="100000" y="100000"/>
                                    </p:animScale>
                                    <p:animScale>
                                      <p:cBhvr>
                                        <p:cTn id="36" dur="26">
                                          <p:stCondLst>
                                            <p:cond delay="1808"/>
                                          </p:stCondLst>
                                        </p:cTn>
                                        <p:tgtEl>
                                          <p:spTgt spid="7"/>
                                        </p:tgtEl>
                                      </p:cBhvr>
                                      <p:to x="100000" y="95000"/>
                                    </p:animScale>
                                    <p:animScale>
                                      <p:cBhvr>
                                        <p:cTn id="37" dur="166" decel="50000">
                                          <p:stCondLst>
                                            <p:cond delay="1834"/>
                                          </p:stCondLst>
                                        </p:cTn>
                                        <p:tgtEl>
                                          <p:spTgt spid="7"/>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4" grpId="0">
        <p:bldSub>
          <a:bldDgm/>
        </p:bldSub>
      </p:bldGraphic>
      <p:bldP spid="7"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smtClean="0">
                <a:solidFill>
                  <a:schemeClr val="tx1"/>
                </a:solidFill>
                <a:effectLst>
                  <a:outerShdw blurRad="38100" dist="38100" dir="2700000" algn="tl">
                    <a:srgbClr val="000000">
                      <a:alpha val="43137"/>
                    </a:srgbClr>
                  </a:outerShdw>
                </a:effectLst>
              </a:rPr>
              <a:t>India Act 1935</a:t>
            </a:r>
            <a:endParaRPr lang="en-US" b="1" dirty="0">
              <a:solidFill>
                <a:schemeClr val="tx1"/>
              </a:solidFill>
              <a:effectLst>
                <a:outerShdw blurRad="38100" dist="38100" dir="2700000" algn="tl">
                  <a:srgbClr val="000000">
                    <a:alpha val="43137"/>
                  </a:srgbClr>
                </a:outerShdw>
              </a:effectLst>
            </a:endParaRPr>
          </a:p>
        </p:txBody>
      </p:sp>
      <p:sp>
        <p:nvSpPr>
          <p:cNvPr id="3" name="Content Placeholder 2"/>
          <p:cNvSpPr>
            <a:spLocks noGrp="1"/>
          </p:cNvSpPr>
          <p:nvPr>
            <p:ph idx="1"/>
          </p:nvPr>
        </p:nvSpPr>
        <p:spPr>
          <a:xfrm>
            <a:off x="533400" y="1371601"/>
            <a:ext cx="8740602" cy="4669762"/>
          </a:xfrm>
        </p:spPr>
        <p:txBody>
          <a:bodyPr>
            <a:normAutofit fontScale="92500" lnSpcReduction="10000"/>
          </a:bodyPr>
          <a:lstStyle/>
          <a:p>
            <a:r>
              <a:rPr lang="en-US" dirty="0" smtClean="0"/>
              <a:t>Provided Federation: Provinces &amp; States</a:t>
            </a:r>
          </a:p>
          <a:p>
            <a:r>
              <a:rPr lang="en-US" dirty="0" smtClean="0"/>
              <a:t>Provincial Autonomy Given</a:t>
            </a:r>
          </a:p>
          <a:p>
            <a:r>
              <a:rPr lang="en-US" dirty="0"/>
              <a:t> </a:t>
            </a:r>
            <a:r>
              <a:rPr lang="en-US" dirty="0" smtClean="0"/>
              <a:t>Subjects: Federal, Provincial, Concurrent</a:t>
            </a:r>
          </a:p>
          <a:p>
            <a:r>
              <a:rPr lang="en-US" dirty="0" smtClean="0"/>
              <a:t>NWFP was given full provincial autonomy</a:t>
            </a:r>
          </a:p>
          <a:p>
            <a:r>
              <a:rPr lang="en-US" dirty="0" smtClean="0"/>
              <a:t>The council for the Secretary of State for India abolished/replaced with body of advisers 3-6 to Secretary of State</a:t>
            </a:r>
          </a:p>
          <a:p>
            <a:r>
              <a:rPr lang="en-US" dirty="0"/>
              <a:t> </a:t>
            </a:r>
            <a:r>
              <a:rPr lang="en-US" dirty="0" smtClean="0"/>
              <a:t>Federal Legislature; indirect election by the provincial assemblies</a:t>
            </a:r>
          </a:p>
          <a:p>
            <a:r>
              <a:rPr lang="en-US" dirty="0" smtClean="0"/>
              <a:t>For the council of state direct election was proposed</a:t>
            </a:r>
          </a:p>
          <a:p>
            <a:r>
              <a:rPr lang="en-US" dirty="0" smtClean="0"/>
              <a:t>Separate/communal electorate continued </a:t>
            </a:r>
          </a:p>
          <a:p>
            <a:r>
              <a:rPr lang="en-US" dirty="0" smtClean="0"/>
              <a:t>G.G could suspend constitution=Martial Law </a:t>
            </a:r>
          </a:p>
          <a:p>
            <a:r>
              <a:rPr lang="en-US" dirty="0" smtClean="0"/>
              <a:t>Dyarchy introduced at center </a:t>
            </a:r>
          </a:p>
          <a:p>
            <a:r>
              <a:rPr lang="en-US" dirty="0" smtClean="0"/>
              <a:t>Defense, Finance, &amp; Foreign Affairs kept under G.G with the advice of 3 advisers, appointed by him</a:t>
            </a:r>
          </a:p>
          <a:p>
            <a:endParaRPr lang="en-US" dirty="0" smtClean="0"/>
          </a:p>
          <a:p>
            <a:endParaRPr lang="en-US" dirty="0"/>
          </a:p>
        </p:txBody>
      </p:sp>
      <p:sp>
        <p:nvSpPr>
          <p:cNvPr id="4" name="Rounded Rectangle 3"/>
          <p:cNvSpPr/>
          <p:nvPr/>
        </p:nvSpPr>
        <p:spPr>
          <a:xfrm>
            <a:off x="6858000" y="990600"/>
            <a:ext cx="2057400" cy="6858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Fully enforced on 1 April 1937</a:t>
            </a:r>
            <a:endParaRPr lang="en-US" dirty="0"/>
          </a:p>
        </p:txBody>
      </p:sp>
    </p:spTree>
    <p:extLst>
      <p:ext uri="{BB962C8B-B14F-4D97-AF65-F5344CB8AC3E}">
        <p14:creationId xmlns:p14="http://schemas.microsoft.com/office/powerpoint/2010/main" val="31772538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down)">
                                      <p:cBhvr>
                                        <p:cTn id="7" dur="580">
                                          <p:stCondLst>
                                            <p:cond delay="0"/>
                                          </p:stCondLst>
                                        </p:cTn>
                                        <p:tgtEl>
                                          <p:spTgt spid="3">
                                            <p:txEl>
                                              <p:pRg st="0" end="0"/>
                                            </p:txEl>
                                          </p:spTgt>
                                        </p:tgtEl>
                                      </p:cBhvr>
                                    </p:animEffect>
                                    <p:anim calcmode="lin" valueType="num">
                                      <p:cBhvr>
                                        <p:cTn id="8" dur="1822" tmFilter="0,0; 0.14,0.36; 0.43,0.73; 0.71,0.91; 1.0,1.0">
                                          <p:stCondLst>
                                            <p:cond delay="0"/>
                                          </p:stCondLst>
                                        </p:cTn>
                                        <p:tgtEl>
                                          <p:spTgt spid="3">
                                            <p:txEl>
                                              <p:pRg st="0" end="0"/>
                                            </p:txEl>
                                          </p:spTgt>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3">
                                            <p:txEl>
                                              <p:pRg st="0" end="0"/>
                                            </p:txEl>
                                          </p:spTgt>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3">
                                            <p:txEl>
                                              <p:pRg st="0" end="0"/>
                                            </p:txEl>
                                          </p:spTgt>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3">
                                            <p:txEl>
                                              <p:pRg st="0" end="0"/>
                                            </p:txEl>
                                          </p:spTgt>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3">
                                            <p:txEl>
                                              <p:pRg st="0" end="0"/>
                                            </p:txEl>
                                          </p:spTgt>
                                        </p:tgtEl>
                                        <p:attrNameLst>
                                          <p:attrName>ppt_y</p:attrName>
                                        </p:attrNameLst>
                                      </p:cBhvr>
                                      <p:tavLst>
                                        <p:tav tm="0" fmla="#ppt_y-sin(pi*$)/81">
                                          <p:val>
                                            <p:fltVal val="0"/>
                                          </p:val>
                                        </p:tav>
                                        <p:tav tm="100000">
                                          <p:val>
                                            <p:fltVal val="1"/>
                                          </p:val>
                                        </p:tav>
                                      </p:tavLst>
                                    </p:anim>
                                    <p:animScale>
                                      <p:cBhvr>
                                        <p:cTn id="13" dur="26">
                                          <p:stCondLst>
                                            <p:cond delay="650"/>
                                          </p:stCondLst>
                                        </p:cTn>
                                        <p:tgtEl>
                                          <p:spTgt spid="3">
                                            <p:txEl>
                                              <p:pRg st="0" end="0"/>
                                            </p:txEl>
                                          </p:spTgt>
                                        </p:tgtEl>
                                      </p:cBhvr>
                                      <p:to x="100000" y="60000"/>
                                    </p:animScale>
                                    <p:animScale>
                                      <p:cBhvr>
                                        <p:cTn id="14" dur="166" decel="50000">
                                          <p:stCondLst>
                                            <p:cond delay="676"/>
                                          </p:stCondLst>
                                        </p:cTn>
                                        <p:tgtEl>
                                          <p:spTgt spid="3">
                                            <p:txEl>
                                              <p:pRg st="0" end="0"/>
                                            </p:txEl>
                                          </p:spTgt>
                                        </p:tgtEl>
                                      </p:cBhvr>
                                      <p:to x="100000" y="100000"/>
                                    </p:animScale>
                                    <p:animScale>
                                      <p:cBhvr>
                                        <p:cTn id="15" dur="26">
                                          <p:stCondLst>
                                            <p:cond delay="1312"/>
                                          </p:stCondLst>
                                        </p:cTn>
                                        <p:tgtEl>
                                          <p:spTgt spid="3">
                                            <p:txEl>
                                              <p:pRg st="0" end="0"/>
                                            </p:txEl>
                                          </p:spTgt>
                                        </p:tgtEl>
                                      </p:cBhvr>
                                      <p:to x="100000" y="80000"/>
                                    </p:animScale>
                                    <p:animScale>
                                      <p:cBhvr>
                                        <p:cTn id="16" dur="166" decel="50000">
                                          <p:stCondLst>
                                            <p:cond delay="1338"/>
                                          </p:stCondLst>
                                        </p:cTn>
                                        <p:tgtEl>
                                          <p:spTgt spid="3">
                                            <p:txEl>
                                              <p:pRg st="0" end="0"/>
                                            </p:txEl>
                                          </p:spTgt>
                                        </p:tgtEl>
                                      </p:cBhvr>
                                      <p:to x="100000" y="100000"/>
                                    </p:animScale>
                                    <p:animScale>
                                      <p:cBhvr>
                                        <p:cTn id="17" dur="26">
                                          <p:stCondLst>
                                            <p:cond delay="1642"/>
                                          </p:stCondLst>
                                        </p:cTn>
                                        <p:tgtEl>
                                          <p:spTgt spid="3">
                                            <p:txEl>
                                              <p:pRg st="0" end="0"/>
                                            </p:txEl>
                                          </p:spTgt>
                                        </p:tgtEl>
                                      </p:cBhvr>
                                      <p:to x="100000" y="90000"/>
                                    </p:animScale>
                                    <p:animScale>
                                      <p:cBhvr>
                                        <p:cTn id="18" dur="166" decel="50000">
                                          <p:stCondLst>
                                            <p:cond delay="1668"/>
                                          </p:stCondLst>
                                        </p:cTn>
                                        <p:tgtEl>
                                          <p:spTgt spid="3">
                                            <p:txEl>
                                              <p:pRg st="0" end="0"/>
                                            </p:txEl>
                                          </p:spTgt>
                                        </p:tgtEl>
                                      </p:cBhvr>
                                      <p:to x="100000" y="100000"/>
                                    </p:animScale>
                                    <p:animScale>
                                      <p:cBhvr>
                                        <p:cTn id="19" dur="26">
                                          <p:stCondLst>
                                            <p:cond delay="1808"/>
                                          </p:stCondLst>
                                        </p:cTn>
                                        <p:tgtEl>
                                          <p:spTgt spid="3">
                                            <p:txEl>
                                              <p:pRg st="0" end="0"/>
                                            </p:txEl>
                                          </p:spTgt>
                                        </p:tgtEl>
                                      </p:cBhvr>
                                      <p:to x="100000" y="95000"/>
                                    </p:animScale>
                                    <p:animScale>
                                      <p:cBhvr>
                                        <p:cTn id="20" dur="166" decel="50000">
                                          <p:stCondLst>
                                            <p:cond delay="1834"/>
                                          </p:stCondLst>
                                        </p:cTn>
                                        <p:tgtEl>
                                          <p:spTgt spid="3">
                                            <p:txEl>
                                              <p:pRg st="0" end="0"/>
                                            </p:txEl>
                                          </p:spTgt>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26" presetClass="entr" presetSubtype="0" fill="hold" grpId="0" nodeType="clickEffect">
                                  <p:stCondLst>
                                    <p:cond delay="0"/>
                                  </p:stCondLst>
                                  <p:childTnLst>
                                    <p:set>
                                      <p:cBhvr>
                                        <p:cTn id="24" dur="1" fill="hold">
                                          <p:stCondLst>
                                            <p:cond delay="0"/>
                                          </p:stCondLst>
                                        </p:cTn>
                                        <p:tgtEl>
                                          <p:spTgt spid="3">
                                            <p:txEl>
                                              <p:pRg st="1" end="1"/>
                                            </p:txEl>
                                          </p:spTgt>
                                        </p:tgtEl>
                                        <p:attrNameLst>
                                          <p:attrName>style.visibility</p:attrName>
                                        </p:attrNameLst>
                                      </p:cBhvr>
                                      <p:to>
                                        <p:strVal val="visible"/>
                                      </p:to>
                                    </p:set>
                                    <p:animEffect transition="in" filter="wipe(down)">
                                      <p:cBhvr>
                                        <p:cTn id="25" dur="580">
                                          <p:stCondLst>
                                            <p:cond delay="0"/>
                                          </p:stCondLst>
                                        </p:cTn>
                                        <p:tgtEl>
                                          <p:spTgt spid="3">
                                            <p:txEl>
                                              <p:pRg st="1" end="1"/>
                                            </p:txEl>
                                          </p:spTgt>
                                        </p:tgtEl>
                                      </p:cBhvr>
                                    </p:animEffect>
                                    <p:anim calcmode="lin" valueType="num">
                                      <p:cBhvr>
                                        <p:cTn id="26" dur="1822" tmFilter="0,0; 0.14,0.36; 0.43,0.73; 0.71,0.91; 1.0,1.0">
                                          <p:stCondLst>
                                            <p:cond delay="0"/>
                                          </p:stCondLst>
                                        </p:cTn>
                                        <p:tgtEl>
                                          <p:spTgt spid="3">
                                            <p:txEl>
                                              <p:pRg st="1" end="1"/>
                                            </p:txEl>
                                          </p:spTgt>
                                        </p:tgtEl>
                                        <p:attrNameLst>
                                          <p:attrName>ppt_x</p:attrName>
                                        </p:attrNameLst>
                                      </p:cBhvr>
                                      <p:tavLst>
                                        <p:tav tm="0">
                                          <p:val>
                                            <p:strVal val="#ppt_x-0.25"/>
                                          </p:val>
                                        </p:tav>
                                        <p:tav tm="100000">
                                          <p:val>
                                            <p:strVal val="#ppt_x"/>
                                          </p:val>
                                        </p:tav>
                                      </p:tavLst>
                                    </p:anim>
                                    <p:anim calcmode="lin" valueType="num">
                                      <p:cBhvr>
                                        <p:cTn id="27" dur="664" tmFilter="0.0,0.0; 0.25,0.07; 0.50,0.2; 0.75,0.467; 1.0,1.0">
                                          <p:stCondLst>
                                            <p:cond delay="0"/>
                                          </p:stCondLst>
                                        </p:cTn>
                                        <p:tgtEl>
                                          <p:spTgt spid="3">
                                            <p:txEl>
                                              <p:pRg st="1" end="1"/>
                                            </p:txEl>
                                          </p:spTgt>
                                        </p:tgtEl>
                                        <p:attrNameLst>
                                          <p:attrName>ppt_y</p:attrName>
                                        </p:attrNameLst>
                                      </p:cBhvr>
                                      <p:tavLst>
                                        <p:tav tm="0" fmla="#ppt_y-sin(pi*$)/3">
                                          <p:val>
                                            <p:fltVal val="0.5"/>
                                          </p:val>
                                        </p:tav>
                                        <p:tav tm="100000">
                                          <p:val>
                                            <p:fltVal val="1"/>
                                          </p:val>
                                        </p:tav>
                                      </p:tavLst>
                                    </p:anim>
                                    <p:anim calcmode="lin" valueType="num">
                                      <p:cBhvr>
                                        <p:cTn id="28" dur="664" tmFilter="0, 0; 0.125,0.2665; 0.25,0.4; 0.375,0.465; 0.5,0.5;  0.625,0.535; 0.75,0.6; 0.875,0.7335; 1,1">
                                          <p:stCondLst>
                                            <p:cond delay="664"/>
                                          </p:stCondLst>
                                        </p:cTn>
                                        <p:tgtEl>
                                          <p:spTgt spid="3">
                                            <p:txEl>
                                              <p:pRg st="1" end="1"/>
                                            </p:txEl>
                                          </p:spTgt>
                                        </p:tgtEl>
                                        <p:attrNameLst>
                                          <p:attrName>ppt_y</p:attrName>
                                        </p:attrNameLst>
                                      </p:cBhvr>
                                      <p:tavLst>
                                        <p:tav tm="0" fmla="#ppt_y-sin(pi*$)/9">
                                          <p:val>
                                            <p:fltVal val="0"/>
                                          </p:val>
                                        </p:tav>
                                        <p:tav tm="100000">
                                          <p:val>
                                            <p:fltVal val="1"/>
                                          </p:val>
                                        </p:tav>
                                      </p:tavLst>
                                    </p:anim>
                                    <p:anim calcmode="lin" valueType="num">
                                      <p:cBhvr>
                                        <p:cTn id="29" dur="332" tmFilter="0, 0; 0.125,0.2665; 0.25,0.4; 0.375,0.465; 0.5,0.5;  0.625,0.535; 0.75,0.6; 0.875,0.7335; 1,1">
                                          <p:stCondLst>
                                            <p:cond delay="1324"/>
                                          </p:stCondLst>
                                        </p:cTn>
                                        <p:tgtEl>
                                          <p:spTgt spid="3">
                                            <p:txEl>
                                              <p:pRg st="1" end="1"/>
                                            </p:txEl>
                                          </p:spTgt>
                                        </p:tgtEl>
                                        <p:attrNameLst>
                                          <p:attrName>ppt_y</p:attrName>
                                        </p:attrNameLst>
                                      </p:cBhvr>
                                      <p:tavLst>
                                        <p:tav tm="0" fmla="#ppt_y-sin(pi*$)/27">
                                          <p:val>
                                            <p:fltVal val="0"/>
                                          </p:val>
                                        </p:tav>
                                        <p:tav tm="100000">
                                          <p:val>
                                            <p:fltVal val="1"/>
                                          </p:val>
                                        </p:tav>
                                      </p:tavLst>
                                    </p:anim>
                                    <p:anim calcmode="lin" valueType="num">
                                      <p:cBhvr>
                                        <p:cTn id="30" dur="164" tmFilter="0, 0; 0.125,0.2665; 0.25,0.4; 0.375,0.465; 0.5,0.5;  0.625,0.535; 0.75,0.6; 0.875,0.7335; 1,1">
                                          <p:stCondLst>
                                            <p:cond delay="1656"/>
                                          </p:stCondLst>
                                        </p:cTn>
                                        <p:tgtEl>
                                          <p:spTgt spid="3">
                                            <p:txEl>
                                              <p:pRg st="1" end="1"/>
                                            </p:txEl>
                                          </p:spTgt>
                                        </p:tgtEl>
                                        <p:attrNameLst>
                                          <p:attrName>ppt_y</p:attrName>
                                        </p:attrNameLst>
                                      </p:cBhvr>
                                      <p:tavLst>
                                        <p:tav tm="0" fmla="#ppt_y-sin(pi*$)/81">
                                          <p:val>
                                            <p:fltVal val="0"/>
                                          </p:val>
                                        </p:tav>
                                        <p:tav tm="100000">
                                          <p:val>
                                            <p:fltVal val="1"/>
                                          </p:val>
                                        </p:tav>
                                      </p:tavLst>
                                    </p:anim>
                                    <p:animScale>
                                      <p:cBhvr>
                                        <p:cTn id="31" dur="26">
                                          <p:stCondLst>
                                            <p:cond delay="650"/>
                                          </p:stCondLst>
                                        </p:cTn>
                                        <p:tgtEl>
                                          <p:spTgt spid="3">
                                            <p:txEl>
                                              <p:pRg st="1" end="1"/>
                                            </p:txEl>
                                          </p:spTgt>
                                        </p:tgtEl>
                                      </p:cBhvr>
                                      <p:to x="100000" y="60000"/>
                                    </p:animScale>
                                    <p:animScale>
                                      <p:cBhvr>
                                        <p:cTn id="32" dur="166" decel="50000">
                                          <p:stCondLst>
                                            <p:cond delay="676"/>
                                          </p:stCondLst>
                                        </p:cTn>
                                        <p:tgtEl>
                                          <p:spTgt spid="3">
                                            <p:txEl>
                                              <p:pRg st="1" end="1"/>
                                            </p:txEl>
                                          </p:spTgt>
                                        </p:tgtEl>
                                      </p:cBhvr>
                                      <p:to x="100000" y="100000"/>
                                    </p:animScale>
                                    <p:animScale>
                                      <p:cBhvr>
                                        <p:cTn id="33" dur="26">
                                          <p:stCondLst>
                                            <p:cond delay="1312"/>
                                          </p:stCondLst>
                                        </p:cTn>
                                        <p:tgtEl>
                                          <p:spTgt spid="3">
                                            <p:txEl>
                                              <p:pRg st="1" end="1"/>
                                            </p:txEl>
                                          </p:spTgt>
                                        </p:tgtEl>
                                      </p:cBhvr>
                                      <p:to x="100000" y="80000"/>
                                    </p:animScale>
                                    <p:animScale>
                                      <p:cBhvr>
                                        <p:cTn id="34" dur="166" decel="50000">
                                          <p:stCondLst>
                                            <p:cond delay="1338"/>
                                          </p:stCondLst>
                                        </p:cTn>
                                        <p:tgtEl>
                                          <p:spTgt spid="3">
                                            <p:txEl>
                                              <p:pRg st="1" end="1"/>
                                            </p:txEl>
                                          </p:spTgt>
                                        </p:tgtEl>
                                      </p:cBhvr>
                                      <p:to x="100000" y="100000"/>
                                    </p:animScale>
                                    <p:animScale>
                                      <p:cBhvr>
                                        <p:cTn id="35" dur="26">
                                          <p:stCondLst>
                                            <p:cond delay="1642"/>
                                          </p:stCondLst>
                                        </p:cTn>
                                        <p:tgtEl>
                                          <p:spTgt spid="3">
                                            <p:txEl>
                                              <p:pRg st="1" end="1"/>
                                            </p:txEl>
                                          </p:spTgt>
                                        </p:tgtEl>
                                      </p:cBhvr>
                                      <p:to x="100000" y="90000"/>
                                    </p:animScale>
                                    <p:animScale>
                                      <p:cBhvr>
                                        <p:cTn id="36" dur="166" decel="50000">
                                          <p:stCondLst>
                                            <p:cond delay="1668"/>
                                          </p:stCondLst>
                                        </p:cTn>
                                        <p:tgtEl>
                                          <p:spTgt spid="3">
                                            <p:txEl>
                                              <p:pRg st="1" end="1"/>
                                            </p:txEl>
                                          </p:spTgt>
                                        </p:tgtEl>
                                      </p:cBhvr>
                                      <p:to x="100000" y="100000"/>
                                    </p:animScale>
                                    <p:animScale>
                                      <p:cBhvr>
                                        <p:cTn id="37" dur="26">
                                          <p:stCondLst>
                                            <p:cond delay="1808"/>
                                          </p:stCondLst>
                                        </p:cTn>
                                        <p:tgtEl>
                                          <p:spTgt spid="3">
                                            <p:txEl>
                                              <p:pRg st="1" end="1"/>
                                            </p:txEl>
                                          </p:spTgt>
                                        </p:tgtEl>
                                      </p:cBhvr>
                                      <p:to x="100000" y="95000"/>
                                    </p:animScale>
                                    <p:animScale>
                                      <p:cBhvr>
                                        <p:cTn id="38" dur="166" decel="50000">
                                          <p:stCondLst>
                                            <p:cond delay="1834"/>
                                          </p:stCondLst>
                                        </p:cTn>
                                        <p:tgtEl>
                                          <p:spTgt spid="3">
                                            <p:txEl>
                                              <p:pRg st="1" end="1"/>
                                            </p:txEl>
                                          </p:spTgt>
                                        </p:tgtEl>
                                      </p:cBhvr>
                                      <p:to x="100000" y="100000"/>
                                    </p:animScale>
                                  </p:childTnLst>
                                </p:cTn>
                              </p:par>
                            </p:childTnLst>
                          </p:cTn>
                        </p:par>
                      </p:childTnLst>
                    </p:cTn>
                  </p:par>
                  <p:par>
                    <p:cTn id="39" fill="hold">
                      <p:stCondLst>
                        <p:cond delay="indefinite"/>
                      </p:stCondLst>
                      <p:childTnLst>
                        <p:par>
                          <p:cTn id="40" fill="hold">
                            <p:stCondLst>
                              <p:cond delay="0"/>
                            </p:stCondLst>
                            <p:childTnLst>
                              <p:par>
                                <p:cTn id="41" presetID="26" presetClass="entr" presetSubtype="0" fill="hold" grpId="0" nodeType="clickEffect">
                                  <p:stCondLst>
                                    <p:cond delay="0"/>
                                  </p:stCondLst>
                                  <p:childTnLst>
                                    <p:set>
                                      <p:cBhvr>
                                        <p:cTn id="42" dur="1" fill="hold">
                                          <p:stCondLst>
                                            <p:cond delay="0"/>
                                          </p:stCondLst>
                                        </p:cTn>
                                        <p:tgtEl>
                                          <p:spTgt spid="3">
                                            <p:txEl>
                                              <p:pRg st="2" end="2"/>
                                            </p:txEl>
                                          </p:spTgt>
                                        </p:tgtEl>
                                        <p:attrNameLst>
                                          <p:attrName>style.visibility</p:attrName>
                                        </p:attrNameLst>
                                      </p:cBhvr>
                                      <p:to>
                                        <p:strVal val="visible"/>
                                      </p:to>
                                    </p:set>
                                    <p:animEffect transition="in" filter="wipe(down)">
                                      <p:cBhvr>
                                        <p:cTn id="43" dur="580">
                                          <p:stCondLst>
                                            <p:cond delay="0"/>
                                          </p:stCondLst>
                                        </p:cTn>
                                        <p:tgtEl>
                                          <p:spTgt spid="3">
                                            <p:txEl>
                                              <p:pRg st="2" end="2"/>
                                            </p:txEl>
                                          </p:spTgt>
                                        </p:tgtEl>
                                      </p:cBhvr>
                                    </p:animEffect>
                                    <p:anim calcmode="lin" valueType="num">
                                      <p:cBhvr>
                                        <p:cTn id="44" dur="1822" tmFilter="0,0; 0.14,0.36; 0.43,0.73; 0.71,0.91; 1.0,1.0">
                                          <p:stCondLst>
                                            <p:cond delay="0"/>
                                          </p:stCondLst>
                                        </p:cTn>
                                        <p:tgtEl>
                                          <p:spTgt spid="3">
                                            <p:txEl>
                                              <p:pRg st="2" end="2"/>
                                            </p:txEl>
                                          </p:spTgt>
                                        </p:tgtEl>
                                        <p:attrNameLst>
                                          <p:attrName>ppt_x</p:attrName>
                                        </p:attrNameLst>
                                      </p:cBhvr>
                                      <p:tavLst>
                                        <p:tav tm="0">
                                          <p:val>
                                            <p:strVal val="#ppt_x-0.25"/>
                                          </p:val>
                                        </p:tav>
                                        <p:tav tm="100000">
                                          <p:val>
                                            <p:strVal val="#ppt_x"/>
                                          </p:val>
                                        </p:tav>
                                      </p:tavLst>
                                    </p:anim>
                                    <p:anim calcmode="lin" valueType="num">
                                      <p:cBhvr>
                                        <p:cTn id="45" dur="664" tmFilter="0.0,0.0; 0.25,0.07; 0.50,0.2; 0.75,0.467; 1.0,1.0">
                                          <p:stCondLst>
                                            <p:cond delay="0"/>
                                          </p:stCondLst>
                                        </p:cTn>
                                        <p:tgtEl>
                                          <p:spTgt spid="3">
                                            <p:txEl>
                                              <p:pRg st="2" end="2"/>
                                            </p:txEl>
                                          </p:spTgt>
                                        </p:tgtEl>
                                        <p:attrNameLst>
                                          <p:attrName>ppt_y</p:attrName>
                                        </p:attrNameLst>
                                      </p:cBhvr>
                                      <p:tavLst>
                                        <p:tav tm="0" fmla="#ppt_y-sin(pi*$)/3">
                                          <p:val>
                                            <p:fltVal val="0.5"/>
                                          </p:val>
                                        </p:tav>
                                        <p:tav tm="100000">
                                          <p:val>
                                            <p:fltVal val="1"/>
                                          </p:val>
                                        </p:tav>
                                      </p:tavLst>
                                    </p:anim>
                                    <p:anim calcmode="lin" valueType="num">
                                      <p:cBhvr>
                                        <p:cTn id="46" dur="664" tmFilter="0, 0; 0.125,0.2665; 0.25,0.4; 0.375,0.465; 0.5,0.5;  0.625,0.535; 0.75,0.6; 0.875,0.7335; 1,1">
                                          <p:stCondLst>
                                            <p:cond delay="664"/>
                                          </p:stCondLst>
                                        </p:cTn>
                                        <p:tgtEl>
                                          <p:spTgt spid="3">
                                            <p:txEl>
                                              <p:pRg st="2" end="2"/>
                                            </p:txEl>
                                          </p:spTgt>
                                        </p:tgtEl>
                                        <p:attrNameLst>
                                          <p:attrName>ppt_y</p:attrName>
                                        </p:attrNameLst>
                                      </p:cBhvr>
                                      <p:tavLst>
                                        <p:tav tm="0" fmla="#ppt_y-sin(pi*$)/9">
                                          <p:val>
                                            <p:fltVal val="0"/>
                                          </p:val>
                                        </p:tav>
                                        <p:tav tm="100000">
                                          <p:val>
                                            <p:fltVal val="1"/>
                                          </p:val>
                                        </p:tav>
                                      </p:tavLst>
                                    </p:anim>
                                    <p:anim calcmode="lin" valueType="num">
                                      <p:cBhvr>
                                        <p:cTn id="47" dur="332" tmFilter="0, 0; 0.125,0.2665; 0.25,0.4; 0.375,0.465; 0.5,0.5;  0.625,0.535; 0.75,0.6; 0.875,0.7335; 1,1">
                                          <p:stCondLst>
                                            <p:cond delay="1324"/>
                                          </p:stCondLst>
                                        </p:cTn>
                                        <p:tgtEl>
                                          <p:spTgt spid="3">
                                            <p:txEl>
                                              <p:pRg st="2" end="2"/>
                                            </p:txEl>
                                          </p:spTgt>
                                        </p:tgtEl>
                                        <p:attrNameLst>
                                          <p:attrName>ppt_y</p:attrName>
                                        </p:attrNameLst>
                                      </p:cBhvr>
                                      <p:tavLst>
                                        <p:tav tm="0" fmla="#ppt_y-sin(pi*$)/27">
                                          <p:val>
                                            <p:fltVal val="0"/>
                                          </p:val>
                                        </p:tav>
                                        <p:tav tm="100000">
                                          <p:val>
                                            <p:fltVal val="1"/>
                                          </p:val>
                                        </p:tav>
                                      </p:tavLst>
                                    </p:anim>
                                    <p:anim calcmode="lin" valueType="num">
                                      <p:cBhvr>
                                        <p:cTn id="48" dur="164" tmFilter="0, 0; 0.125,0.2665; 0.25,0.4; 0.375,0.465; 0.5,0.5;  0.625,0.535; 0.75,0.6; 0.875,0.7335; 1,1">
                                          <p:stCondLst>
                                            <p:cond delay="1656"/>
                                          </p:stCondLst>
                                        </p:cTn>
                                        <p:tgtEl>
                                          <p:spTgt spid="3">
                                            <p:txEl>
                                              <p:pRg st="2" end="2"/>
                                            </p:txEl>
                                          </p:spTgt>
                                        </p:tgtEl>
                                        <p:attrNameLst>
                                          <p:attrName>ppt_y</p:attrName>
                                        </p:attrNameLst>
                                      </p:cBhvr>
                                      <p:tavLst>
                                        <p:tav tm="0" fmla="#ppt_y-sin(pi*$)/81">
                                          <p:val>
                                            <p:fltVal val="0"/>
                                          </p:val>
                                        </p:tav>
                                        <p:tav tm="100000">
                                          <p:val>
                                            <p:fltVal val="1"/>
                                          </p:val>
                                        </p:tav>
                                      </p:tavLst>
                                    </p:anim>
                                    <p:animScale>
                                      <p:cBhvr>
                                        <p:cTn id="49" dur="26">
                                          <p:stCondLst>
                                            <p:cond delay="650"/>
                                          </p:stCondLst>
                                        </p:cTn>
                                        <p:tgtEl>
                                          <p:spTgt spid="3">
                                            <p:txEl>
                                              <p:pRg st="2" end="2"/>
                                            </p:txEl>
                                          </p:spTgt>
                                        </p:tgtEl>
                                      </p:cBhvr>
                                      <p:to x="100000" y="60000"/>
                                    </p:animScale>
                                    <p:animScale>
                                      <p:cBhvr>
                                        <p:cTn id="50" dur="166" decel="50000">
                                          <p:stCondLst>
                                            <p:cond delay="676"/>
                                          </p:stCondLst>
                                        </p:cTn>
                                        <p:tgtEl>
                                          <p:spTgt spid="3">
                                            <p:txEl>
                                              <p:pRg st="2" end="2"/>
                                            </p:txEl>
                                          </p:spTgt>
                                        </p:tgtEl>
                                      </p:cBhvr>
                                      <p:to x="100000" y="100000"/>
                                    </p:animScale>
                                    <p:animScale>
                                      <p:cBhvr>
                                        <p:cTn id="51" dur="26">
                                          <p:stCondLst>
                                            <p:cond delay="1312"/>
                                          </p:stCondLst>
                                        </p:cTn>
                                        <p:tgtEl>
                                          <p:spTgt spid="3">
                                            <p:txEl>
                                              <p:pRg st="2" end="2"/>
                                            </p:txEl>
                                          </p:spTgt>
                                        </p:tgtEl>
                                      </p:cBhvr>
                                      <p:to x="100000" y="80000"/>
                                    </p:animScale>
                                    <p:animScale>
                                      <p:cBhvr>
                                        <p:cTn id="52" dur="166" decel="50000">
                                          <p:stCondLst>
                                            <p:cond delay="1338"/>
                                          </p:stCondLst>
                                        </p:cTn>
                                        <p:tgtEl>
                                          <p:spTgt spid="3">
                                            <p:txEl>
                                              <p:pRg st="2" end="2"/>
                                            </p:txEl>
                                          </p:spTgt>
                                        </p:tgtEl>
                                      </p:cBhvr>
                                      <p:to x="100000" y="100000"/>
                                    </p:animScale>
                                    <p:animScale>
                                      <p:cBhvr>
                                        <p:cTn id="53" dur="26">
                                          <p:stCondLst>
                                            <p:cond delay="1642"/>
                                          </p:stCondLst>
                                        </p:cTn>
                                        <p:tgtEl>
                                          <p:spTgt spid="3">
                                            <p:txEl>
                                              <p:pRg st="2" end="2"/>
                                            </p:txEl>
                                          </p:spTgt>
                                        </p:tgtEl>
                                      </p:cBhvr>
                                      <p:to x="100000" y="90000"/>
                                    </p:animScale>
                                    <p:animScale>
                                      <p:cBhvr>
                                        <p:cTn id="54" dur="166" decel="50000">
                                          <p:stCondLst>
                                            <p:cond delay="1668"/>
                                          </p:stCondLst>
                                        </p:cTn>
                                        <p:tgtEl>
                                          <p:spTgt spid="3">
                                            <p:txEl>
                                              <p:pRg st="2" end="2"/>
                                            </p:txEl>
                                          </p:spTgt>
                                        </p:tgtEl>
                                      </p:cBhvr>
                                      <p:to x="100000" y="100000"/>
                                    </p:animScale>
                                    <p:animScale>
                                      <p:cBhvr>
                                        <p:cTn id="55" dur="26">
                                          <p:stCondLst>
                                            <p:cond delay="1808"/>
                                          </p:stCondLst>
                                        </p:cTn>
                                        <p:tgtEl>
                                          <p:spTgt spid="3">
                                            <p:txEl>
                                              <p:pRg st="2" end="2"/>
                                            </p:txEl>
                                          </p:spTgt>
                                        </p:tgtEl>
                                      </p:cBhvr>
                                      <p:to x="100000" y="95000"/>
                                    </p:animScale>
                                    <p:animScale>
                                      <p:cBhvr>
                                        <p:cTn id="56" dur="166" decel="50000">
                                          <p:stCondLst>
                                            <p:cond delay="1834"/>
                                          </p:stCondLst>
                                        </p:cTn>
                                        <p:tgtEl>
                                          <p:spTgt spid="3">
                                            <p:txEl>
                                              <p:pRg st="2" end="2"/>
                                            </p:txEl>
                                          </p:spTgt>
                                        </p:tgtEl>
                                      </p:cBhvr>
                                      <p:to x="100000" y="100000"/>
                                    </p:animScale>
                                  </p:childTnLst>
                                </p:cTn>
                              </p:par>
                            </p:childTnLst>
                          </p:cTn>
                        </p:par>
                      </p:childTnLst>
                    </p:cTn>
                  </p:par>
                  <p:par>
                    <p:cTn id="57" fill="hold">
                      <p:stCondLst>
                        <p:cond delay="indefinite"/>
                      </p:stCondLst>
                      <p:childTnLst>
                        <p:par>
                          <p:cTn id="58" fill="hold">
                            <p:stCondLst>
                              <p:cond delay="0"/>
                            </p:stCondLst>
                            <p:childTnLst>
                              <p:par>
                                <p:cTn id="59" presetID="26" presetClass="entr" presetSubtype="0" fill="hold" grpId="0" nodeType="clickEffect">
                                  <p:stCondLst>
                                    <p:cond delay="0"/>
                                  </p:stCondLst>
                                  <p:childTnLst>
                                    <p:set>
                                      <p:cBhvr>
                                        <p:cTn id="60" dur="1" fill="hold">
                                          <p:stCondLst>
                                            <p:cond delay="0"/>
                                          </p:stCondLst>
                                        </p:cTn>
                                        <p:tgtEl>
                                          <p:spTgt spid="3">
                                            <p:txEl>
                                              <p:pRg st="3" end="3"/>
                                            </p:txEl>
                                          </p:spTgt>
                                        </p:tgtEl>
                                        <p:attrNameLst>
                                          <p:attrName>style.visibility</p:attrName>
                                        </p:attrNameLst>
                                      </p:cBhvr>
                                      <p:to>
                                        <p:strVal val="visible"/>
                                      </p:to>
                                    </p:set>
                                    <p:animEffect transition="in" filter="wipe(down)">
                                      <p:cBhvr>
                                        <p:cTn id="61" dur="580">
                                          <p:stCondLst>
                                            <p:cond delay="0"/>
                                          </p:stCondLst>
                                        </p:cTn>
                                        <p:tgtEl>
                                          <p:spTgt spid="3">
                                            <p:txEl>
                                              <p:pRg st="3" end="3"/>
                                            </p:txEl>
                                          </p:spTgt>
                                        </p:tgtEl>
                                      </p:cBhvr>
                                    </p:animEffect>
                                    <p:anim calcmode="lin" valueType="num">
                                      <p:cBhvr>
                                        <p:cTn id="62" dur="1822" tmFilter="0,0; 0.14,0.36; 0.43,0.73; 0.71,0.91; 1.0,1.0">
                                          <p:stCondLst>
                                            <p:cond delay="0"/>
                                          </p:stCondLst>
                                        </p:cTn>
                                        <p:tgtEl>
                                          <p:spTgt spid="3">
                                            <p:txEl>
                                              <p:pRg st="3" end="3"/>
                                            </p:txEl>
                                          </p:spTgt>
                                        </p:tgtEl>
                                        <p:attrNameLst>
                                          <p:attrName>ppt_x</p:attrName>
                                        </p:attrNameLst>
                                      </p:cBhvr>
                                      <p:tavLst>
                                        <p:tav tm="0">
                                          <p:val>
                                            <p:strVal val="#ppt_x-0.25"/>
                                          </p:val>
                                        </p:tav>
                                        <p:tav tm="100000">
                                          <p:val>
                                            <p:strVal val="#ppt_x"/>
                                          </p:val>
                                        </p:tav>
                                      </p:tavLst>
                                    </p:anim>
                                    <p:anim calcmode="lin" valueType="num">
                                      <p:cBhvr>
                                        <p:cTn id="63" dur="664" tmFilter="0.0,0.0; 0.25,0.07; 0.50,0.2; 0.75,0.467; 1.0,1.0">
                                          <p:stCondLst>
                                            <p:cond delay="0"/>
                                          </p:stCondLst>
                                        </p:cTn>
                                        <p:tgtEl>
                                          <p:spTgt spid="3">
                                            <p:txEl>
                                              <p:pRg st="3" end="3"/>
                                            </p:txEl>
                                          </p:spTgt>
                                        </p:tgtEl>
                                        <p:attrNameLst>
                                          <p:attrName>ppt_y</p:attrName>
                                        </p:attrNameLst>
                                      </p:cBhvr>
                                      <p:tavLst>
                                        <p:tav tm="0" fmla="#ppt_y-sin(pi*$)/3">
                                          <p:val>
                                            <p:fltVal val="0.5"/>
                                          </p:val>
                                        </p:tav>
                                        <p:tav tm="100000">
                                          <p:val>
                                            <p:fltVal val="1"/>
                                          </p:val>
                                        </p:tav>
                                      </p:tavLst>
                                    </p:anim>
                                    <p:anim calcmode="lin" valueType="num">
                                      <p:cBhvr>
                                        <p:cTn id="64" dur="664" tmFilter="0, 0; 0.125,0.2665; 0.25,0.4; 0.375,0.465; 0.5,0.5;  0.625,0.535; 0.75,0.6; 0.875,0.7335; 1,1">
                                          <p:stCondLst>
                                            <p:cond delay="664"/>
                                          </p:stCondLst>
                                        </p:cTn>
                                        <p:tgtEl>
                                          <p:spTgt spid="3">
                                            <p:txEl>
                                              <p:pRg st="3" end="3"/>
                                            </p:txEl>
                                          </p:spTgt>
                                        </p:tgtEl>
                                        <p:attrNameLst>
                                          <p:attrName>ppt_y</p:attrName>
                                        </p:attrNameLst>
                                      </p:cBhvr>
                                      <p:tavLst>
                                        <p:tav tm="0" fmla="#ppt_y-sin(pi*$)/9">
                                          <p:val>
                                            <p:fltVal val="0"/>
                                          </p:val>
                                        </p:tav>
                                        <p:tav tm="100000">
                                          <p:val>
                                            <p:fltVal val="1"/>
                                          </p:val>
                                        </p:tav>
                                      </p:tavLst>
                                    </p:anim>
                                    <p:anim calcmode="lin" valueType="num">
                                      <p:cBhvr>
                                        <p:cTn id="65" dur="332" tmFilter="0, 0; 0.125,0.2665; 0.25,0.4; 0.375,0.465; 0.5,0.5;  0.625,0.535; 0.75,0.6; 0.875,0.7335; 1,1">
                                          <p:stCondLst>
                                            <p:cond delay="1324"/>
                                          </p:stCondLst>
                                        </p:cTn>
                                        <p:tgtEl>
                                          <p:spTgt spid="3">
                                            <p:txEl>
                                              <p:pRg st="3" end="3"/>
                                            </p:txEl>
                                          </p:spTgt>
                                        </p:tgtEl>
                                        <p:attrNameLst>
                                          <p:attrName>ppt_y</p:attrName>
                                        </p:attrNameLst>
                                      </p:cBhvr>
                                      <p:tavLst>
                                        <p:tav tm="0" fmla="#ppt_y-sin(pi*$)/27">
                                          <p:val>
                                            <p:fltVal val="0"/>
                                          </p:val>
                                        </p:tav>
                                        <p:tav tm="100000">
                                          <p:val>
                                            <p:fltVal val="1"/>
                                          </p:val>
                                        </p:tav>
                                      </p:tavLst>
                                    </p:anim>
                                    <p:anim calcmode="lin" valueType="num">
                                      <p:cBhvr>
                                        <p:cTn id="66" dur="164" tmFilter="0, 0; 0.125,0.2665; 0.25,0.4; 0.375,0.465; 0.5,0.5;  0.625,0.535; 0.75,0.6; 0.875,0.7335; 1,1">
                                          <p:stCondLst>
                                            <p:cond delay="1656"/>
                                          </p:stCondLst>
                                        </p:cTn>
                                        <p:tgtEl>
                                          <p:spTgt spid="3">
                                            <p:txEl>
                                              <p:pRg st="3" end="3"/>
                                            </p:txEl>
                                          </p:spTgt>
                                        </p:tgtEl>
                                        <p:attrNameLst>
                                          <p:attrName>ppt_y</p:attrName>
                                        </p:attrNameLst>
                                      </p:cBhvr>
                                      <p:tavLst>
                                        <p:tav tm="0" fmla="#ppt_y-sin(pi*$)/81">
                                          <p:val>
                                            <p:fltVal val="0"/>
                                          </p:val>
                                        </p:tav>
                                        <p:tav tm="100000">
                                          <p:val>
                                            <p:fltVal val="1"/>
                                          </p:val>
                                        </p:tav>
                                      </p:tavLst>
                                    </p:anim>
                                    <p:animScale>
                                      <p:cBhvr>
                                        <p:cTn id="67" dur="26">
                                          <p:stCondLst>
                                            <p:cond delay="650"/>
                                          </p:stCondLst>
                                        </p:cTn>
                                        <p:tgtEl>
                                          <p:spTgt spid="3">
                                            <p:txEl>
                                              <p:pRg st="3" end="3"/>
                                            </p:txEl>
                                          </p:spTgt>
                                        </p:tgtEl>
                                      </p:cBhvr>
                                      <p:to x="100000" y="60000"/>
                                    </p:animScale>
                                    <p:animScale>
                                      <p:cBhvr>
                                        <p:cTn id="68" dur="166" decel="50000">
                                          <p:stCondLst>
                                            <p:cond delay="676"/>
                                          </p:stCondLst>
                                        </p:cTn>
                                        <p:tgtEl>
                                          <p:spTgt spid="3">
                                            <p:txEl>
                                              <p:pRg st="3" end="3"/>
                                            </p:txEl>
                                          </p:spTgt>
                                        </p:tgtEl>
                                      </p:cBhvr>
                                      <p:to x="100000" y="100000"/>
                                    </p:animScale>
                                    <p:animScale>
                                      <p:cBhvr>
                                        <p:cTn id="69" dur="26">
                                          <p:stCondLst>
                                            <p:cond delay="1312"/>
                                          </p:stCondLst>
                                        </p:cTn>
                                        <p:tgtEl>
                                          <p:spTgt spid="3">
                                            <p:txEl>
                                              <p:pRg st="3" end="3"/>
                                            </p:txEl>
                                          </p:spTgt>
                                        </p:tgtEl>
                                      </p:cBhvr>
                                      <p:to x="100000" y="80000"/>
                                    </p:animScale>
                                    <p:animScale>
                                      <p:cBhvr>
                                        <p:cTn id="70" dur="166" decel="50000">
                                          <p:stCondLst>
                                            <p:cond delay="1338"/>
                                          </p:stCondLst>
                                        </p:cTn>
                                        <p:tgtEl>
                                          <p:spTgt spid="3">
                                            <p:txEl>
                                              <p:pRg st="3" end="3"/>
                                            </p:txEl>
                                          </p:spTgt>
                                        </p:tgtEl>
                                      </p:cBhvr>
                                      <p:to x="100000" y="100000"/>
                                    </p:animScale>
                                    <p:animScale>
                                      <p:cBhvr>
                                        <p:cTn id="71" dur="26">
                                          <p:stCondLst>
                                            <p:cond delay="1642"/>
                                          </p:stCondLst>
                                        </p:cTn>
                                        <p:tgtEl>
                                          <p:spTgt spid="3">
                                            <p:txEl>
                                              <p:pRg st="3" end="3"/>
                                            </p:txEl>
                                          </p:spTgt>
                                        </p:tgtEl>
                                      </p:cBhvr>
                                      <p:to x="100000" y="90000"/>
                                    </p:animScale>
                                    <p:animScale>
                                      <p:cBhvr>
                                        <p:cTn id="72" dur="166" decel="50000">
                                          <p:stCondLst>
                                            <p:cond delay="1668"/>
                                          </p:stCondLst>
                                        </p:cTn>
                                        <p:tgtEl>
                                          <p:spTgt spid="3">
                                            <p:txEl>
                                              <p:pRg st="3" end="3"/>
                                            </p:txEl>
                                          </p:spTgt>
                                        </p:tgtEl>
                                      </p:cBhvr>
                                      <p:to x="100000" y="100000"/>
                                    </p:animScale>
                                    <p:animScale>
                                      <p:cBhvr>
                                        <p:cTn id="73" dur="26">
                                          <p:stCondLst>
                                            <p:cond delay="1808"/>
                                          </p:stCondLst>
                                        </p:cTn>
                                        <p:tgtEl>
                                          <p:spTgt spid="3">
                                            <p:txEl>
                                              <p:pRg st="3" end="3"/>
                                            </p:txEl>
                                          </p:spTgt>
                                        </p:tgtEl>
                                      </p:cBhvr>
                                      <p:to x="100000" y="95000"/>
                                    </p:animScale>
                                    <p:animScale>
                                      <p:cBhvr>
                                        <p:cTn id="74" dur="166" decel="50000">
                                          <p:stCondLst>
                                            <p:cond delay="1834"/>
                                          </p:stCondLst>
                                        </p:cTn>
                                        <p:tgtEl>
                                          <p:spTgt spid="3">
                                            <p:txEl>
                                              <p:pRg st="3" end="3"/>
                                            </p:txEl>
                                          </p:spTgt>
                                        </p:tgtEl>
                                      </p:cBhvr>
                                      <p:to x="100000" y="100000"/>
                                    </p:animScale>
                                  </p:childTnLst>
                                </p:cTn>
                              </p:par>
                            </p:childTnLst>
                          </p:cTn>
                        </p:par>
                      </p:childTnLst>
                    </p:cTn>
                  </p:par>
                  <p:par>
                    <p:cTn id="75" fill="hold">
                      <p:stCondLst>
                        <p:cond delay="indefinite"/>
                      </p:stCondLst>
                      <p:childTnLst>
                        <p:par>
                          <p:cTn id="76" fill="hold">
                            <p:stCondLst>
                              <p:cond delay="0"/>
                            </p:stCondLst>
                            <p:childTnLst>
                              <p:par>
                                <p:cTn id="77" presetID="26" presetClass="entr" presetSubtype="0" fill="hold" grpId="0" nodeType="clickEffect">
                                  <p:stCondLst>
                                    <p:cond delay="0"/>
                                  </p:stCondLst>
                                  <p:childTnLst>
                                    <p:set>
                                      <p:cBhvr>
                                        <p:cTn id="78" dur="1" fill="hold">
                                          <p:stCondLst>
                                            <p:cond delay="0"/>
                                          </p:stCondLst>
                                        </p:cTn>
                                        <p:tgtEl>
                                          <p:spTgt spid="3">
                                            <p:txEl>
                                              <p:pRg st="4" end="4"/>
                                            </p:txEl>
                                          </p:spTgt>
                                        </p:tgtEl>
                                        <p:attrNameLst>
                                          <p:attrName>style.visibility</p:attrName>
                                        </p:attrNameLst>
                                      </p:cBhvr>
                                      <p:to>
                                        <p:strVal val="visible"/>
                                      </p:to>
                                    </p:set>
                                    <p:animEffect transition="in" filter="wipe(down)">
                                      <p:cBhvr>
                                        <p:cTn id="79" dur="580">
                                          <p:stCondLst>
                                            <p:cond delay="0"/>
                                          </p:stCondLst>
                                        </p:cTn>
                                        <p:tgtEl>
                                          <p:spTgt spid="3">
                                            <p:txEl>
                                              <p:pRg st="4" end="4"/>
                                            </p:txEl>
                                          </p:spTgt>
                                        </p:tgtEl>
                                      </p:cBhvr>
                                    </p:animEffect>
                                    <p:anim calcmode="lin" valueType="num">
                                      <p:cBhvr>
                                        <p:cTn id="80" dur="1822" tmFilter="0,0; 0.14,0.36; 0.43,0.73; 0.71,0.91; 1.0,1.0">
                                          <p:stCondLst>
                                            <p:cond delay="0"/>
                                          </p:stCondLst>
                                        </p:cTn>
                                        <p:tgtEl>
                                          <p:spTgt spid="3">
                                            <p:txEl>
                                              <p:pRg st="4" end="4"/>
                                            </p:txEl>
                                          </p:spTgt>
                                        </p:tgtEl>
                                        <p:attrNameLst>
                                          <p:attrName>ppt_x</p:attrName>
                                        </p:attrNameLst>
                                      </p:cBhvr>
                                      <p:tavLst>
                                        <p:tav tm="0">
                                          <p:val>
                                            <p:strVal val="#ppt_x-0.25"/>
                                          </p:val>
                                        </p:tav>
                                        <p:tav tm="100000">
                                          <p:val>
                                            <p:strVal val="#ppt_x"/>
                                          </p:val>
                                        </p:tav>
                                      </p:tavLst>
                                    </p:anim>
                                    <p:anim calcmode="lin" valueType="num">
                                      <p:cBhvr>
                                        <p:cTn id="81" dur="664" tmFilter="0.0,0.0; 0.25,0.07; 0.50,0.2; 0.75,0.467; 1.0,1.0">
                                          <p:stCondLst>
                                            <p:cond delay="0"/>
                                          </p:stCondLst>
                                        </p:cTn>
                                        <p:tgtEl>
                                          <p:spTgt spid="3">
                                            <p:txEl>
                                              <p:pRg st="4" end="4"/>
                                            </p:txEl>
                                          </p:spTgt>
                                        </p:tgtEl>
                                        <p:attrNameLst>
                                          <p:attrName>ppt_y</p:attrName>
                                        </p:attrNameLst>
                                      </p:cBhvr>
                                      <p:tavLst>
                                        <p:tav tm="0" fmla="#ppt_y-sin(pi*$)/3">
                                          <p:val>
                                            <p:fltVal val="0.5"/>
                                          </p:val>
                                        </p:tav>
                                        <p:tav tm="100000">
                                          <p:val>
                                            <p:fltVal val="1"/>
                                          </p:val>
                                        </p:tav>
                                      </p:tavLst>
                                    </p:anim>
                                    <p:anim calcmode="lin" valueType="num">
                                      <p:cBhvr>
                                        <p:cTn id="82" dur="664" tmFilter="0, 0; 0.125,0.2665; 0.25,0.4; 0.375,0.465; 0.5,0.5;  0.625,0.535; 0.75,0.6; 0.875,0.7335; 1,1">
                                          <p:stCondLst>
                                            <p:cond delay="664"/>
                                          </p:stCondLst>
                                        </p:cTn>
                                        <p:tgtEl>
                                          <p:spTgt spid="3">
                                            <p:txEl>
                                              <p:pRg st="4" end="4"/>
                                            </p:txEl>
                                          </p:spTgt>
                                        </p:tgtEl>
                                        <p:attrNameLst>
                                          <p:attrName>ppt_y</p:attrName>
                                        </p:attrNameLst>
                                      </p:cBhvr>
                                      <p:tavLst>
                                        <p:tav tm="0" fmla="#ppt_y-sin(pi*$)/9">
                                          <p:val>
                                            <p:fltVal val="0"/>
                                          </p:val>
                                        </p:tav>
                                        <p:tav tm="100000">
                                          <p:val>
                                            <p:fltVal val="1"/>
                                          </p:val>
                                        </p:tav>
                                      </p:tavLst>
                                    </p:anim>
                                    <p:anim calcmode="lin" valueType="num">
                                      <p:cBhvr>
                                        <p:cTn id="83" dur="332" tmFilter="0, 0; 0.125,0.2665; 0.25,0.4; 0.375,0.465; 0.5,0.5;  0.625,0.535; 0.75,0.6; 0.875,0.7335; 1,1">
                                          <p:stCondLst>
                                            <p:cond delay="1324"/>
                                          </p:stCondLst>
                                        </p:cTn>
                                        <p:tgtEl>
                                          <p:spTgt spid="3">
                                            <p:txEl>
                                              <p:pRg st="4" end="4"/>
                                            </p:txEl>
                                          </p:spTgt>
                                        </p:tgtEl>
                                        <p:attrNameLst>
                                          <p:attrName>ppt_y</p:attrName>
                                        </p:attrNameLst>
                                      </p:cBhvr>
                                      <p:tavLst>
                                        <p:tav tm="0" fmla="#ppt_y-sin(pi*$)/27">
                                          <p:val>
                                            <p:fltVal val="0"/>
                                          </p:val>
                                        </p:tav>
                                        <p:tav tm="100000">
                                          <p:val>
                                            <p:fltVal val="1"/>
                                          </p:val>
                                        </p:tav>
                                      </p:tavLst>
                                    </p:anim>
                                    <p:anim calcmode="lin" valueType="num">
                                      <p:cBhvr>
                                        <p:cTn id="84" dur="164" tmFilter="0, 0; 0.125,0.2665; 0.25,0.4; 0.375,0.465; 0.5,0.5;  0.625,0.535; 0.75,0.6; 0.875,0.7335; 1,1">
                                          <p:stCondLst>
                                            <p:cond delay="1656"/>
                                          </p:stCondLst>
                                        </p:cTn>
                                        <p:tgtEl>
                                          <p:spTgt spid="3">
                                            <p:txEl>
                                              <p:pRg st="4" end="4"/>
                                            </p:txEl>
                                          </p:spTgt>
                                        </p:tgtEl>
                                        <p:attrNameLst>
                                          <p:attrName>ppt_y</p:attrName>
                                        </p:attrNameLst>
                                      </p:cBhvr>
                                      <p:tavLst>
                                        <p:tav tm="0" fmla="#ppt_y-sin(pi*$)/81">
                                          <p:val>
                                            <p:fltVal val="0"/>
                                          </p:val>
                                        </p:tav>
                                        <p:tav tm="100000">
                                          <p:val>
                                            <p:fltVal val="1"/>
                                          </p:val>
                                        </p:tav>
                                      </p:tavLst>
                                    </p:anim>
                                    <p:animScale>
                                      <p:cBhvr>
                                        <p:cTn id="85" dur="26">
                                          <p:stCondLst>
                                            <p:cond delay="650"/>
                                          </p:stCondLst>
                                        </p:cTn>
                                        <p:tgtEl>
                                          <p:spTgt spid="3">
                                            <p:txEl>
                                              <p:pRg st="4" end="4"/>
                                            </p:txEl>
                                          </p:spTgt>
                                        </p:tgtEl>
                                      </p:cBhvr>
                                      <p:to x="100000" y="60000"/>
                                    </p:animScale>
                                    <p:animScale>
                                      <p:cBhvr>
                                        <p:cTn id="86" dur="166" decel="50000">
                                          <p:stCondLst>
                                            <p:cond delay="676"/>
                                          </p:stCondLst>
                                        </p:cTn>
                                        <p:tgtEl>
                                          <p:spTgt spid="3">
                                            <p:txEl>
                                              <p:pRg st="4" end="4"/>
                                            </p:txEl>
                                          </p:spTgt>
                                        </p:tgtEl>
                                      </p:cBhvr>
                                      <p:to x="100000" y="100000"/>
                                    </p:animScale>
                                    <p:animScale>
                                      <p:cBhvr>
                                        <p:cTn id="87" dur="26">
                                          <p:stCondLst>
                                            <p:cond delay="1312"/>
                                          </p:stCondLst>
                                        </p:cTn>
                                        <p:tgtEl>
                                          <p:spTgt spid="3">
                                            <p:txEl>
                                              <p:pRg st="4" end="4"/>
                                            </p:txEl>
                                          </p:spTgt>
                                        </p:tgtEl>
                                      </p:cBhvr>
                                      <p:to x="100000" y="80000"/>
                                    </p:animScale>
                                    <p:animScale>
                                      <p:cBhvr>
                                        <p:cTn id="88" dur="166" decel="50000">
                                          <p:stCondLst>
                                            <p:cond delay="1338"/>
                                          </p:stCondLst>
                                        </p:cTn>
                                        <p:tgtEl>
                                          <p:spTgt spid="3">
                                            <p:txEl>
                                              <p:pRg st="4" end="4"/>
                                            </p:txEl>
                                          </p:spTgt>
                                        </p:tgtEl>
                                      </p:cBhvr>
                                      <p:to x="100000" y="100000"/>
                                    </p:animScale>
                                    <p:animScale>
                                      <p:cBhvr>
                                        <p:cTn id="89" dur="26">
                                          <p:stCondLst>
                                            <p:cond delay="1642"/>
                                          </p:stCondLst>
                                        </p:cTn>
                                        <p:tgtEl>
                                          <p:spTgt spid="3">
                                            <p:txEl>
                                              <p:pRg st="4" end="4"/>
                                            </p:txEl>
                                          </p:spTgt>
                                        </p:tgtEl>
                                      </p:cBhvr>
                                      <p:to x="100000" y="90000"/>
                                    </p:animScale>
                                    <p:animScale>
                                      <p:cBhvr>
                                        <p:cTn id="90" dur="166" decel="50000">
                                          <p:stCondLst>
                                            <p:cond delay="1668"/>
                                          </p:stCondLst>
                                        </p:cTn>
                                        <p:tgtEl>
                                          <p:spTgt spid="3">
                                            <p:txEl>
                                              <p:pRg st="4" end="4"/>
                                            </p:txEl>
                                          </p:spTgt>
                                        </p:tgtEl>
                                      </p:cBhvr>
                                      <p:to x="100000" y="100000"/>
                                    </p:animScale>
                                    <p:animScale>
                                      <p:cBhvr>
                                        <p:cTn id="91" dur="26">
                                          <p:stCondLst>
                                            <p:cond delay="1808"/>
                                          </p:stCondLst>
                                        </p:cTn>
                                        <p:tgtEl>
                                          <p:spTgt spid="3">
                                            <p:txEl>
                                              <p:pRg st="4" end="4"/>
                                            </p:txEl>
                                          </p:spTgt>
                                        </p:tgtEl>
                                      </p:cBhvr>
                                      <p:to x="100000" y="95000"/>
                                    </p:animScale>
                                    <p:animScale>
                                      <p:cBhvr>
                                        <p:cTn id="92" dur="166" decel="50000">
                                          <p:stCondLst>
                                            <p:cond delay="1834"/>
                                          </p:stCondLst>
                                        </p:cTn>
                                        <p:tgtEl>
                                          <p:spTgt spid="3">
                                            <p:txEl>
                                              <p:pRg st="4" end="4"/>
                                            </p:txEl>
                                          </p:spTgt>
                                        </p:tgtEl>
                                      </p:cBhvr>
                                      <p:to x="100000" y="100000"/>
                                    </p:animScale>
                                  </p:childTnLst>
                                </p:cTn>
                              </p:par>
                            </p:childTnLst>
                          </p:cTn>
                        </p:par>
                      </p:childTnLst>
                    </p:cTn>
                  </p:par>
                  <p:par>
                    <p:cTn id="93" fill="hold">
                      <p:stCondLst>
                        <p:cond delay="indefinite"/>
                      </p:stCondLst>
                      <p:childTnLst>
                        <p:par>
                          <p:cTn id="94" fill="hold">
                            <p:stCondLst>
                              <p:cond delay="0"/>
                            </p:stCondLst>
                            <p:childTnLst>
                              <p:par>
                                <p:cTn id="95" presetID="26" presetClass="entr" presetSubtype="0" fill="hold" grpId="0" nodeType="clickEffect">
                                  <p:stCondLst>
                                    <p:cond delay="0"/>
                                  </p:stCondLst>
                                  <p:childTnLst>
                                    <p:set>
                                      <p:cBhvr>
                                        <p:cTn id="96" dur="1" fill="hold">
                                          <p:stCondLst>
                                            <p:cond delay="0"/>
                                          </p:stCondLst>
                                        </p:cTn>
                                        <p:tgtEl>
                                          <p:spTgt spid="3">
                                            <p:txEl>
                                              <p:pRg st="5" end="5"/>
                                            </p:txEl>
                                          </p:spTgt>
                                        </p:tgtEl>
                                        <p:attrNameLst>
                                          <p:attrName>style.visibility</p:attrName>
                                        </p:attrNameLst>
                                      </p:cBhvr>
                                      <p:to>
                                        <p:strVal val="visible"/>
                                      </p:to>
                                    </p:set>
                                    <p:animEffect transition="in" filter="wipe(down)">
                                      <p:cBhvr>
                                        <p:cTn id="97" dur="580">
                                          <p:stCondLst>
                                            <p:cond delay="0"/>
                                          </p:stCondLst>
                                        </p:cTn>
                                        <p:tgtEl>
                                          <p:spTgt spid="3">
                                            <p:txEl>
                                              <p:pRg st="5" end="5"/>
                                            </p:txEl>
                                          </p:spTgt>
                                        </p:tgtEl>
                                      </p:cBhvr>
                                    </p:animEffect>
                                    <p:anim calcmode="lin" valueType="num">
                                      <p:cBhvr>
                                        <p:cTn id="98" dur="1822" tmFilter="0,0; 0.14,0.36; 0.43,0.73; 0.71,0.91; 1.0,1.0">
                                          <p:stCondLst>
                                            <p:cond delay="0"/>
                                          </p:stCondLst>
                                        </p:cTn>
                                        <p:tgtEl>
                                          <p:spTgt spid="3">
                                            <p:txEl>
                                              <p:pRg st="5" end="5"/>
                                            </p:txEl>
                                          </p:spTgt>
                                        </p:tgtEl>
                                        <p:attrNameLst>
                                          <p:attrName>ppt_x</p:attrName>
                                        </p:attrNameLst>
                                      </p:cBhvr>
                                      <p:tavLst>
                                        <p:tav tm="0">
                                          <p:val>
                                            <p:strVal val="#ppt_x-0.25"/>
                                          </p:val>
                                        </p:tav>
                                        <p:tav tm="100000">
                                          <p:val>
                                            <p:strVal val="#ppt_x"/>
                                          </p:val>
                                        </p:tav>
                                      </p:tavLst>
                                    </p:anim>
                                    <p:anim calcmode="lin" valueType="num">
                                      <p:cBhvr>
                                        <p:cTn id="99" dur="664" tmFilter="0.0,0.0; 0.25,0.07; 0.50,0.2; 0.75,0.467; 1.0,1.0">
                                          <p:stCondLst>
                                            <p:cond delay="0"/>
                                          </p:stCondLst>
                                        </p:cTn>
                                        <p:tgtEl>
                                          <p:spTgt spid="3">
                                            <p:txEl>
                                              <p:pRg st="5" end="5"/>
                                            </p:txEl>
                                          </p:spTgt>
                                        </p:tgtEl>
                                        <p:attrNameLst>
                                          <p:attrName>ppt_y</p:attrName>
                                        </p:attrNameLst>
                                      </p:cBhvr>
                                      <p:tavLst>
                                        <p:tav tm="0" fmla="#ppt_y-sin(pi*$)/3">
                                          <p:val>
                                            <p:fltVal val="0.5"/>
                                          </p:val>
                                        </p:tav>
                                        <p:tav tm="100000">
                                          <p:val>
                                            <p:fltVal val="1"/>
                                          </p:val>
                                        </p:tav>
                                      </p:tavLst>
                                    </p:anim>
                                    <p:anim calcmode="lin" valueType="num">
                                      <p:cBhvr>
                                        <p:cTn id="100" dur="664" tmFilter="0, 0; 0.125,0.2665; 0.25,0.4; 0.375,0.465; 0.5,0.5;  0.625,0.535; 0.75,0.6; 0.875,0.7335; 1,1">
                                          <p:stCondLst>
                                            <p:cond delay="664"/>
                                          </p:stCondLst>
                                        </p:cTn>
                                        <p:tgtEl>
                                          <p:spTgt spid="3">
                                            <p:txEl>
                                              <p:pRg st="5" end="5"/>
                                            </p:txEl>
                                          </p:spTgt>
                                        </p:tgtEl>
                                        <p:attrNameLst>
                                          <p:attrName>ppt_y</p:attrName>
                                        </p:attrNameLst>
                                      </p:cBhvr>
                                      <p:tavLst>
                                        <p:tav tm="0" fmla="#ppt_y-sin(pi*$)/9">
                                          <p:val>
                                            <p:fltVal val="0"/>
                                          </p:val>
                                        </p:tav>
                                        <p:tav tm="100000">
                                          <p:val>
                                            <p:fltVal val="1"/>
                                          </p:val>
                                        </p:tav>
                                      </p:tavLst>
                                    </p:anim>
                                    <p:anim calcmode="lin" valueType="num">
                                      <p:cBhvr>
                                        <p:cTn id="101" dur="332" tmFilter="0, 0; 0.125,0.2665; 0.25,0.4; 0.375,0.465; 0.5,0.5;  0.625,0.535; 0.75,0.6; 0.875,0.7335; 1,1">
                                          <p:stCondLst>
                                            <p:cond delay="1324"/>
                                          </p:stCondLst>
                                        </p:cTn>
                                        <p:tgtEl>
                                          <p:spTgt spid="3">
                                            <p:txEl>
                                              <p:pRg st="5" end="5"/>
                                            </p:txEl>
                                          </p:spTgt>
                                        </p:tgtEl>
                                        <p:attrNameLst>
                                          <p:attrName>ppt_y</p:attrName>
                                        </p:attrNameLst>
                                      </p:cBhvr>
                                      <p:tavLst>
                                        <p:tav tm="0" fmla="#ppt_y-sin(pi*$)/27">
                                          <p:val>
                                            <p:fltVal val="0"/>
                                          </p:val>
                                        </p:tav>
                                        <p:tav tm="100000">
                                          <p:val>
                                            <p:fltVal val="1"/>
                                          </p:val>
                                        </p:tav>
                                      </p:tavLst>
                                    </p:anim>
                                    <p:anim calcmode="lin" valueType="num">
                                      <p:cBhvr>
                                        <p:cTn id="102" dur="164" tmFilter="0, 0; 0.125,0.2665; 0.25,0.4; 0.375,0.465; 0.5,0.5;  0.625,0.535; 0.75,0.6; 0.875,0.7335; 1,1">
                                          <p:stCondLst>
                                            <p:cond delay="1656"/>
                                          </p:stCondLst>
                                        </p:cTn>
                                        <p:tgtEl>
                                          <p:spTgt spid="3">
                                            <p:txEl>
                                              <p:pRg st="5" end="5"/>
                                            </p:txEl>
                                          </p:spTgt>
                                        </p:tgtEl>
                                        <p:attrNameLst>
                                          <p:attrName>ppt_y</p:attrName>
                                        </p:attrNameLst>
                                      </p:cBhvr>
                                      <p:tavLst>
                                        <p:tav tm="0" fmla="#ppt_y-sin(pi*$)/81">
                                          <p:val>
                                            <p:fltVal val="0"/>
                                          </p:val>
                                        </p:tav>
                                        <p:tav tm="100000">
                                          <p:val>
                                            <p:fltVal val="1"/>
                                          </p:val>
                                        </p:tav>
                                      </p:tavLst>
                                    </p:anim>
                                    <p:animScale>
                                      <p:cBhvr>
                                        <p:cTn id="103" dur="26">
                                          <p:stCondLst>
                                            <p:cond delay="650"/>
                                          </p:stCondLst>
                                        </p:cTn>
                                        <p:tgtEl>
                                          <p:spTgt spid="3">
                                            <p:txEl>
                                              <p:pRg st="5" end="5"/>
                                            </p:txEl>
                                          </p:spTgt>
                                        </p:tgtEl>
                                      </p:cBhvr>
                                      <p:to x="100000" y="60000"/>
                                    </p:animScale>
                                    <p:animScale>
                                      <p:cBhvr>
                                        <p:cTn id="104" dur="166" decel="50000">
                                          <p:stCondLst>
                                            <p:cond delay="676"/>
                                          </p:stCondLst>
                                        </p:cTn>
                                        <p:tgtEl>
                                          <p:spTgt spid="3">
                                            <p:txEl>
                                              <p:pRg st="5" end="5"/>
                                            </p:txEl>
                                          </p:spTgt>
                                        </p:tgtEl>
                                      </p:cBhvr>
                                      <p:to x="100000" y="100000"/>
                                    </p:animScale>
                                    <p:animScale>
                                      <p:cBhvr>
                                        <p:cTn id="105" dur="26">
                                          <p:stCondLst>
                                            <p:cond delay="1312"/>
                                          </p:stCondLst>
                                        </p:cTn>
                                        <p:tgtEl>
                                          <p:spTgt spid="3">
                                            <p:txEl>
                                              <p:pRg st="5" end="5"/>
                                            </p:txEl>
                                          </p:spTgt>
                                        </p:tgtEl>
                                      </p:cBhvr>
                                      <p:to x="100000" y="80000"/>
                                    </p:animScale>
                                    <p:animScale>
                                      <p:cBhvr>
                                        <p:cTn id="106" dur="166" decel="50000">
                                          <p:stCondLst>
                                            <p:cond delay="1338"/>
                                          </p:stCondLst>
                                        </p:cTn>
                                        <p:tgtEl>
                                          <p:spTgt spid="3">
                                            <p:txEl>
                                              <p:pRg st="5" end="5"/>
                                            </p:txEl>
                                          </p:spTgt>
                                        </p:tgtEl>
                                      </p:cBhvr>
                                      <p:to x="100000" y="100000"/>
                                    </p:animScale>
                                    <p:animScale>
                                      <p:cBhvr>
                                        <p:cTn id="107" dur="26">
                                          <p:stCondLst>
                                            <p:cond delay="1642"/>
                                          </p:stCondLst>
                                        </p:cTn>
                                        <p:tgtEl>
                                          <p:spTgt spid="3">
                                            <p:txEl>
                                              <p:pRg st="5" end="5"/>
                                            </p:txEl>
                                          </p:spTgt>
                                        </p:tgtEl>
                                      </p:cBhvr>
                                      <p:to x="100000" y="90000"/>
                                    </p:animScale>
                                    <p:animScale>
                                      <p:cBhvr>
                                        <p:cTn id="108" dur="166" decel="50000">
                                          <p:stCondLst>
                                            <p:cond delay="1668"/>
                                          </p:stCondLst>
                                        </p:cTn>
                                        <p:tgtEl>
                                          <p:spTgt spid="3">
                                            <p:txEl>
                                              <p:pRg st="5" end="5"/>
                                            </p:txEl>
                                          </p:spTgt>
                                        </p:tgtEl>
                                      </p:cBhvr>
                                      <p:to x="100000" y="100000"/>
                                    </p:animScale>
                                    <p:animScale>
                                      <p:cBhvr>
                                        <p:cTn id="109" dur="26">
                                          <p:stCondLst>
                                            <p:cond delay="1808"/>
                                          </p:stCondLst>
                                        </p:cTn>
                                        <p:tgtEl>
                                          <p:spTgt spid="3">
                                            <p:txEl>
                                              <p:pRg st="5" end="5"/>
                                            </p:txEl>
                                          </p:spTgt>
                                        </p:tgtEl>
                                      </p:cBhvr>
                                      <p:to x="100000" y="95000"/>
                                    </p:animScale>
                                    <p:animScale>
                                      <p:cBhvr>
                                        <p:cTn id="110" dur="166" decel="50000">
                                          <p:stCondLst>
                                            <p:cond delay="1834"/>
                                          </p:stCondLst>
                                        </p:cTn>
                                        <p:tgtEl>
                                          <p:spTgt spid="3">
                                            <p:txEl>
                                              <p:pRg st="5" end="5"/>
                                            </p:txEl>
                                          </p:spTgt>
                                        </p:tgtEl>
                                      </p:cBhvr>
                                      <p:to x="100000" y="100000"/>
                                    </p:animScale>
                                  </p:childTnLst>
                                </p:cTn>
                              </p:par>
                            </p:childTnLst>
                          </p:cTn>
                        </p:par>
                      </p:childTnLst>
                    </p:cTn>
                  </p:par>
                  <p:par>
                    <p:cTn id="111" fill="hold">
                      <p:stCondLst>
                        <p:cond delay="indefinite"/>
                      </p:stCondLst>
                      <p:childTnLst>
                        <p:par>
                          <p:cTn id="112" fill="hold">
                            <p:stCondLst>
                              <p:cond delay="0"/>
                            </p:stCondLst>
                            <p:childTnLst>
                              <p:par>
                                <p:cTn id="113" presetID="26" presetClass="entr" presetSubtype="0" fill="hold" grpId="0" nodeType="clickEffect">
                                  <p:stCondLst>
                                    <p:cond delay="0"/>
                                  </p:stCondLst>
                                  <p:childTnLst>
                                    <p:set>
                                      <p:cBhvr>
                                        <p:cTn id="114" dur="1" fill="hold">
                                          <p:stCondLst>
                                            <p:cond delay="0"/>
                                          </p:stCondLst>
                                        </p:cTn>
                                        <p:tgtEl>
                                          <p:spTgt spid="3">
                                            <p:txEl>
                                              <p:pRg st="6" end="6"/>
                                            </p:txEl>
                                          </p:spTgt>
                                        </p:tgtEl>
                                        <p:attrNameLst>
                                          <p:attrName>style.visibility</p:attrName>
                                        </p:attrNameLst>
                                      </p:cBhvr>
                                      <p:to>
                                        <p:strVal val="visible"/>
                                      </p:to>
                                    </p:set>
                                    <p:animEffect transition="in" filter="wipe(down)">
                                      <p:cBhvr>
                                        <p:cTn id="115" dur="580">
                                          <p:stCondLst>
                                            <p:cond delay="0"/>
                                          </p:stCondLst>
                                        </p:cTn>
                                        <p:tgtEl>
                                          <p:spTgt spid="3">
                                            <p:txEl>
                                              <p:pRg st="6" end="6"/>
                                            </p:txEl>
                                          </p:spTgt>
                                        </p:tgtEl>
                                      </p:cBhvr>
                                    </p:animEffect>
                                    <p:anim calcmode="lin" valueType="num">
                                      <p:cBhvr>
                                        <p:cTn id="116" dur="1822" tmFilter="0,0; 0.14,0.36; 0.43,0.73; 0.71,0.91; 1.0,1.0">
                                          <p:stCondLst>
                                            <p:cond delay="0"/>
                                          </p:stCondLst>
                                        </p:cTn>
                                        <p:tgtEl>
                                          <p:spTgt spid="3">
                                            <p:txEl>
                                              <p:pRg st="6" end="6"/>
                                            </p:txEl>
                                          </p:spTgt>
                                        </p:tgtEl>
                                        <p:attrNameLst>
                                          <p:attrName>ppt_x</p:attrName>
                                        </p:attrNameLst>
                                      </p:cBhvr>
                                      <p:tavLst>
                                        <p:tav tm="0">
                                          <p:val>
                                            <p:strVal val="#ppt_x-0.25"/>
                                          </p:val>
                                        </p:tav>
                                        <p:tav tm="100000">
                                          <p:val>
                                            <p:strVal val="#ppt_x"/>
                                          </p:val>
                                        </p:tav>
                                      </p:tavLst>
                                    </p:anim>
                                    <p:anim calcmode="lin" valueType="num">
                                      <p:cBhvr>
                                        <p:cTn id="117" dur="664" tmFilter="0.0,0.0; 0.25,0.07; 0.50,0.2; 0.75,0.467; 1.0,1.0">
                                          <p:stCondLst>
                                            <p:cond delay="0"/>
                                          </p:stCondLst>
                                        </p:cTn>
                                        <p:tgtEl>
                                          <p:spTgt spid="3">
                                            <p:txEl>
                                              <p:pRg st="6" end="6"/>
                                            </p:txEl>
                                          </p:spTgt>
                                        </p:tgtEl>
                                        <p:attrNameLst>
                                          <p:attrName>ppt_y</p:attrName>
                                        </p:attrNameLst>
                                      </p:cBhvr>
                                      <p:tavLst>
                                        <p:tav tm="0" fmla="#ppt_y-sin(pi*$)/3">
                                          <p:val>
                                            <p:fltVal val="0.5"/>
                                          </p:val>
                                        </p:tav>
                                        <p:tav tm="100000">
                                          <p:val>
                                            <p:fltVal val="1"/>
                                          </p:val>
                                        </p:tav>
                                      </p:tavLst>
                                    </p:anim>
                                    <p:anim calcmode="lin" valueType="num">
                                      <p:cBhvr>
                                        <p:cTn id="118" dur="664" tmFilter="0, 0; 0.125,0.2665; 0.25,0.4; 0.375,0.465; 0.5,0.5;  0.625,0.535; 0.75,0.6; 0.875,0.7335; 1,1">
                                          <p:stCondLst>
                                            <p:cond delay="664"/>
                                          </p:stCondLst>
                                        </p:cTn>
                                        <p:tgtEl>
                                          <p:spTgt spid="3">
                                            <p:txEl>
                                              <p:pRg st="6" end="6"/>
                                            </p:txEl>
                                          </p:spTgt>
                                        </p:tgtEl>
                                        <p:attrNameLst>
                                          <p:attrName>ppt_y</p:attrName>
                                        </p:attrNameLst>
                                      </p:cBhvr>
                                      <p:tavLst>
                                        <p:tav tm="0" fmla="#ppt_y-sin(pi*$)/9">
                                          <p:val>
                                            <p:fltVal val="0"/>
                                          </p:val>
                                        </p:tav>
                                        <p:tav tm="100000">
                                          <p:val>
                                            <p:fltVal val="1"/>
                                          </p:val>
                                        </p:tav>
                                      </p:tavLst>
                                    </p:anim>
                                    <p:anim calcmode="lin" valueType="num">
                                      <p:cBhvr>
                                        <p:cTn id="119" dur="332" tmFilter="0, 0; 0.125,0.2665; 0.25,0.4; 0.375,0.465; 0.5,0.5;  0.625,0.535; 0.75,0.6; 0.875,0.7335; 1,1">
                                          <p:stCondLst>
                                            <p:cond delay="1324"/>
                                          </p:stCondLst>
                                        </p:cTn>
                                        <p:tgtEl>
                                          <p:spTgt spid="3">
                                            <p:txEl>
                                              <p:pRg st="6" end="6"/>
                                            </p:txEl>
                                          </p:spTgt>
                                        </p:tgtEl>
                                        <p:attrNameLst>
                                          <p:attrName>ppt_y</p:attrName>
                                        </p:attrNameLst>
                                      </p:cBhvr>
                                      <p:tavLst>
                                        <p:tav tm="0" fmla="#ppt_y-sin(pi*$)/27">
                                          <p:val>
                                            <p:fltVal val="0"/>
                                          </p:val>
                                        </p:tav>
                                        <p:tav tm="100000">
                                          <p:val>
                                            <p:fltVal val="1"/>
                                          </p:val>
                                        </p:tav>
                                      </p:tavLst>
                                    </p:anim>
                                    <p:anim calcmode="lin" valueType="num">
                                      <p:cBhvr>
                                        <p:cTn id="120" dur="164" tmFilter="0, 0; 0.125,0.2665; 0.25,0.4; 0.375,0.465; 0.5,0.5;  0.625,0.535; 0.75,0.6; 0.875,0.7335; 1,1">
                                          <p:stCondLst>
                                            <p:cond delay="1656"/>
                                          </p:stCondLst>
                                        </p:cTn>
                                        <p:tgtEl>
                                          <p:spTgt spid="3">
                                            <p:txEl>
                                              <p:pRg st="6" end="6"/>
                                            </p:txEl>
                                          </p:spTgt>
                                        </p:tgtEl>
                                        <p:attrNameLst>
                                          <p:attrName>ppt_y</p:attrName>
                                        </p:attrNameLst>
                                      </p:cBhvr>
                                      <p:tavLst>
                                        <p:tav tm="0" fmla="#ppt_y-sin(pi*$)/81">
                                          <p:val>
                                            <p:fltVal val="0"/>
                                          </p:val>
                                        </p:tav>
                                        <p:tav tm="100000">
                                          <p:val>
                                            <p:fltVal val="1"/>
                                          </p:val>
                                        </p:tav>
                                      </p:tavLst>
                                    </p:anim>
                                    <p:animScale>
                                      <p:cBhvr>
                                        <p:cTn id="121" dur="26">
                                          <p:stCondLst>
                                            <p:cond delay="650"/>
                                          </p:stCondLst>
                                        </p:cTn>
                                        <p:tgtEl>
                                          <p:spTgt spid="3">
                                            <p:txEl>
                                              <p:pRg st="6" end="6"/>
                                            </p:txEl>
                                          </p:spTgt>
                                        </p:tgtEl>
                                      </p:cBhvr>
                                      <p:to x="100000" y="60000"/>
                                    </p:animScale>
                                    <p:animScale>
                                      <p:cBhvr>
                                        <p:cTn id="122" dur="166" decel="50000">
                                          <p:stCondLst>
                                            <p:cond delay="676"/>
                                          </p:stCondLst>
                                        </p:cTn>
                                        <p:tgtEl>
                                          <p:spTgt spid="3">
                                            <p:txEl>
                                              <p:pRg st="6" end="6"/>
                                            </p:txEl>
                                          </p:spTgt>
                                        </p:tgtEl>
                                      </p:cBhvr>
                                      <p:to x="100000" y="100000"/>
                                    </p:animScale>
                                    <p:animScale>
                                      <p:cBhvr>
                                        <p:cTn id="123" dur="26">
                                          <p:stCondLst>
                                            <p:cond delay="1312"/>
                                          </p:stCondLst>
                                        </p:cTn>
                                        <p:tgtEl>
                                          <p:spTgt spid="3">
                                            <p:txEl>
                                              <p:pRg st="6" end="6"/>
                                            </p:txEl>
                                          </p:spTgt>
                                        </p:tgtEl>
                                      </p:cBhvr>
                                      <p:to x="100000" y="80000"/>
                                    </p:animScale>
                                    <p:animScale>
                                      <p:cBhvr>
                                        <p:cTn id="124" dur="166" decel="50000">
                                          <p:stCondLst>
                                            <p:cond delay="1338"/>
                                          </p:stCondLst>
                                        </p:cTn>
                                        <p:tgtEl>
                                          <p:spTgt spid="3">
                                            <p:txEl>
                                              <p:pRg st="6" end="6"/>
                                            </p:txEl>
                                          </p:spTgt>
                                        </p:tgtEl>
                                      </p:cBhvr>
                                      <p:to x="100000" y="100000"/>
                                    </p:animScale>
                                    <p:animScale>
                                      <p:cBhvr>
                                        <p:cTn id="125" dur="26">
                                          <p:stCondLst>
                                            <p:cond delay="1642"/>
                                          </p:stCondLst>
                                        </p:cTn>
                                        <p:tgtEl>
                                          <p:spTgt spid="3">
                                            <p:txEl>
                                              <p:pRg st="6" end="6"/>
                                            </p:txEl>
                                          </p:spTgt>
                                        </p:tgtEl>
                                      </p:cBhvr>
                                      <p:to x="100000" y="90000"/>
                                    </p:animScale>
                                    <p:animScale>
                                      <p:cBhvr>
                                        <p:cTn id="126" dur="166" decel="50000">
                                          <p:stCondLst>
                                            <p:cond delay="1668"/>
                                          </p:stCondLst>
                                        </p:cTn>
                                        <p:tgtEl>
                                          <p:spTgt spid="3">
                                            <p:txEl>
                                              <p:pRg st="6" end="6"/>
                                            </p:txEl>
                                          </p:spTgt>
                                        </p:tgtEl>
                                      </p:cBhvr>
                                      <p:to x="100000" y="100000"/>
                                    </p:animScale>
                                    <p:animScale>
                                      <p:cBhvr>
                                        <p:cTn id="127" dur="26">
                                          <p:stCondLst>
                                            <p:cond delay="1808"/>
                                          </p:stCondLst>
                                        </p:cTn>
                                        <p:tgtEl>
                                          <p:spTgt spid="3">
                                            <p:txEl>
                                              <p:pRg st="6" end="6"/>
                                            </p:txEl>
                                          </p:spTgt>
                                        </p:tgtEl>
                                      </p:cBhvr>
                                      <p:to x="100000" y="95000"/>
                                    </p:animScale>
                                    <p:animScale>
                                      <p:cBhvr>
                                        <p:cTn id="128" dur="166" decel="50000">
                                          <p:stCondLst>
                                            <p:cond delay="1834"/>
                                          </p:stCondLst>
                                        </p:cTn>
                                        <p:tgtEl>
                                          <p:spTgt spid="3">
                                            <p:txEl>
                                              <p:pRg st="6" end="6"/>
                                            </p:txEl>
                                          </p:spTgt>
                                        </p:tgtEl>
                                      </p:cBhvr>
                                      <p:to x="100000" y="100000"/>
                                    </p:animScale>
                                  </p:childTnLst>
                                </p:cTn>
                              </p:par>
                            </p:childTnLst>
                          </p:cTn>
                        </p:par>
                      </p:childTnLst>
                    </p:cTn>
                  </p:par>
                  <p:par>
                    <p:cTn id="129" fill="hold">
                      <p:stCondLst>
                        <p:cond delay="indefinite"/>
                      </p:stCondLst>
                      <p:childTnLst>
                        <p:par>
                          <p:cTn id="130" fill="hold">
                            <p:stCondLst>
                              <p:cond delay="0"/>
                            </p:stCondLst>
                            <p:childTnLst>
                              <p:par>
                                <p:cTn id="131" presetID="26" presetClass="entr" presetSubtype="0" fill="hold" grpId="0" nodeType="clickEffect">
                                  <p:stCondLst>
                                    <p:cond delay="0"/>
                                  </p:stCondLst>
                                  <p:childTnLst>
                                    <p:set>
                                      <p:cBhvr>
                                        <p:cTn id="132" dur="1" fill="hold">
                                          <p:stCondLst>
                                            <p:cond delay="0"/>
                                          </p:stCondLst>
                                        </p:cTn>
                                        <p:tgtEl>
                                          <p:spTgt spid="3">
                                            <p:txEl>
                                              <p:pRg st="7" end="7"/>
                                            </p:txEl>
                                          </p:spTgt>
                                        </p:tgtEl>
                                        <p:attrNameLst>
                                          <p:attrName>style.visibility</p:attrName>
                                        </p:attrNameLst>
                                      </p:cBhvr>
                                      <p:to>
                                        <p:strVal val="visible"/>
                                      </p:to>
                                    </p:set>
                                    <p:animEffect transition="in" filter="wipe(down)">
                                      <p:cBhvr>
                                        <p:cTn id="133" dur="580">
                                          <p:stCondLst>
                                            <p:cond delay="0"/>
                                          </p:stCondLst>
                                        </p:cTn>
                                        <p:tgtEl>
                                          <p:spTgt spid="3">
                                            <p:txEl>
                                              <p:pRg st="7" end="7"/>
                                            </p:txEl>
                                          </p:spTgt>
                                        </p:tgtEl>
                                      </p:cBhvr>
                                    </p:animEffect>
                                    <p:anim calcmode="lin" valueType="num">
                                      <p:cBhvr>
                                        <p:cTn id="134" dur="1822" tmFilter="0,0; 0.14,0.36; 0.43,0.73; 0.71,0.91; 1.0,1.0">
                                          <p:stCondLst>
                                            <p:cond delay="0"/>
                                          </p:stCondLst>
                                        </p:cTn>
                                        <p:tgtEl>
                                          <p:spTgt spid="3">
                                            <p:txEl>
                                              <p:pRg st="7" end="7"/>
                                            </p:txEl>
                                          </p:spTgt>
                                        </p:tgtEl>
                                        <p:attrNameLst>
                                          <p:attrName>ppt_x</p:attrName>
                                        </p:attrNameLst>
                                      </p:cBhvr>
                                      <p:tavLst>
                                        <p:tav tm="0">
                                          <p:val>
                                            <p:strVal val="#ppt_x-0.25"/>
                                          </p:val>
                                        </p:tav>
                                        <p:tav tm="100000">
                                          <p:val>
                                            <p:strVal val="#ppt_x"/>
                                          </p:val>
                                        </p:tav>
                                      </p:tavLst>
                                    </p:anim>
                                    <p:anim calcmode="lin" valueType="num">
                                      <p:cBhvr>
                                        <p:cTn id="135" dur="664" tmFilter="0.0,0.0; 0.25,0.07; 0.50,0.2; 0.75,0.467; 1.0,1.0">
                                          <p:stCondLst>
                                            <p:cond delay="0"/>
                                          </p:stCondLst>
                                        </p:cTn>
                                        <p:tgtEl>
                                          <p:spTgt spid="3">
                                            <p:txEl>
                                              <p:pRg st="7" end="7"/>
                                            </p:txEl>
                                          </p:spTgt>
                                        </p:tgtEl>
                                        <p:attrNameLst>
                                          <p:attrName>ppt_y</p:attrName>
                                        </p:attrNameLst>
                                      </p:cBhvr>
                                      <p:tavLst>
                                        <p:tav tm="0" fmla="#ppt_y-sin(pi*$)/3">
                                          <p:val>
                                            <p:fltVal val="0.5"/>
                                          </p:val>
                                        </p:tav>
                                        <p:tav tm="100000">
                                          <p:val>
                                            <p:fltVal val="1"/>
                                          </p:val>
                                        </p:tav>
                                      </p:tavLst>
                                    </p:anim>
                                    <p:anim calcmode="lin" valueType="num">
                                      <p:cBhvr>
                                        <p:cTn id="136" dur="664" tmFilter="0, 0; 0.125,0.2665; 0.25,0.4; 0.375,0.465; 0.5,0.5;  0.625,0.535; 0.75,0.6; 0.875,0.7335; 1,1">
                                          <p:stCondLst>
                                            <p:cond delay="664"/>
                                          </p:stCondLst>
                                        </p:cTn>
                                        <p:tgtEl>
                                          <p:spTgt spid="3">
                                            <p:txEl>
                                              <p:pRg st="7" end="7"/>
                                            </p:txEl>
                                          </p:spTgt>
                                        </p:tgtEl>
                                        <p:attrNameLst>
                                          <p:attrName>ppt_y</p:attrName>
                                        </p:attrNameLst>
                                      </p:cBhvr>
                                      <p:tavLst>
                                        <p:tav tm="0" fmla="#ppt_y-sin(pi*$)/9">
                                          <p:val>
                                            <p:fltVal val="0"/>
                                          </p:val>
                                        </p:tav>
                                        <p:tav tm="100000">
                                          <p:val>
                                            <p:fltVal val="1"/>
                                          </p:val>
                                        </p:tav>
                                      </p:tavLst>
                                    </p:anim>
                                    <p:anim calcmode="lin" valueType="num">
                                      <p:cBhvr>
                                        <p:cTn id="137" dur="332" tmFilter="0, 0; 0.125,0.2665; 0.25,0.4; 0.375,0.465; 0.5,0.5;  0.625,0.535; 0.75,0.6; 0.875,0.7335; 1,1">
                                          <p:stCondLst>
                                            <p:cond delay="1324"/>
                                          </p:stCondLst>
                                        </p:cTn>
                                        <p:tgtEl>
                                          <p:spTgt spid="3">
                                            <p:txEl>
                                              <p:pRg st="7" end="7"/>
                                            </p:txEl>
                                          </p:spTgt>
                                        </p:tgtEl>
                                        <p:attrNameLst>
                                          <p:attrName>ppt_y</p:attrName>
                                        </p:attrNameLst>
                                      </p:cBhvr>
                                      <p:tavLst>
                                        <p:tav tm="0" fmla="#ppt_y-sin(pi*$)/27">
                                          <p:val>
                                            <p:fltVal val="0"/>
                                          </p:val>
                                        </p:tav>
                                        <p:tav tm="100000">
                                          <p:val>
                                            <p:fltVal val="1"/>
                                          </p:val>
                                        </p:tav>
                                      </p:tavLst>
                                    </p:anim>
                                    <p:anim calcmode="lin" valueType="num">
                                      <p:cBhvr>
                                        <p:cTn id="138" dur="164" tmFilter="0, 0; 0.125,0.2665; 0.25,0.4; 0.375,0.465; 0.5,0.5;  0.625,0.535; 0.75,0.6; 0.875,0.7335; 1,1">
                                          <p:stCondLst>
                                            <p:cond delay="1656"/>
                                          </p:stCondLst>
                                        </p:cTn>
                                        <p:tgtEl>
                                          <p:spTgt spid="3">
                                            <p:txEl>
                                              <p:pRg st="7" end="7"/>
                                            </p:txEl>
                                          </p:spTgt>
                                        </p:tgtEl>
                                        <p:attrNameLst>
                                          <p:attrName>ppt_y</p:attrName>
                                        </p:attrNameLst>
                                      </p:cBhvr>
                                      <p:tavLst>
                                        <p:tav tm="0" fmla="#ppt_y-sin(pi*$)/81">
                                          <p:val>
                                            <p:fltVal val="0"/>
                                          </p:val>
                                        </p:tav>
                                        <p:tav tm="100000">
                                          <p:val>
                                            <p:fltVal val="1"/>
                                          </p:val>
                                        </p:tav>
                                      </p:tavLst>
                                    </p:anim>
                                    <p:animScale>
                                      <p:cBhvr>
                                        <p:cTn id="139" dur="26">
                                          <p:stCondLst>
                                            <p:cond delay="650"/>
                                          </p:stCondLst>
                                        </p:cTn>
                                        <p:tgtEl>
                                          <p:spTgt spid="3">
                                            <p:txEl>
                                              <p:pRg st="7" end="7"/>
                                            </p:txEl>
                                          </p:spTgt>
                                        </p:tgtEl>
                                      </p:cBhvr>
                                      <p:to x="100000" y="60000"/>
                                    </p:animScale>
                                    <p:animScale>
                                      <p:cBhvr>
                                        <p:cTn id="140" dur="166" decel="50000">
                                          <p:stCondLst>
                                            <p:cond delay="676"/>
                                          </p:stCondLst>
                                        </p:cTn>
                                        <p:tgtEl>
                                          <p:spTgt spid="3">
                                            <p:txEl>
                                              <p:pRg st="7" end="7"/>
                                            </p:txEl>
                                          </p:spTgt>
                                        </p:tgtEl>
                                      </p:cBhvr>
                                      <p:to x="100000" y="100000"/>
                                    </p:animScale>
                                    <p:animScale>
                                      <p:cBhvr>
                                        <p:cTn id="141" dur="26">
                                          <p:stCondLst>
                                            <p:cond delay="1312"/>
                                          </p:stCondLst>
                                        </p:cTn>
                                        <p:tgtEl>
                                          <p:spTgt spid="3">
                                            <p:txEl>
                                              <p:pRg st="7" end="7"/>
                                            </p:txEl>
                                          </p:spTgt>
                                        </p:tgtEl>
                                      </p:cBhvr>
                                      <p:to x="100000" y="80000"/>
                                    </p:animScale>
                                    <p:animScale>
                                      <p:cBhvr>
                                        <p:cTn id="142" dur="166" decel="50000">
                                          <p:stCondLst>
                                            <p:cond delay="1338"/>
                                          </p:stCondLst>
                                        </p:cTn>
                                        <p:tgtEl>
                                          <p:spTgt spid="3">
                                            <p:txEl>
                                              <p:pRg st="7" end="7"/>
                                            </p:txEl>
                                          </p:spTgt>
                                        </p:tgtEl>
                                      </p:cBhvr>
                                      <p:to x="100000" y="100000"/>
                                    </p:animScale>
                                    <p:animScale>
                                      <p:cBhvr>
                                        <p:cTn id="143" dur="26">
                                          <p:stCondLst>
                                            <p:cond delay="1642"/>
                                          </p:stCondLst>
                                        </p:cTn>
                                        <p:tgtEl>
                                          <p:spTgt spid="3">
                                            <p:txEl>
                                              <p:pRg st="7" end="7"/>
                                            </p:txEl>
                                          </p:spTgt>
                                        </p:tgtEl>
                                      </p:cBhvr>
                                      <p:to x="100000" y="90000"/>
                                    </p:animScale>
                                    <p:animScale>
                                      <p:cBhvr>
                                        <p:cTn id="144" dur="166" decel="50000">
                                          <p:stCondLst>
                                            <p:cond delay="1668"/>
                                          </p:stCondLst>
                                        </p:cTn>
                                        <p:tgtEl>
                                          <p:spTgt spid="3">
                                            <p:txEl>
                                              <p:pRg st="7" end="7"/>
                                            </p:txEl>
                                          </p:spTgt>
                                        </p:tgtEl>
                                      </p:cBhvr>
                                      <p:to x="100000" y="100000"/>
                                    </p:animScale>
                                    <p:animScale>
                                      <p:cBhvr>
                                        <p:cTn id="145" dur="26">
                                          <p:stCondLst>
                                            <p:cond delay="1808"/>
                                          </p:stCondLst>
                                        </p:cTn>
                                        <p:tgtEl>
                                          <p:spTgt spid="3">
                                            <p:txEl>
                                              <p:pRg st="7" end="7"/>
                                            </p:txEl>
                                          </p:spTgt>
                                        </p:tgtEl>
                                      </p:cBhvr>
                                      <p:to x="100000" y="95000"/>
                                    </p:animScale>
                                    <p:animScale>
                                      <p:cBhvr>
                                        <p:cTn id="146" dur="166" decel="50000">
                                          <p:stCondLst>
                                            <p:cond delay="1834"/>
                                          </p:stCondLst>
                                        </p:cTn>
                                        <p:tgtEl>
                                          <p:spTgt spid="3">
                                            <p:txEl>
                                              <p:pRg st="7" end="7"/>
                                            </p:txEl>
                                          </p:spTgt>
                                        </p:tgtEl>
                                      </p:cBhvr>
                                      <p:to x="100000" y="100000"/>
                                    </p:animScale>
                                  </p:childTnLst>
                                </p:cTn>
                              </p:par>
                            </p:childTnLst>
                          </p:cTn>
                        </p:par>
                      </p:childTnLst>
                    </p:cTn>
                  </p:par>
                  <p:par>
                    <p:cTn id="147" fill="hold">
                      <p:stCondLst>
                        <p:cond delay="indefinite"/>
                      </p:stCondLst>
                      <p:childTnLst>
                        <p:par>
                          <p:cTn id="148" fill="hold">
                            <p:stCondLst>
                              <p:cond delay="0"/>
                            </p:stCondLst>
                            <p:childTnLst>
                              <p:par>
                                <p:cTn id="149" presetID="26" presetClass="entr" presetSubtype="0" fill="hold" grpId="0" nodeType="clickEffect">
                                  <p:stCondLst>
                                    <p:cond delay="0"/>
                                  </p:stCondLst>
                                  <p:childTnLst>
                                    <p:set>
                                      <p:cBhvr>
                                        <p:cTn id="150" dur="1" fill="hold">
                                          <p:stCondLst>
                                            <p:cond delay="0"/>
                                          </p:stCondLst>
                                        </p:cTn>
                                        <p:tgtEl>
                                          <p:spTgt spid="3">
                                            <p:txEl>
                                              <p:pRg st="8" end="8"/>
                                            </p:txEl>
                                          </p:spTgt>
                                        </p:tgtEl>
                                        <p:attrNameLst>
                                          <p:attrName>style.visibility</p:attrName>
                                        </p:attrNameLst>
                                      </p:cBhvr>
                                      <p:to>
                                        <p:strVal val="visible"/>
                                      </p:to>
                                    </p:set>
                                    <p:animEffect transition="in" filter="wipe(down)">
                                      <p:cBhvr>
                                        <p:cTn id="151" dur="580">
                                          <p:stCondLst>
                                            <p:cond delay="0"/>
                                          </p:stCondLst>
                                        </p:cTn>
                                        <p:tgtEl>
                                          <p:spTgt spid="3">
                                            <p:txEl>
                                              <p:pRg st="8" end="8"/>
                                            </p:txEl>
                                          </p:spTgt>
                                        </p:tgtEl>
                                      </p:cBhvr>
                                    </p:animEffect>
                                    <p:anim calcmode="lin" valueType="num">
                                      <p:cBhvr>
                                        <p:cTn id="152" dur="1822" tmFilter="0,0; 0.14,0.36; 0.43,0.73; 0.71,0.91; 1.0,1.0">
                                          <p:stCondLst>
                                            <p:cond delay="0"/>
                                          </p:stCondLst>
                                        </p:cTn>
                                        <p:tgtEl>
                                          <p:spTgt spid="3">
                                            <p:txEl>
                                              <p:pRg st="8" end="8"/>
                                            </p:txEl>
                                          </p:spTgt>
                                        </p:tgtEl>
                                        <p:attrNameLst>
                                          <p:attrName>ppt_x</p:attrName>
                                        </p:attrNameLst>
                                      </p:cBhvr>
                                      <p:tavLst>
                                        <p:tav tm="0">
                                          <p:val>
                                            <p:strVal val="#ppt_x-0.25"/>
                                          </p:val>
                                        </p:tav>
                                        <p:tav tm="100000">
                                          <p:val>
                                            <p:strVal val="#ppt_x"/>
                                          </p:val>
                                        </p:tav>
                                      </p:tavLst>
                                    </p:anim>
                                    <p:anim calcmode="lin" valueType="num">
                                      <p:cBhvr>
                                        <p:cTn id="153" dur="664" tmFilter="0.0,0.0; 0.25,0.07; 0.50,0.2; 0.75,0.467; 1.0,1.0">
                                          <p:stCondLst>
                                            <p:cond delay="0"/>
                                          </p:stCondLst>
                                        </p:cTn>
                                        <p:tgtEl>
                                          <p:spTgt spid="3">
                                            <p:txEl>
                                              <p:pRg st="8" end="8"/>
                                            </p:txEl>
                                          </p:spTgt>
                                        </p:tgtEl>
                                        <p:attrNameLst>
                                          <p:attrName>ppt_y</p:attrName>
                                        </p:attrNameLst>
                                      </p:cBhvr>
                                      <p:tavLst>
                                        <p:tav tm="0" fmla="#ppt_y-sin(pi*$)/3">
                                          <p:val>
                                            <p:fltVal val="0.5"/>
                                          </p:val>
                                        </p:tav>
                                        <p:tav tm="100000">
                                          <p:val>
                                            <p:fltVal val="1"/>
                                          </p:val>
                                        </p:tav>
                                      </p:tavLst>
                                    </p:anim>
                                    <p:anim calcmode="lin" valueType="num">
                                      <p:cBhvr>
                                        <p:cTn id="154" dur="664" tmFilter="0, 0; 0.125,0.2665; 0.25,0.4; 0.375,0.465; 0.5,0.5;  0.625,0.535; 0.75,0.6; 0.875,0.7335; 1,1">
                                          <p:stCondLst>
                                            <p:cond delay="664"/>
                                          </p:stCondLst>
                                        </p:cTn>
                                        <p:tgtEl>
                                          <p:spTgt spid="3">
                                            <p:txEl>
                                              <p:pRg st="8" end="8"/>
                                            </p:txEl>
                                          </p:spTgt>
                                        </p:tgtEl>
                                        <p:attrNameLst>
                                          <p:attrName>ppt_y</p:attrName>
                                        </p:attrNameLst>
                                      </p:cBhvr>
                                      <p:tavLst>
                                        <p:tav tm="0" fmla="#ppt_y-sin(pi*$)/9">
                                          <p:val>
                                            <p:fltVal val="0"/>
                                          </p:val>
                                        </p:tav>
                                        <p:tav tm="100000">
                                          <p:val>
                                            <p:fltVal val="1"/>
                                          </p:val>
                                        </p:tav>
                                      </p:tavLst>
                                    </p:anim>
                                    <p:anim calcmode="lin" valueType="num">
                                      <p:cBhvr>
                                        <p:cTn id="155" dur="332" tmFilter="0, 0; 0.125,0.2665; 0.25,0.4; 0.375,0.465; 0.5,0.5;  0.625,0.535; 0.75,0.6; 0.875,0.7335; 1,1">
                                          <p:stCondLst>
                                            <p:cond delay="1324"/>
                                          </p:stCondLst>
                                        </p:cTn>
                                        <p:tgtEl>
                                          <p:spTgt spid="3">
                                            <p:txEl>
                                              <p:pRg st="8" end="8"/>
                                            </p:txEl>
                                          </p:spTgt>
                                        </p:tgtEl>
                                        <p:attrNameLst>
                                          <p:attrName>ppt_y</p:attrName>
                                        </p:attrNameLst>
                                      </p:cBhvr>
                                      <p:tavLst>
                                        <p:tav tm="0" fmla="#ppt_y-sin(pi*$)/27">
                                          <p:val>
                                            <p:fltVal val="0"/>
                                          </p:val>
                                        </p:tav>
                                        <p:tav tm="100000">
                                          <p:val>
                                            <p:fltVal val="1"/>
                                          </p:val>
                                        </p:tav>
                                      </p:tavLst>
                                    </p:anim>
                                    <p:anim calcmode="lin" valueType="num">
                                      <p:cBhvr>
                                        <p:cTn id="156" dur="164" tmFilter="0, 0; 0.125,0.2665; 0.25,0.4; 0.375,0.465; 0.5,0.5;  0.625,0.535; 0.75,0.6; 0.875,0.7335; 1,1">
                                          <p:stCondLst>
                                            <p:cond delay="1656"/>
                                          </p:stCondLst>
                                        </p:cTn>
                                        <p:tgtEl>
                                          <p:spTgt spid="3">
                                            <p:txEl>
                                              <p:pRg st="8" end="8"/>
                                            </p:txEl>
                                          </p:spTgt>
                                        </p:tgtEl>
                                        <p:attrNameLst>
                                          <p:attrName>ppt_y</p:attrName>
                                        </p:attrNameLst>
                                      </p:cBhvr>
                                      <p:tavLst>
                                        <p:tav tm="0" fmla="#ppt_y-sin(pi*$)/81">
                                          <p:val>
                                            <p:fltVal val="0"/>
                                          </p:val>
                                        </p:tav>
                                        <p:tav tm="100000">
                                          <p:val>
                                            <p:fltVal val="1"/>
                                          </p:val>
                                        </p:tav>
                                      </p:tavLst>
                                    </p:anim>
                                    <p:animScale>
                                      <p:cBhvr>
                                        <p:cTn id="157" dur="26">
                                          <p:stCondLst>
                                            <p:cond delay="650"/>
                                          </p:stCondLst>
                                        </p:cTn>
                                        <p:tgtEl>
                                          <p:spTgt spid="3">
                                            <p:txEl>
                                              <p:pRg st="8" end="8"/>
                                            </p:txEl>
                                          </p:spTgt>
                                        </p:tgtEl>
                                      </p:cBhvr>
                                      <p:to x="100000" y="60000"/>
                                    </p:animScale>
                                    <p:animScale>
                                      <p:cBhvr>
                                        <p:cTn id="158" dur="166" decel="50000">
                                          <p:stCondLst>
                                            <p:cond delay="676"/>
                                          </p:stCondLst>
                                        </p:cTn>
                                        <p:tgtEl>
                                          <p:spTgt spid="3">
                                            <p:txEl>
                                              <p:pRg st="8" end="8"/>
                                            </p:txEl>
                                          </p:spTgt>
                                        </p:tgtEl>
                                      </p:cBhvr>
                                      <p:to x="100000" y="100000"/>
                                    </p:animScale>
                                    <p:animScale>
                                      <p:cBhvr>
                                        <p:cTn id="159" dur="26">
                                          <p:stCondLst>
                                            <p:cond delay="1312"/>
                                          </p:stCondLst>
                                        </p:cTn>
                                        <p:tgtEl>
                                          <p:spTgt spid="3">
                                            <p:txEl>
                                              <p:pRg st="8" end="8"/>
                                            </p:txEl>
                                          </p:spTgt>
                                        </p:tgtEl>
                                      </p:cBhvr>
                                      <p:to x="100000" y="80000"/>
                                    </p:animScale>
                                    <p:animScale>
                                      <p:cBhvr>
                                        <p:cTn id="160" dur="166" decel="50000">
                                          <p:stCondLst>
                                            <p:cond delay="1338"/>
                                          </p:stCondLst>
                                        </p:cTn>
                                        <p:tgtEl>
                                          <p:spTgt spid="3">
                                            <p:txEl>
                                              <p:pRg st="8" end="8"/>
                                            </p:txEl>
                                          </p:spTgt>
                                        </p:tgtEl>
                                      </p:cBhvr>
                                      <p:to x="100000" y="100000"/>
                                    </p:animScale>
                                    <p:animScale>
                                      <p:cBhvr>
                                        <p:cTn id="161" dur="26">
                                          <p:stCondLst>
                                            <p:cond delay="1642"/>
                                          </p:stCondLst>
                                        </p:cTn>
                                        <p:tgtEl>
                                          <p:spTgt spid="3">
                                            <p:txEl>
                                              <p:pRg st="8" end="8"/>
                                            </p:txEl>
                                          </p:spTgt>
                                        </p:tgtEl>
                                      </p:cBhvr>
                                      <p:to x="100000" y="90000"/>
                                    </p:animScale>
                                    <p:animScale>
                                      <p:cBhvr>
                                        <p:cTn id="162" dur="166" decel="50000">
                                          <p:stCondLst>
                                            <p:cond delay="1668"/>
                                          </p:stCondLst>
                                        </p:cTn>
                                        <p:tgtEl>
                                          <p:spTgt spid="3">
                                            <p:txEl>
                                              <p:pRg st="8" end="8"/>
                                            </p:txEl>
                                          </p:spTgt>
                                        </p:tgtEl>
                                      </p:cBhvr>
                                      <p:to x="100000" y="100000"/>
                                    </p:animScale>
                                    <p:animScale>
                                      <p:cBhvr>
                                        <p:cTn id="163" dur="26">
                                          <p:stCondLst>
                                            <p:cond delay="1808"/>
                                          </p:stCondLst>
                                        </p:cTn>
                                        <p:tgtEl>
                                          <p:spTgt spid="3">
                                            <p:txEl>
                                              <p:pRg st="8" end="8"/>
                                            </p:txEl>
                                          </p:spTgt>
                                        </p:tgtEl>
                                      </p:cBhvr>
                                      <p:to x="100000" y="95000"/>
                                    </p:animScale>
                                    <p:animScale>
                                      <p:cBhvr>
                                        <p:cTn id="164" dur="166" decel="50000">
                                          <p:stCondLst>
                                            <p:cond delay="1834"/>
                                          </p:stCondLst>
                                        </p:cTn>
                                        <p:tgtEl>
                                          <p:spTgt spid="3">
                                            <p:txEl>
                                              <p:pRg st="8" end="8"/>
                                            </p:txEl>
                                          </p:spTgt>
                                        </p:tgtEl>
                                      </p:cBhvr>
                                      <p:to x="100000" y="100000"/>
                                    </p:animScale>
                                  </p:childTnLst>
                                </p:cTn>
                              </p:par>
                            </p:childTnLst>
                          </p:cTn>
                        </p:par>
                      </p:childTnLst>
                    </p:cTn>
                  </p:par>
                  <p:par>
                    <p:cTn id="165" fill="hold">
                      <p:stCondLst>
                        <p:cond delay="indefinite"/>
                      </p:stCondLst>
                      <p:childTnLst>
                        <p:par>
                          <p:cTn id="166" fill="hold">
                            <p:stCondLst>
                              <p:cond delay="0"/>
                            </p:stCondLst>
                            <p:childTnLst>
                              <p:par>
                                <p:cTn id="167" presetID="26" presetClass="entr" presetSubtype="0" fill="hold" grpId="0" nodeType="clickEffect">
                                  <p:stCondLst>
                                    <p:cond delay="0"/>
                                  </p:stCondLst>
                                  <p:childTnLst>
                                    <p:set>
                                      <p:cBhvr>
                                        <p:cTn id="168" dur="1" fill="hold">
                                          <p:stCondLst>
                                            <p:cond delay="0"/>
                                          </p:stCondLst>
                                        </p:cTn>
                                        <p:tgtEl>
                                          <p:spTgt spid="3">
                                            <p:txEl>
                                              <p:pRg st="9" end="9"/>
                                            </p:txEl>
                                          </p:spTgt>
                                        </p:tgtEl>
                                        <p:attrNameLst>
                                          <p:attrName>style.visibility</p:attrName>
                                        </p:attrNameLst>
                                      </p:cBhvr>
                                      <p:to>
                                        <p:strVal val="visible"/>
                                      </p:to>
                                    </p:set>
                                    <p:animEffect transition="in" filter="wipe(down)">
                                      <p:cBhvr>
                                        <p:cTn id="169" dur="580">
                                          <p:stCondLst>
                                            <p:cond delay="0"/>
                                          </p:stCondLst>
                                        </p:cTn>
                                        <p:tgtEl>
                                          <p:spTgt spid="3">
                                            <p:txEl>
                                              <p:pRg st="9" end="9"/>
                                            </p:txEl>
                                          </p:spTgt>
                                        </p:tgtEl>
                                      </p:cBhvr>
                                    </p:animEffect>
                                    <p:anim calcmode="lin" valueType="num">
                                      <p:cBhvr>
                                        <p:cTn id="170" dur="1822" tmFilter="0,0; 0.14,0.36; 0.43,0.73; 0.71,0.91; 1.0,1.0">
                                          <p:stCondLst>
                                            <p:cond delay="0"/>
                                          </p:stCondLst>
                                        </p:cTn>
                                        <p:tgtEl>
                                          <p:spTgt spid="3">
                                            <p:txEl>
                                              <p:pRg st="9" end="9"/>
                                            </p:txEl>
                                          </p:spTgt>
                                        </p:tgtEl>
                                        <p:attrNameLst>
                                          <p:attrName>ppt_x</p:attrName>
                                        </p:attrNameLst>
                                      </p:cBhvr>
                                      <p:tavLst>
                                        <p:tav tm="0">
                                          <p:val>
                                            <p:strVal val="#ppt_x-0.25"/>
                                          </p:val>
                                        </p:tav>
                                        <p:tav tm="100000">
                                          <p:val>
                                            <p:strVal val="#ppt_x"/>
                                          </p:val>
                                        </p:tav>
                                      </p:tavLst>
                                    </p:anim>
                                    <p:anim calcmode="lin" valueType="num">
                                      <p:cBhvr>
                                        <p:cTn id="171" dur="664" tmFilter="0.0,0.0; 0.25,0.07; 0.50,0.2; 0.75,0.467; 1.0,1.0">
                                          <p:stCondLst>
                                            <p:cond delay="0"/>
                                          </p:stCondLst>
                                        </p:cTn>
                                        <p:tgtEl>
                                          <p:spTgt spid="3">
                                            <p:txEl>
                                              <p:pRg st="9" end="9"/>
                                            </p:txEl>
                                          </p:spTgt>
                                        </p:tgtEl>
                                        <p:attrNameLst>
                                          <p:attrName>ppt_y</p:attrName>
                                        </p:attrNameLst>
                                      </p:cBhvr>
                                      <p:tavLst>
                                        <p:tav tm="0" fmla="#ppt_y-sin(pi*$)/3">
                                          <p:val>
                                            <p:fltVal val="0.5"/>
                                          </p:val>
                                        </p:tav>
                                        <p:tav tm="100000">
                                          <p:val>
                                            <p:fltVal val="1"/>
                                          </p:val>
                                        </p:tav>
                                      </p:tavLst>
                                    </p:anim>
                                    <p:anim calcmode="lin" valueType="num">
                                      <p:cBhvr>
                                        <p:cTn id="172" dur="664" tmFilter="0, 0; 0.125,0.2665; 0.25,0.4; 0.375,0.465; 0.5,0.5;  0.625,0.535; 0.75,0.6; 0.875,0.7335; 1,1">
                                          <p:stCondLst>
                                            <p:cond delay="664"/>
                                          </p:stCondLst>
                                        </p:cTn>
                                        <p:tgtEl>
                                          <p:spTgt spid="3">
                                            <p:txEl>
                                              <p:pRg st="9" end="9"/>
                                            </p:txEl>
                                          </p:spTgt>
                                        </p:tgtEl>
                                        <p:attrNameLst>
                                          <p:attrName>ppt_y</p:attrName>
                                        </p:attrNameLst>
                                      </p:cBhvr>
                                      <p:tavLst>
                                        <p:tav tm="0" fmla="#ppt_y-sin(pi*$)/9">
                                          <p:val>
                                            <p:fltVal val="0"/>
                                          </p:val>
                                        </p:tav>
                                        <p:tav tm="100000">
                                          <p:val>
                                            <p:fltVal val="1"/>
                                          </p:val>
                                        </p:tav>
                                      </p:tavLst>
                                    </p:anim>
                                    <p:anim calcmode="lin" valueType="num">
                                      <p:cBhvr>
                                        <p:cTn id="173" dur="332" tmFilter="0, 0; 0.125,0.2665; 0.25,0.4; 0.375,0.465; 0.5,0.5;  0.625,0.535; 0.75,0.6; 0.875,0.7335; 1,1">
                                          <p:stCondLst>
                                            <p:cond delay="1324"/>
                                          </p:stCondLst>
                                        </p:cTn>
                                        <p:tgtEl>
                                          <p:spTgt spid="3">
                                            <p:txEl>
                                              <p:pRg st="9" end="9"/>
                                            </p:txEl>
                                          </p:spTgt>
                                        </p:tgtEl>
                                        <p:attrNameLst>
                                          <p:attrName>ppt_y</p:attrName>
                                        </p:attrNameLst>
                                      </p:cBhvr>
                                      <p:tavLst>
                                        <p:tav tm="0" fmla="#ppt_y-sin(pi*$)/27">
                                          <p:val>
                                            <p:fltVal val="0"/>
                                          </p:val>
                                        </p:tav>
                                        <p:tav tm="100000">
                                          <p:val>
                                            <p:fltVal val="1"/>
                                          </p:val>
                                        </p:tav>
                                      </p:tavLst>
                                    </p:anim>
                                    <p:anim calcmode="lin" valueType="num">
                                      <p:cBhvr>
                                        <p:cTn id="174" dur="164" tmFilter="0, 0; 0.125,0.2665; 0.25,0.4; 0.375,0.465; 0.5,0.5;  0.625,0.535; 0.75,0.6; 0.875,0.7335; 1,1">
                                          <p:stCondLst>
                                            <p:cond delay="1656"/>
                                          </p:stCondLst>
                                        </p:cTn>
                                        <p:tgtEl>
                                          <p:spTgt spid="3">
                                            <p:txEl>
                                              <p:pRg st="9" end="9"/>
                                            </p:txEl>
                                          </p:spTgt>
                                        </p:tgtEl>
                                        <p:attrNameLst>
                                          <p:attrName>ppt_y</p:attrName>
                                        </p:attrNameLst>
                                      </p:cBhvr>
                                      <p:tavLst>
                                        <p:tav tm="0" fmla="#ppt_y-sin(pi*$)/81">
                                          <p:val>
                                            <p:fltVal val="0"/>
                                          </p:val>
                                        </p:tav>
                                        <p:tav tm="100000">
                                          <p:val>
                                            <p:fltVal val="1"/>
                                          </p:val>
                                        </p:tav>
                                      </p:tavLst>
                                    </p:anim>
                                    <p:animScale>
                                      <p:cBhvr>
                                        <p:cTn id="175" dur="26">
                                          <p:stCondLst>
                                            <p:cond delay="650"/>
                                          </p:stCondLst>
                                        </p:cTn>
                                        <p:tgtEl>
                                          <p:spTgt spid="3">
                                            <p:txEl>
                                              <p:pRg st="9" end="9"/>
                                            </p:txEl>
                                          </p:spTgt>
                                        </p:tgtEl>
                                      </p:cBhvr>
                                      <p:to x="100000" y="60000"/>
                                    </p:animScale>
                                    <p:animScale>
                                      <p:cBhvr>
                                        <p:cTn id="176" dur="166" decel="50000">
                                          <p:stCondLst>
                                            <p:cond delay="676"/>
                                          </p:stCondLst>
                                        </p:cTn>
                                        <p:tgtEl>
                                          <p:spTgt spid="3">
                                            <p:txEl>
                                              <p:pRg st="9" end="9"/>
                                            </p:txEl>
                                          </p:spTgt>
                                        </p:tgtEl>
                                      </p:cBhvr>
                                      <p:to x="100000" y="100000"/>
                                    </p:animScale>
                                    <p:animScale>
                                      <p:cBhvr>
                                        <p:cTn id="177" dur="26">
                                          <p:stCondLst>
                                            <p:cond delay="1312"/>
                                          </p:stCondLst>
                                        </p:cTn>
                                        <p:tgtEl>
                                          <p:spTgt spid="3">
                                            <p:txEl>
                                              <p:pRg st="9" end="9"/>
                                            </p:txEl>
                                          </p:spTgt>
                                        </p:tgtEl>
                                      </p:cBhvr>
                                      <p:to x="100000" y="80000"/>
                                    </p:animScale>
                                    <p:animScale>
                                      <p:cBhvr>
                                        <p:cTn id="178" dur="166" decel="50000">
                                          <p:stCondLst>
                                            <p:cond delay="1338"/>
                                          </p:stCondLst>
                                        </p:cTn>
                                        <p:tgtEl>
                                          <p:spTgt spid="3">
                                            <p:txEl>
                                              <p:pRg st="9" end="9"/>
                                            </p:txEl>
                                          </p:spTgt>
                                        </p:tgtEl>
                                      </p:cBhvr>
                                      <p:to x="100000" y="100000"/>
                                    </p:animScale>
                                    <p:animScale>
                                      <p:cBhvr>
                                        <p:cTn id="179" dur="26">
                                          <p:stCondLst>
                                            <p:cond delay="1642"/>
                                          </p:stCondLst>
                                        </p:cTn>
                                        <p:tgtEl>
                                          <p:spTgt spid="3">
                                            <p:txEl>
                                              <p:pRg st="9" end="9"/>
                                            </p:txEl>
                                          </p:spTgt>
                                        </p:tgtEl>
                                      </p:cBhvr>
                                      <p:to x="100000" y="90000"/>
                                    </p:animScale>
                                    <p:animScale>
                                      <p:cBhvr>
                                        <p:cTn id="180" dur="166" decel="50000">
                                          <p:stCondLst>
                                            <p:cond delay="1668"/>
                                          </p:stCondLst>
                                        </p:cTn>
                                        <p:tgtEl>
                                          <p:spTgt spid="3">
                                            <p:txEl>
                                              <p:pRg st="9" end="9"/>
                                            </p:txEl>
                                          </p:spTgt>
                                        </p:tgtEl>
                                      </p:cBhvr>
                                      <p:to x="100000" y="100000"/>
                                    </p:animScale>
                                    <p:animScale>
                                      <p:cBhvr>
                                        <p:cTn id="181" dur="26">
                                          <p:stCondLst>
                                            <p:cond delay="1808"/>
                                          </p:stCondLst>
                                        </p:cTn>
                                        <p:tgtEl>
                                          <p:spTgt spid="3">
                                            <p:txEl>
                                              <p:pRg st="9" end="9"/>
                                            </p:txEl>
                                          </p:spTgt>
                                        </p:tgtEl>
                                      </p:cBhvr>
                                      <p:to x="100000" y="95000"/>
                                    </p:animScale>
                                    <p:animScale>
                                      <p:cBhvr>
                                        <p:cTn id="182" dur="166" decel="50000">
                                          <p:stCondLst>
                                            <p:cond delay="1834"/>
                                          </p:stCondLst>
                                        </p:cTn>
                                        <p:tgtEl>
                                          <p:spTgt spid="3">
                                            <p:txEl>
                                              <p:pRg st="9" end="9"/>
                                            </p:txEl>
                                          </p:spTgt>
                                        </p:tgtEl>
                                      </p:cBhvr>
                                      <p:to x="100000" y="100000"/>
                                    </p:animScale>
                                  </p:childTnLst>
                                </p:cTn>
                              </p:par>
                            </p:childTnLst>
                          </p:cTn>
                        </p:par>
                      </p:childTnLst>
                    </p:cTn>
                  </p:par>
                  <p:par>
                    <p:cTn id="183" fill="hold">
                      <p:stCondLst>
                        <p:cond delay="indefinite"/>
                      </p:stCondLst>
                      <p:childTnLst>
                        <p:par>
                          <p:cTn id="184" fill="hold">
                            <p:stCondLst>
                              <p:cond delay="0"/>
                            </p:stCondLst>
                            <p:childTnLst>
                              <p:par>
                                <p:cTn id="185" presetID="26" presetClass="entr" presetSubtype="0" fill="hold" grpId="0" nodeType="clickEffect">
                                  <p:stCondLst>
                                    <p:cond delay="0"/>
                                  </p:stCondLst>
                                  <p:childTnLst>
                                    <p:set>
                                      <p:cBhvr>
                                        <p:cTn id="186" dur="1" fill="hold">
                                          <p:stCondLst>
                                            <p:cond delay="0"/>
                                          </p:stCondLst>
                                        </p:cTn>
                                        <p:tgtEl>
                                          <p:spTgt spid="3">
                                            <p:txEl>
                                              <p:pRg st="10" end="10"/>
                                            </p:txEl>
                                          </p:spTgt>
                                        </p:tgtEl>
                                        <p:attrNameLst>
                                          <p:attrName>style.visibility</p:attrName>
                                        </p:attrNameLst>
                                      </p:cBhvr>
                                      <p:to>
                                        <p:strVal val="visible"/>
                                      </p:to>
                                    </p:set>
                                    <p:animEffect transition="in" filter="wipe(down)">
                                      <p:cBhvr>
                                        <p:cTn id="187" dur="580">
                                          <p:stCondLst>
                                            <p:cond delay="0"/>
                                          </p:stCondLst>
                                        </p:cTn>
                                        <p:tgtEl>
                                          <p:spTgt spid="3">
                                            <p:txEl>
                                              <p:pRg st="10" end="10"/>
                                            </p:txEl>
                                          </p:spTgt>
                                        </p:tgtEl>
                                      </p:cBhvr>
                                    </p:animEffect>
                                    <p:anim calcmode="lin" valueType="num">
                                      <p:cBhvr>
                                        <p:cTn id="188" dur="1822" tmFilter="0,0; 0.14,0.36; 0.43,0.73; 0.71,0.91; 1.0,1.0">
                                          <p:stCondLst>
                                            <p:cond delay="0"/>
                                          </p:stCondLst>
                                        </p:cTn>
                                        <p:tgtEl>
                                          <p:spTgt spid="3">
                                            <p:txEl>
                                              <p:pRg st="10" end="10"/>
                                            </p:txEl>
                                          </p:spTgt>
                                        </p:tgtEl>
                                        <p:attrNameLst>
                                          <p:attrName>ppt_x</p:attrName>
                                        </p:attrNameLst>
                                      </p:cBhvr>
                                      <p:tavLst>
                                        <p:tav tm="0">
                                          <p:val>
                                            <p:strVal val="#ppt_x-0.25"/>
                                          </p:val>
                                        </p:tav>
                                        <p:tav tm="100000">
                                          <p:val>
                                            <p:strVal val="#ppt_x"/>
                                          </p:val>
                                        </p:tav>
                                      </p:tavLst>
                                    </p:anim>
                                    <p:anim calcmode="lin" valueType="num">
                                      <p:cBhvr>
                                        <p:cTn id="189" dur="664" tmFilter="0.0,0.0; 0.25,0.07; 0.50,0.2; 0.75,0.467; 1.0,1.0">
                                          <p:stCondLst>
                                            <p:cond delay="0"/>
                                          </p:stCondLst>
                                        </p:cTn>
                                        <p:tgtEl>
                                          <p:spTgt spid="3">
                                            <p:txEl>
                                              <p:pRg st="10" end="10"/>
                                            </p:txEl>
                                          </p:spTgt>
                                        </p:tgtEl>
                                        <p:attrNameLst>
                                          <p:attrName>ppt_y</p:attrName>
                                        </p:attrNameLst>
                                      </p:cBhvr>
                                      <p:tavLst>
                                        <p:tav tm="0" fmla="#ppt_y-sin(pi*$)/3">
                                          <p:val>
                                            <p:fltVal val="0.5"/>
                                          </p:val>
                                        </p:tav>
                                        <p:tav tm="100000">
                                          <p:val>
                                            <p:fltVal val="1"/>
                                          </p:val>
                                        </p:tav>
                                      </p:tavLst>
                                    </p:anim>
                                    <p:anim calcmode="lin" valueType="num">
                                      <p:cBhvr>
                                        <p:cTn id="190" dur="664" tmFilter="0, 0; 0.125,0.2665; 0.25,0.4; 0.375,0.465; 0.5,0.5;  0.625,0.535; 0.75,0.6; 0.875,0.7335; 1,1">
                                          <p:stCondLst>
                                            <p:cond delay="664"/>
                                          </p:stCondLst>
                                        </p:cTn>
                                        <p:tgtEl>
                                          <p:spTgt spid="3">
                                            <p:txEl>
                                              <p:pRg st="10" end="10"/>
                                            </p:txEl>
                                          </p:spTgt>
                                        </p:tgtEl>
                                        <p:attrNameLst>
                                          <p:attrName>ppt_y</p:attrName>
                                        </p:attrNameLst>
                                      </p:cBhvr>
                                      <p:tavLst>
                                        <p:tav tm="0" fmla="#ppt_y-sin(pi*$)/9">
                                          <p:val>
                                            <p:fltVal val="0"/>
                                          </p:val>
                                        </p:tav>
                                        <p:tav tm="100000">
                                          <p:val>
                                            <p:fltVal val="1"/>
                                          </p:val>
                                        </p:tav>
                                      </p:tavLst>
                                    </p:anim>
                                    <p:anim calcmode="lin" valueType="num">
                                      <p:cBhvr>
                                        <p:cTn id="191" dur="332" tmFilter="0, 0; 0.125,0.2665; 0.25,0.4; 0.375,0.465; 0.5,0.5;  0.625,0.535; 0.75,0.6; 0.875,0.7335; 1,1">
                                          <p:stCondLst>
                                            <p:cond delay="1324"/>
                                          </p:stCondLst>
                                        </p:cTn>
                                        <p:tgtEl>
                                          <p:spTgt spid="3">
                                            <p:txEl>
                                              <p:pRg st="10" end="10"/>
                                            </p:txEl>
                                          </p:spTgt>
                                        </p:tgtEl>
                                        <p:attrNameLst>
                                          <p:attrName>ppt_y</p:attrName>
                                        </p:attrNameLst>
                                      </p:cBhvr>
                                      <p:tavLst>
                                        <p:tav tm="0" fmla="#ppt_y-sin(pi*$)/27">
                                          <p:val>
                                            <p:fltVal val="0"/>
                                          </p:val>
                                        </p:tav>
                                        <p:tav tm="100000">
                                          <p:val>
                                            <p:fltVal val="1"/>
                                          </p:val>
                                        </p:tav>
                                      </p:tavLst>
                                    </p:anim>
                                    <p:anim calcmode="lin" valueType="num">
                                      <p:cBhvr>
                                        <p:cTn id="192" dur="164" tmFilter="0, 0; 0.125,0.2665; 0.25,0.4; 0.375,0.465; 0.5,0.5;  0.625,0.535; 0.75,0.6; 0.875,0.7335; 1,1">
                                          <p:stCondLst>
                                            <p:cond delay="1656"/>
                                          </p:stCondLst>
                                        </p:cTn>
                                        <p:tgtEl>
                                          <p:spTgt spid="3">
                                            <p:txEl>
                                              <p:pRg st="10" end="10"/>
                                            </p:txEl>
                                          </p:spTgt>
                                        </p:tgtEl>
                                        <p:attrNameLst>
                                          <p:attrName>ppt_y</p:attrName>
                                        </p:attrNameLst>
                                      </p:cBhvr>
                                      <p:tavLst>
                                        <p:tav tm="0" fmla="#ppt_y-sin(pi*$)/81">
                                          <p:val>
                                            <p:fltVal val="0"/>
                                          </p:val>
                                        </p:tav>
                                        <p:tav tm="100000">
                                          <p:val>
                                            <p:fltVal val="1"/>
                                          </p:val>
                                        </p:tav>
                                      </p:tavLst>
                                    </p:anim>
                                    <p:animScale>
                                      <p:cBhvr>
                                        <p:cTn id="193" dur="26">
                                          <p:stCondLst>
                                            <p:cond delay="650"/>
                                          </p:stCondLst>
                                        </p:cTn>
                                        <p:tgtEl>
                                          <p:spTgt spid="3">
                                            <p:txEl>
                                              <p:pRg st="10" end="10"/>
                                            </p:txEl>
                                          </p:spTgt>
                                        </p:tgtEl>
                                      </p:cBhvr>
                                      <p:to x="100000" y="60000"/>
                                    </p:animScale>
                                    <p:animScale>
                                      <p:cBhvr>
                                        <p:cTn id="194" dur="166" decel="50000">
                                          <p:stCondLst>
                                            <p:cond delay="676"/>
                                          </p:stCondLst>
                                        </p:cTn>
                                        <p:tgtEl>
                                          <p:spTgt spid="3">
                                            <p:txEl>
                                              <p:pRg st="10" end="10"/>
                                            </p:txEl>
                                          </p:spTgt>
                                        </p:tgtEl>
                                      </p:cBhvr>
                                      <p:to x="100000" y="100000"/>
                                    </p:animScale>
                                    <p:animScale>
                                      <p:cBhvr>
                                        <p:cTn id="195" dur="26">
                                          <p:stCondLst>
                                            <p:cond delay="1312"/>
                                          </p:stCondLst>
                                        </p:cTn>
                                        <p:tgtEl>
                                          <p:spTgt spid="3">
                                            <p:txEl>
                                              <p:pRg st="10" end="10"/>
                                            </p:txEl>
                                          </p:spTgt>
                                        </p:tgtEl>
                                      </p:cBhvr>
                                      <p:to x="100000" y="80000"/>
                                    </p:animScale>
                                    <p:animScale>
                                      <p:cBhvr>
                                        <p:cTn id="196" dur="166" decel="50000">
                                          <p:stCondLst>
                                            <p:cond delay="1338"/>
                                          </p:stCondLst>
                                        </p:cTn>
                                        <p:tgtEl>
                                          <p:spTgt spid="3">
                                            <p:txEl>
                                              <p:pRg st="10" end="10"/>
                                            </p:txEl>
                                          </p:spTgt>
                                        </p:tgtEl>
                                      </p:cBhvr>
                                      <p:to x="100000" y="100000"/>
                                    </p:animScale>
                                    <p:animScale>
                                      <p:cBhvr>
                                        <p:cTn id="197" dur="26">
                                          <p:stCondLst>
                                            <p:cond delay="1642"/>
                                          </p:stCondLst>
                                        </p:cTn>
                                        <p:tgtEl>
                                          <p:spTgt spid="3">
                                            <p:txEl>
                                              <p:pRg st="10" end="10"/>
                                            </p:txEl>
                                          </p:spTgt>
                                        </p:tgtEl>
                                      </p:cBhvr>
                                      <p:to x="100000" y="90000"/>
                                    </p:animScale>
                                    <p:animScale>
                                      <p:cBhvr>
                                        <p:cTn id="198" dur="166" decel="50000">
                                          <p:stCondLst>
                                            <p:cond delay="1668"/>
                                          </p:stCondLst>
                                        </p:cTn>
                                        <p:tgtEl>
                                          <p:spTgt spid="3">
                                            <p:txEl>
                                              <p:pRg st="10" end="10"/>
                                            </p:txEl>
                                          </p:spTgt>
                                        </p:tgtEl>
                                      </p:cBhvr>
                                      <p:to x="100000" y="100000"/>
                                    </p:animScale>
                                    <p:animScale>
                                      <p:cBhvr>
                                        <p:cTn id="199" dur="26">
                                          <p:stCondLst>
                                            <p:cond delay="1808"/>
                                          </p:stCondLst>
                                        </p:cTn>
                                        <p:tgtEl>
                                          <p:spTgt spid="3">
                                            <p:txEl>
                                              <p:pRg st="10" end="10"/>
                                            </p:txEl>
                                          </p:spTgt>
                                        </p:tgtEl>
                                      </p:cBhvr>
                                      <p:to x="100000" y="95000"/>
                                    </p:animScale>
                                    <p:animScale>
                                      <p:cBhvr>
                                        <p:cTn id="200" dur="166" decel="50000">
                                          <p:stCondLst>
                                            <p:cond delay="1834"/>
                                          </p:stCondLst>
                                        </p:cTn>
                                        <p:tgtEl>
                                          <p:spTgt spid="3">
                                            <p:txEl>
                                              <p:pRg st="10" end="10"/>
                                            </p:txEl>
                                          </p:spTgt>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66700"/>
            <a:ext cx="8596668" cy="1320800"/>
          </a:xfrm>
        </p:spPr>
        <p:txBody>
          <a:bodyPr/>
          <a:lstStyle/>
          <a:p>
            <a:pPr algn="ctr"/>
            <a:r>
              <a:rPr lang="en-US" b="1" dirty="0" smtClean="0">
                <a:solidFill>
                  <a:schemeClr val="tx1"/>
                </a:solidFill>
                <a:effectLst>
                  <a:outerShdw blurRad="38100" dist="38100" dir="2700000" algn="tl">
                    <a:srgbClr val="000000">
                      <a:alpha val="43137"/>
                    </a:srgbClr>
                  </a:outerShdw>
                </a:effectLst>
              </a:rPr>
              <a:t>India Independence Act 1947</a:t>
            </a:r>
            <a:endParaRPr lang="en-US" b="1" dirty="0">
              <a:solidFill>
                <a:schemeClr val="tx1"/>
              </a:solidFill>
              <a:effectLst>
                <a:outerShdw blurRad="38100" dist="38100" dir="2700000" algn="tl">
                  <a:srgbClr val="000000">
                    <a:alpha val="43137"/>
                  </a:srgbClr>
                </a:outerShdw>
              </a:effectLst>
            </a:endParaRPr>
          </a:p>
        </p:txBody>
      </p:sp>
      <p:sp>
        <p:nvSpPr>
          <p:cNvPr id="3" name="Content Placeholder 2"/>
          <p:cNvSpPr>
            <a:spLocks noGrp="1"/>
          </p:cNvSpPr>
          <p:nvPr>
            <p:ph idx="1"/>
          </p:nvPr>
        </p:nvSpPr>
        <p:spPr>
          <a:xfrm>
            <a:off x="533400" y="1371601"/>
            <a:ext cx="8740602" cy="4669762"/>
          </a:xfrm>
        </p:spPr>
        <p:txBody>
          <a:bodyPr>
            <a:normAutofit/>
          </a:bodyPr>
          <a:lstStyle/>
          <a:p>
            <a:r>
              <a:rPr lang="en-US" sz="2000" dirty="0" smtClean="0"/>
              <a:t>Both given full powers to makes laws</a:t>
            </a:r>
          </a:p>
          <a:p>
            <a:r>
              <a:rPr lang="en-US" sz="2000" dirty="0" smtClean="0"/>
              <a:t>Britain was to have no control over the affairs after 15 August, 1947</a:t>
            </a:r>
          </a:p>
          <a:p>
            <a:r>
              <a:rPr lang="en-US" sz="2000" dirty="0" smtClean="0"/>
              <a:t>Until constitution is not framed, India Act 1935 would be interim constitution; adopted with modification</a:t>
            </a:r>
          </a:p>
          <a:p>
            <a:r>
              <a:rPr lang="en-US" sz="2000" dirty="0"/>
              <a:t> </a:t>
            </a:r>
            <a:r>
              <a:rPr lang="en-US" sz="2000" dirty="0" smtClean="0"/>
              <a:t>Till 31 March 1948, G.G could amend, after it, C.A would amend 1935 Act.</a:t>
            </a:r>
          </a:p>
          <a:p>
            <a:r>
              <a:rPr lang="en-US" sz="2000" dirty="0"/>
              <a:t> </a:t>
            </a:r>
            <a:r>
              <a:rPr lang="en-US" sz="2000" dirty="0" smtClean="0"/>
              <a:t>G.G in the name of his Majesty will assent laws</a:t>
            </a:r>
          </a:p>
          <a:p>
            <a:r>
              <a:rPr lang="en-US" sz="2000" dirty="0"/>
              <a:t> </a:t>
            </a:r>
            <a:r>
              <a:rPr lang="en-US" sz="2000" dirty="0" smtClean="0"/>
              <a:t>The office of Secretary of State for India was to abolished</a:t>
            </a:r>
          </a:p>
          <a:p>
            <a:r>
              <a:rPr lang="en-US" sz="2000" dirty="0"/>
              <a:t> </a:t>
            </a:r>
            <a:r>
              <a:rPr lang="en-US" sz="2000" dirty="0" smtClean="0"/>
              <a:t>The Title of Emperor of India was replaced with King of England</a:t>
            </a:r>
          </a:p>
          <a:p>
            <a:r>
              <a:rPr lang="en-US" sz="2000" dirty="0"/>
              <a:t> </a:t>
            </a:r>
            <a:r>
              <a:rPr lang="en-US" sz="2000" dirty="0" smtClean="0"/>
              <a:t>Both could leave British Commonwealth of Nations if they so pleased</a:t>
            </a:r>
          </a:p>
          <a:p>
            <a:endParaRPr lang="en-US" sz="2000" dirty="0"/>
          </a:p>
        </p:txBody>
      </p:sp>
      <p:sp>
        <p:nvSpPr>
          <p:cNvPr id="4" name="Rounded Rectangle 3"/>
          <p:cNvSpPr/>
          <p:nvPr/>
        </p:nvSpPr>
        <p:spPr>
          <a:xfrm>
            <a:off x="8245302" y="927100"/>
            <a:ext cx="2057400" cy="6858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Royal Assent </a:t>
            </a:r>
          </a:p>
          <a:p>
            <a:pPr algn="ctr"/>
            <a:r>
              <a:rPr lang="en-US" dirty="0" smtClean="0"/>
              <a:t>18 July 1947</a:t>
            </a:r>
            <a:endParaRPr lang="en-US" dirty="0"/>
          </a:p>
        </p:txBody>
      </p:sp>
    </p:spTree>
    <p:extLst>
      <p:ext uri="{BB962C8B-B14F-4D97-AF65-F5344CB8AC3E}">
        <p14:creationId xmlns:p14="http://schemas.microsoft.com/office/powerpoint/2010/main" val="32302305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down)">
                                      <p:cBhvr>
                                        <p:cTn id="7" dur="580">
                                          <p:stCondLst>
                                            <p:cond delay="0"/>
                                          </p:stCondLst>
                                        </p:cTn>
                                        <p:tgtEl>
                                          <p:spTgt spid="3">
                                            <p:txEl>
                                              <p:pRg st="0" end="0"/>
                                            </p:txEl>
                                          </p:spTgt>
                                        </p:tgtEl>
                                      </p:cBhvr>
                                    </p:animEffect>
                                    <p:anim calcmode="lin" valueType="num">
                                      <p:cBhvr>
                                        <p:cTn id="8" dur="1822" tmFilter="0,0; 0.14,0.36; 0.43,0.73; 0.71,0.91; 1.0,1.0">
                                          <p:stCondLst>
                                            <p:cond delay="0"/>
                                          </p:stCondLst>
                                        </p:cTn>
                                        <p:tgtEl>
                                          <p:spTgt spid="3">
                                            <p:txEl>
                                              <p:pRg st="0" end="0"/>
                                            </p:txEl>
                                          </p:spTgt>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3">
                                            <p:txEl>
                                              <p:pRg st="0" end="0"/>
                                            </p:txEl>
                                          </p:spTgt>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3">
                                            <p:txEl>
                                              <p:pRg st="0" end="0"/>
                                            </p:txEl>
                                          </p:spTgt>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3">
                                            <p:txEl>
                                              <p:pRg st="0" end="0"/>
                                            </p:txEl>
                                          </p:spTgt>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3">
                                            <p:txEl>
                                              <p:pRg st="0" end="0"/>
                                            </p:txEl>
                                          </p:spTgt>
                                        </p:tgtEl>
                                        <p:attrNameLst>
                                          <p:attrName>ppt_y</p:attrName>
                                        </p:attrNameLst>
                                      </p:cBhvr>
                                      <p:tavLst>
                                        <p:tav tm="0" fmla="#ppt_y-sin(pi*$)/81">
                                          <p:val>
                                            <p:fltVal val="0"/>
                                          </p:val>
                                        </p:tav>
                                        <p:tav tm="100000">
                                          <p:val>
                                            <p:fltVal val="1"/>
                                          </p:val>
                                        </p:tav>
                                      </p:tavLst>
                                    </p:anim>
                                    <p:animScale>
                                      <p:cBhvr>
                                        <p:cTn id="13" dur="26">
                                          <p:stCondLst>
                                            <p:cond delay="650"/>
                                          </p:stCondLst>
                                        </p:cTn>
                                        <p:tgtEl>
                                          <p:spTgt spid="3">
                                            <p:txEl>
                                              <p:pRg st="0" end="0"/>
                                            </p:txEl>
                                          </p:spTgt>
                                        </p:tgtEl>
                                      </p:cBhvr>
                                      <p:to x="100000" y="60000"/>
                                    </p:animScale>
                                    <p:animScale>
                                      <p:cBhvr>
                                        <p:cTn id="14" dur="166" decel="50000">
                                          <p:stCondLst>
                                            <p:cond delay="676"/>
                                          </p:stCondLst>
                                        </p:cTn>
                                        <p:tgtEl>
                                          <p:spTgt spid="3">
                                            <p:txEl>
                                              <p:pRg st="0" end="0"/>
                                            </p:txEl>
                                          </p:spTgt>
                                        </p:tgtEl>
                                      </p:cBhvr>
                                      <p:to x="100000" y="100000"/>
                                    </p:animScale>
                                    <p:animScale>
                                      <p:cBhvr>
                                        <p:cTn id="15" dur="26">
                                          <p:stCondLst>
                                            <p:cond delay="1312"/>
                                          </p:stCondLst>
                                        </p:cTn>
                                        <p:tgtEl>
                                          <p:spTgt spid="3">
                                            <p:txEl>
                                              <p:pRg st="0" end="0"/>
                                            </p:txEl>
                                          </p:spTgt>
                                        </p:tgtEl>
                                      </p:cBhvr>
                                      <p:to x="100000" y="80000"/>
                                    </p:animScale>
                                    <p:animScale>
                                      <p:cBhvr>
                                        <p:cTn id="16" dur="166" decel="50000">
                                          <p:stCondLst>
                                            <p:cond delay="1338"/>
                                          </p:stCondLst>
                                        </p:cTn>
                                        <p:tgtEl>
                                          <p:spTgt spid="3">
                                            <p:txEl>
                                              <p:pRg st="0" end="0"/>
                                            </p:txEl>
                                          </p:spTgt>
                                        </p:tgtEl>
                                      </p:cBhvr>
                                      <p:to x="100000" y="100000"/>
                                    </p:animScale>
                                    <p:animScale>
                                      <p:cBhvr>
                                        <p:cTn id="17" dur="26">
                                          <p:stCondLst>
                                            <p:cond delay="1642"/>
                                          </p:stCondLst>
                                        </p:cTn>
                                        <p:tgtEl>
                                          <p:spTgt spid="3">
                                            <p:txEl>
                                              <p:pRg st="0" end="0"/>
                                            </p:txEl>
                                          </p:spTgt>
                                        </p:tgtEl>
                                      </p:cBhvr>
                                      <p:to x="100000" y="90000"/>
                                    </p:animScale>
                                    <p:animScale>
                                      <p:cBhvr>
                                        <p:cTn id="18" dur="166" decel="50000">
                                          <p:stCondLst>
                                            <p:cond delay="1668"/>
                                          </p:stCondLst>
                                        </p:cTn>
                                        <p:tgtEl>
                                          <p:spTgt spid="3">
                                            <p:txEl>
                                              <p:pRg st="0" end="0"/>
                                            </p:txEl>
                                          </p:spTgt>
                                        </p:tgtEl>
                                      </p:cBhvr>
                                      <p:to x="100000" y="100000"/>
                                    </p:animScale>
                                    <p:animScale>
                                      <p:cBhvr>
                                        <p:cTn id="19" dur="26">
                                          <p:stCondLst>
                                            <p:cond delay="1808"/>
                                          </p:stCondLst>
                                        </p:cTn>
                                        <p:tgtEl>
                                          <p:spTgt spid="3">
                                            <p:txEl>
                                              <p:pRg st="0" end="0"/>
                                            </p:txEl>
                                          </p:spTgt>
                                        </p:tgtEl>
                                      </p:cBhvr>
                                      <p:to x="100000" y="95000"/>
                                    </p:animScale>
                                    <p:animScale>
                                      <p:cBhvr>
                                        <p:cTn id="20" dur="166" decel="50000">
                                          <p:stCondLst>
                                            <p:cond delay="1834"/>
                                          </p:stCondLst>
                                        </p:cTn>
                                        <p:tgtEl>
                                          <p:spTgt spid="3">
                                            <p:txEl>
                                              <p:pRg st="0" end="0"/>
                                            </p:txEl>
                                          </p:spTgt>
                                        </p:tgtEl>
                                      </p:cBhvr>
                                      <p:to x="100000" y="100000"/>
                                    </p:animScale>
                                  </p:childTnLst>
                                </p:cTn>
                              </p:par>
                              <p:par>
                                <p:cTn id="21" presetID="26" presetClass="entr" presetSubtype="0" fill="hold" nodeType="withEffect">
                                  <p:stCondLst>
                                    <p:cond delay="0"/>
                                  </p:stCondLst>
                                  <p:childTnLst>
                                    <p:set>
                                      <p:cBhvr>
                                        <p:cTn id="22" dur="1" fill="hold">
                                          <p:stCondLst>
                                            <p:cond delay="0"/>
                                          </p:stCondLst>
                                        </p:cTn>
                                        <p:tgtEl>
                                          <p:spTgt spid="3">
                                            <p:txEl>
                                              <p:pRg st="1" end="1"/>
                                            </p:txEl>
                                          </p:spTgt>
                                        </p:tgtEl>
                                        <p:attrNameLst>
                                          <p:attrName>style.visibility</p:attrName>
                                        </p:attrNameLst>
                                      </p:cBhvr>
                                      <p:to>
                                        <p:strVal val="visible"/>
                                      </p:to>
                                    </p:set>
                                    <p:animEffect transition="in" filter="wipe(down)">
                                      <p:cBhvr>
                                        <p:cTn id="23" dur="580">
                                          <p:stCondLst>
                                            <p:cond delay="0"/>
                                          </p:stCondLst>
                                        </p:cTn>
                                        <p:tgtEl>
                                          <p:spTgt spid="3">
                                            <p:txEl>
                                              <p:pRg st="1" end="1"/>
                                            </p:txEl>
                                          </p:spTgt>
                                        </p:tgtEl>
                                      </p:cBhvr>
                                    </p:animEffect>
                                    <p:anim calcmode="lin" valueType="num">
                                      <p:cBhvr>
                                        <p:cTn id="24" dur="1822" tmFilter="0,0; 0.14,0.36; 0.43,0.73; 0.71,0.91; 1.0,1.0">
                                          <p:stCondLst>
                                            <p:cond delay="0"/>
                                          </p:stCondLst>
                                        </p:cTn>
                                        <p:tgtEl>
                                          <p:spTgt spid="3">
                                            <p:txEl>
                                              <p:pRg st="1" end="1"/>
                                            </p:txEl>
                                          </p:spTgt>
                                        </p:tgtEl>
                                        <p:attrNameLst>
                                          <p:attrName>ppt_x</p:attrName>
                                        </p:attrNameLst>
                                      </p:cBhvr>
                                      <p:tavLst>
                                        <p:tav tm="0">
                                          <p:val>
                                            <p:strVal val="#ppt_x-0.25"/>
                                          </p:val>
                                        </p:tav>
                                        <p:tav tm="100000">
                                          <p:val>
                                            <p:strVal val="#ppt_x"/>
                                          </p:val>
                                        </p:tav>
                                      </p:tavLst>
                                    </p:anim>
                                    <p:anim calcmode="lin" valueType="num">
                                      <p:cBhvr>
                                        <p:cTn id="25" dur="664" tmFilter="0.0,0.0; 0.25,0.07; 0.50,0.2; 0.75,0.467; 1.0,1.0">
                                          <p:stCondLst>
                                            <p:cond delay="0"/>
                                          </p:stCondLst>
                                        </p:cTn>
                                        <p:tgtEl>
                                          <p:spTgt spid="3">
                                            <p:txEl>
                                              <p:pRg st="1" end="1"/>
                                            </p:txEl>
                                          </p:spTgt>
                                        </p:tgtEl>
                                        <p:attrNameLst>
                                          <p:attrName>ppt_y</p:attrName>
                                        </p:attrNameLst>
                                      </p:cBhvr>
                                      <p:tavLst>
                                        <p:tav tm="0" fmla="#ppt_y-sin(pi*$)/3">
                                          <p:val>
                                            <p:fltVal val="0.5"/>
                                          </p:val>
                                        </p:tav>
                                        <p:tav tm="100000">
                                          <p:val>
                                            <p:fltVal val="1"/>
                                          </p:val>
                                        </p:tav>
                                      </p:tavLst>
                                    </p:anim>
                                    <p:anim calcmode="lin" valueType="num">
                                      <p:cBhvr>
                                        <p:cTn id="26" dur="664" tmFilter="0, 0; 0.125,0.2665; 0.25,0.4; 0.375,0.465; 0.5,0.5;  0.625,0.535; 0.75,0.6; 0.875,0.7335; 1,1">
                                          <p:stCondLst>
                                            <p:cond delay="664"/>
                                          </p:stCondLst>
                                        </p:cTn>
                                        <p:tgtEl>
                                          <p:spTgt spid="3">
                                            <p:txEl>
                                              <p:pRg st="1" end="1"/>
                                            </p:txEl>
                                          </p:spTgt>
                                        </p:tgtEl>
                                        <p:attrNameLst>
                                          <p:attrName>ppt_y</p:attrName>
                                        </p:attrNameLst>
                                      </p:cBhvr>
                                      <p:tavLst>
                                        <p:tav tm="0" fmla="#ppt_y-sin(pi*$)/9">
                                          <p:val>
                                            <p:fltVal val="0"/>
                                          </p:val>
                                        </p:tav>
                                        <p:tav tm="100000">
                                          <p:val>
                                            <p:fltVal val="1"/>
                                          </p:val>
                                        </p:tav>
                                      </p:tavLst>
                                    </p:anim>
                                    <p:anim calcmode="lin" valueType="num">
                                      <p:cBhvr>
                                        <p:cTn id="27" dur="332" tmFilter="0, 0; 0.125,0.2665; 0.25,0.4; 0.375,0.465; 0.5,0.5;  0.625,0.535; 0.75,0.6; 0.875,0.7335; 1,1">
                                          <p:stCondLst>
                                            <p:cond delay="1324"/>
                                          </p:stCondLst>
                                        </p:cTn>
                                        <p:tgtEl>
                                          <p:spTgt spid="3">
                                            <p:txEl>
                                              <p:pRg st="1" end="1"/>
                                            </p:txEl>
                                          </p:spTgt>
                                        </p:tgtEl>
                                        <p:attrNameLst>
                                          <p:attrName>ppt_y</p:attrName>
                                        </p:attrNameLst>
                                      </p:cBhvr>
                                      <p:tavLst>
                                        <p:tav tm="0" fmla="#ppt_y-sin(pi*$)/27">
                                          <p:val>
                                            <p:fltVal val="0"/>
                                          </p:val>
                                        </p:tav>
                                        <p:tav tm="100000">
                                          <p:val>
                                            <p:fltVal val="1"/>
                                          </p:val>
                                        </p:tav>
                                      </p:tavLst>
                                    </p:anim>
                                    <p:anim calcmode="lin" valueType="num">
                                      <p:cBhvr>
                                        <p:cTn id="28" dur="164" tmFilter="0, 0; 0.125,0.2665; 0.25,0.4; 0.375,0.465; 0.5,0.5;  0.625,0.535; 0.75,0.6; 0.875,0.7335; 1,1">
                                          <p:stCondLst>
                                            <p:cond delay="1656"/>
                                          </p:stCondLst>
                                        </p:cTn>
                                        <p:tgtEl>
                                          <p:spTgt spid="3">
                                            <p:txEl>
                                              <p:pRg st="1" end="1"/>
                                            </p:txEl>
                                          </p:spTgt>
                                        </p:tgtEl>
                                        <p:attrNameLst>
                                          <p:attrName>ppt_y</p:attrName>
                                        </p:attrNameLst>
                                      </p:cBhvr>
                                      <p:tavLst>
                                        <p:tav tm="0" fmla="#ppt_y-sin(pi*$)/81">
                                          <p:val>
                                            <p:fltVal val="0"/>
                                          </p:val>
                                        </p:tav>
                                        <p:tav tm="100000">
                                          <p:val>
                                            <p:fltVal val="1"/>
                                          </p:val>
                                        </p:tav>
                                      </p:tavLst>
                                    </p:anim>
                                    <p:animScale>
                                      <p:cBhvr>
                                        <p:cTn id="29" dur="26">
                                          <p:stCondLst>
                                            <p:cond delay="650"/>
                                          </p:stCondLst>
                                        </p:cTn>
                                        <p:tgtEl>
                                          <p:spTgt spid="3">
                                            <p:txEl>
                                              <p:pRg st="1" end="1"/>
                                            </p:txEl>
                                          </p:spTgt>
                                        </p:tgtEl>
                                      </p:cBhvr>
                                      <p:to x="100000" y="60000"/>
                                    </p:animScale>
                                    <p:animScale>
                                      <p:cBhvr>
                                        <p:cTn id="30" dur="166" decel="50000">
                                          <p:stCondLst>
                                            <p:cond delay="676"/>
                                          </p:stCondLst>
                                        </p:cTn>
                                        <p:tgtEl>
                                          <p:spTgt spid="3">
                                            <p:txEl>
                                              <p:pRg st="1" end="1"/>
                                            </p:txEl>
                                          </p:spTgt>
                                        </p:tgtEl>
                                      </p:cBhvr>
                                      <p:to x="100000" y="100000"/>
                                    </p:animScale>
                                    <p:animScale>
                                      <p:cBhvr>
                                        <p:cTn id="31" dur="26">
                                          <p:stCondLst>
                                            <p:cond delay="1312"/>
                                          </p:stCondLst>
                                        </p:cTn>
                                        <p:tgtEl>
                                          <p:spTgt spid="3">
                                            <p:txEl>
                                              <p:pRg st="1" end="1"/>
                                            </p:txEl>
                                          </p:spTgt>
                                        </p:tgtEl>
                                      </p:cBhvr>
                                      <p:to x="100000" y="80000"/>
                                    </p:animScale>
                                    <p:animScale>
                                      <p:cBhvr>
                                        <p:cTn id="32" dur="166" decel="50000">
                                          <p:stCondLst>
                                            <p:cond delay="1338"/>
                                          </p:stCondLst>
                                        </p:cTn>
                                        <p:tgtEl>
                                          <p:spTgt spid="3">
                                            <p:txEl>
                                              <p:pRg st="1" end="1"/>
                                            </p:txEl>
                                          </p:spTgt>
                                        </p:tgtEl>
                                      </p:cBhvr>
                                      <p:to x="100000" y="100000"/>
                                    </p:animScale>
                                    <p:animScale>
                                      <p:cBhvr>
                                        <p:cTn id="33" dur="26">
                                          <p:stCondLst>
                                            <p:cond delay="1642"/>
                                          </p:stCondLst>
                                        </p:cTn>
                                        <p:tgtEl>
                                          <p:spTgt spid="3">
                                            <p:txEl>
                                              <p:pRg st="1" end="1"/>
                                            </p:txEl>
                                          </p:spTgt>
                                        </p:tgtEl>
                                      </p:cBhvr>
                                      <p:to x="100000" y="90000"/>
                                    </p:animScale>
                                    <p:animScale>
                                      <p:cBhvr>
                                        <p:cTn id="34" dur="166" decel="50000">
                                          <p:stCondLst>
                                            <p:cond delay="1668"/>
                                          </p:stCondLst>
                                        </p:cTn>
                                        <p:tgtEl>
                                          <p:spTgt spid="3">
                                            <p:txEl>
                                              <p:pRg st="1" end="1"/>
                                            </p:txEl>
                                          </p:spTgt>
                                        </p:tgtEl>
                                      </p:cBhvr>
                                      <p:to x="100000" y="100000"/>
                                    </p:animScale>
                                    <p:animScale>
                                      <p:cBhvr>
                                        <p:cTn id="35" dur="26">
                                          <p:stCondLst>
                                            <p:cond delay="1808"/>
                                          </p:stCondLst>
                                        </p:cTn>
                                        <p:tgtEl>
                                          <p:spTgt spid="3">
                                            <p:txEl>
                                              <p:pRg st="1" end="1"/>
                                            </p:txEl>
                                          </p:spTgt>
                                        </p:tgtEl>
                                      </p:cBhvr>
                                      <p:to x="100000" y="95000"/>
                                    </p:animScale>
                                    <p:animScale>
                                      <p:cBhvr>
                                        <p:cTn id="36" dur="166" decel="50000">
                                          <p:stCondLst>
                                            <p:cond delay="1834"/>
                                          </p:stCondLst>
                                        </p:cTn>
                                        <p:tgtEl>
                                          <p:spTgt spid="3">
                                            <p:txEl>
                                              <p:pRg st="1" end="1"/>
                                            </p:txEl>
                                          </p:spTgt>
                                        </p:tgtEl>
                                      </p:cBhvr>
                                      <p:to x="100000" y="100000"/>
                                    </p:animScale>
                                  </p:childTnLst>
                                </p:cTn>
                              </p:par>
                              <p:par>
                                <p:cTn id="37" presetID="26" presetClass="entr" presetSubtype="0" fill="hold" nodeType="withEffect">
                                  <p:stCondLst>
                                    <p:cond delay="0"/>
                                  </p:stCondLst>
                                  <p:childTnLst>
                                    <p:set>
                                      <p:cBhvr>
                                        <p:cTn id="38" dur="1" fill="hold">
                                          <p:stCondLst>
                                            <p:cond delay="0"/>
                                          </p:stCondLst>
                                        </p:cTn>
                                        <p:tgtEl>
                                          <p:spTgt spid="3">
                                            <p:txEl>
                                              <p:pRg st="2" end="2"/>
                                            </p:txEl>
                                          </p:spTgt>
                                        </p:tgtEl>
                                        <p:attrNameLst>
                                          <p:attrName>style.visibility</p:attrName>
                                        </p:attrNameLst>
                                      </p:cBhvr>
                                      <p:to>
                                        <p:strVal val="visible"/>
                                      </p:to>
                                    </p:set>
                                    <p:animEffect transition="in" filter="wipe(down)">
                                      <p:cBhvr>
                                        <p:cTn id="39" dur="580">
                                          <p:stCondLst>
                                            <p:cond delay="0"/>
                                          </p:stCondLst>
                                        </p:cTn>
                                        <p:tgtEl>
                                          <p:spTgt spid="3">
                                            <p:txEl>
                                              <p:pRg st="2" end="2"/>
                                            </p:txEl>
                                          </p:spTgt>
                                        </p:tgtEl>
                                      </p:cBhvr>
                                    </p:animEffect>
                                    <p:anim calcmode="lin" valueType="num">
                                      <p:cBhvr>
                                        <p:cTn id="40" dur="1822" tmFilter="0,0; 0.14,0.36; 0.43,0.73; 0.71,0.91; 1.0,1.0">
                                          <p:stCondLst>
                                            <p:cond delay="0"/>
                                          </p:stCondLst>
                                        </p:cTn>
                                        <p:tgtEl>
                                          <p:spTgt spid="3">
                                            <p:txEl>
                                              <p:pRg st="2" end="2"/>
                                            </p:txEl>
                                          </p:spTgt>
                                        </p:tgtEl>
                                        <p:attrNameLst>
                                          <p:attrName>ppt_x</p:attrName>
                                        </p:attrNameLst>
                                      </p:cBhvr>
                                      <p:tavLst>
                                        <p:tav tm="0">
                                          <p:val>
                                            <p:strVal val="#ppt_x-0.25"/>
                                          </p:val>
                                        </p:tav>
                                        <p:tav tm="100000">
                                          <p:val>
                                            <p:strVal val="#ppt_x"/>
                                          </p:val>
                                        </p:tav>
                                      </p:tavLst>
                                    </p:anim>
                                    <p:anim calcmode="lin" valueType="num">
                                      <p:cBhvr>
                                        <p:cTn id="41" dur="664" tmFilter="0.0,0.0; 0.25,0.07; 0.50,0.2; 0.75,0.467; 1.0,1.0">
                                          <p:stCondLst>
                                            <p:cond delay="0"/>
                                          </p:stCondLst>
                                        </p:cTn>
                                        <p:tgtEl>
                                          <p:spTgt spid="3">
                                            <p:txEl>
                                              <p:pRg st="2" end="2"/>
                                            </p:txEl>
                                          </p:spTgt>
                                        </p:tgtEl>
                                        <p:attrNameLst>
                                          <p:attrName>ppt_y</p:attrName>
                                        </p:attrNameLst>
                                      </p:cBhvr>
                                      <p:tavLst>
                                        <p:tav tm="0" fmla="#ppt_y-sin(pi*$)/3">
                                          <p:val>
                                            <p:fltVal val="0.5"/>
                                          </p:val>
                                        </p:tav>
                                        <p:tav tm="100000">
                                          <p:val>
                                            <p:fltVal val="1"/>
                                          </p:val>
                                        </p:tav>
                                      </p:tavLst>
                                    </p:anim>
                                    <p:anim calcmode="lin" valueType="num">
                                      <p:cBhvr>
                                        <p:cTn id="42" dur="664" tmFilter="0, 0; 0.125,0.2665; 0.25,0.4; 0.375,0.465; 0.5,0.5;  0.625,0.535; 0.75,0.6; 0.875,0.7335; 1,1">
                                          <p:stCondLst>
                                            <p:cond delay="664"/>
                                          </p:stCondLst>
                                        </p:cTn>
                                        <p:tgtEl>
                                          <p:spTgt spid="3">
                                            <p:txEl>
                                              <p:pRg st="2" end="2"/>
                                            </p:txEl>
                                          </p:spTgt>
                                        </p:tgtEl>
                                        <p:attrNameLst>
                                          <p:attrName>ppt_y</p:attrName>
                                        </p:attrNameLst>
                                      </p:cBhvr>
                                      <p:tavLst>
                                        <p:tav tm="0" fmla="#ppt_y-sin(pi*$)/9">
                                          <p:val>
                                            <p:fltVal val="0"/>
                                          </p:val>
                                        </p:tav>
                                        <p:tav tm="100000">
                                          <p:val>
                                            <p:fltVal val="1"/>
                                          </p:val>
                                        </p:tav>
                                      </p:tavLst>
                                    </p:anim>
                                    <p:anim calcmode="lin" valueType="num">
                                      <p:cBhvr>
                                        <p:cTn id="43" dur="332" tmFilter="0, 0; 0.125,0.2665; 0.25,0.4; 0.375,0.465; 0.5,0.5;  0.625,0.535; 0.75,0.6; 0.875,0.7335; 1,1">
                                          <p:stCondLst>
                                            <p:cond delay="1324"/>
                                          </p:stCondLst>
                                        </p:cTn>
                                        <p:tgtEl>
                                          <p:spTgt spid="3">
                                            <p:txEl>
                                              <p:pRg st="2" end="2"/>
                                            </p:txEl>
                                          </p:spTgt>
                                        </p:tgtEl>
                                        <p:attrNameLst>
                                          <p:attrName>ppt_y</p:attrName>
                                        </p:attrNameLst>
                                      </p:cBhvr>
                                      <p:tavLst>
                                        <p:tav tm="0" fmla="#ppt_y-sin(pi*$)/27">
                                          <p:val>
                                            <p:fltVal val="0"/>
                                          </p:val>
                                        </p:tav>
                                        <p:tav tm="100000">
                                          <p:val>
                                            <p:fltVal val="1"/>
                                          </p:val>
                                        </p:tav>
                                      </p:tavLst>
                                    </p:anim>
                                    <p:anim calcmode="lin" valueType="num">
                                      <p:cBhvr>
                                        <p:cTn id="44" dur="164" tmFilter="0, 0; 0.125,0.2665; 0.25,0.4; 0.375,0.465; 0.5,0.5;  0.625,0.535; 0.75,0.6; 0.875,0.7335; 1,1">
                                          <p:stCondLst>
                                            <p:cond delay="1656"/>
                                          </p:stCondLst>
                                        </p:cTn>
                                        <p:tgtEl>
                                          <p:spTgt spid="3">
                                            <p:txEl>
                                              <p:pRg st="2" end="2"/>
                                            </p:txEl>
                                          </p:spTgt>
                                        </p:tgtEl>
                                        <p:attrNameLst>
                                          <p:attrName>ppt_y</p:attrName>
                                        </p:attrNameLst>
                                      </p:cBhvr>
                                      <p:tavLst>
                                        <p:tav tm="0" fmla="#ppt_y-sin(pi*$)/81">
                                          <p:val>
                                            <p:fltVal val="0"/>
                                          </p:val>
                                        </p:tav>
                                        <p:tav tm="100000">
                                          <p:val>
                                            <p:fltVal val="1"/>
                                          </p:val>
                                        </p:tav>
                                      </p:tavLst>
                                    </p:anim>
                                    <p:animScale>
                                      <p:cBhvr>
                                        <p:cTn id="45" dur="26">
                                          <p:stCondLst>
                                            <p:cond delay="650"/>
                                          </p:stCondLst>
                                        </p:cTn>
                                        <p:tgtEl>
                                          <p:spTgt spid="3">
                                            <p:txEl>
                                              <p:pRg st="2" end="2"/>
                                            </p:txEl>
                                          </p:spTgt>
                                        </p:tgtEl>
                                      </p:cBhvr>
                                      <p:to x="100000" y="60000"/>
                                    </p:animScale>
                                    <p:animScale>
                                      <p:cBhvr>
                                        <p:cTn id="46" dur="166" decel="50000">
                                          <p:stCondLst>
                                            <p:cond delay="676"/>
                                          </p:stCondLst>
                                        </p:cTn>
                                        <p:tgtEl>
                                          <p:spTgt spid="3">
                                            <p:txEl>
                                              <p:pRg st="2" end="2"/>
                                            </p:txEl>
                                          </p:spTgt>
                                        </p:tgtEl>
                                      </p:cBhvr>
                                      <p:to x="100000" y="100000"/>
                                    </p:animScale>
                                    <p:animScale>
                                      <p:cBhvr>
                                        <p:cTn id="47" dur="26">
                                          <p:stCondLst>
                                            <p:cond delay="1312"/>
                                          </p:stCondLst>
                                        </p:cTn>
                                        <p:tgtEl>
                                          <p:spTgt spid="3">
                                            <p:txEl>
                                              <p:pRg st="2" end="2"/>
                                            </p:txEl>
                                          </p:spTgt>
                                        </p:tgtEl>
                                      </p:cBhvr>
                                      <p:to x="100000" y="80000"/>
                                    </p:animScale>
                                    <p:animScale>
                                      <p:cBhvr>
                                        <p:cTn id="48" dur="166" decel="50000">
                                          <p:stCondLst>
                                            <p:cond delay="1338"/>
                                          </p:stCondLst>
                                        </p:cTn>
                                        <p:tgtEl>
                                          <p:spTgt spid="3">
                                            <p:txEl>
                                              <p:pRg st="2" end="2"/>
                                            </p:txEl>
                                          </p:spTgt>
                                        </p:tgtEl>
                                      </p:cBhvr>
                                      <p:to x="100000" y="100000"/>
                                    </p:animScale>
                                    <p:animScale>
                                      <p:cBhvr>
                                        <p:cTn id="49" dur="26">
                                          <p:stCondLst>
                                            <p:cond delay="1642"/>
                                          </p:stCondLst>
                                        </p:cTn>
                                        <p:tgtEl>
                                          <p:spTgt spid="3">
                                            <p:txEl>
                                              <p:pRg st="2" end="2"/>
                                            </p:txEl>
                                          </p:spTgt>
                                        </p:tgtEl>
                                      </p:cBhvr>
                                      <p:to x="100000" y="90000"/>
                                    </p:animScale>
                                    <p:animScale>
                                      <p:cBhvr>
                                        <p:cTn id="50" dur="166" decel="50000">
                                          <p:stCondLst>
                                            <p:cond delay="1668"/>
                                          </p:stCondLst>
                                        </p:cTn>
                                        <p:tgtEl>
                                          <p:spTgt spid="3">
                                            <p:txEl>
                                              <p:pRg st="2" end="2"/>
                                            </p:txEl>
                                          </p:spTgt>
                                        </p:tgtEl>
                                      </p:cBhvr>
                                      <p:to x="100000" y="100000"/>
                                    </p:animScale>
                                    <p:animScale>
                                      <p:cBhvr>
                                        <p:cTn id="51" dur="26">
                                          <p:stCondLst>
                                            <p:cond delay="1808"/>
                                          </p:stCondLst>
                                        </p:cTn>
                                        <p:tgtEl>
                                          <p:spTgt spid="3">
                                            <p:txEl>
                                              <p:pRg st="2" end="2"/>
                                            </p:txEl>
                                          </p:spTgt>
                                        </p:tgtEl>
                                      </p:cBhvr>
                                      <p:to x="100000" y="95000"/>
                                    </p:animScale>
                                    <p:animScale>
                                      <p:cBhvr>
                                        <p:cTn id="52" dur="166" decel="50000">
                                          <p:stCondLst>
                                            <p:cond delay="1834"/>
                                          </p:stCondLst>
                                        </p:cTn>
                                        <p:tgtEl>
                                          <p:spTgt spid="3">
                                            <p:txEl>
                                              <p:pRg st="2" end="2"/>
                                            </p:txEl>
                                          </p:spTgt>
                                        </p:tgtEl>
                                      </p:cBhvr>
                                      <p:to x="100000" y="100000"/>
                                    </p:animScale>
                                  </p:childTnLst>
                                </p:cTn>
                              </p:par>
                              <p:par>
                                <p:cTn id="53" presetID="26" presetClass="entr" presetSubtype="0" fill="hold" nodeType="withEffect">
                                  <p:stCondLst>
                                    <p:cond delay="0"/>
                                  </p:stCondLst>
                                  <p:childTnLst>
                                    <p:set>
                                      <p:cBhvr>
                                        <p:cTn id="54" dur="1" fill="hold">
                                          <p:stCondLst>
                                            <p:cond delay="0"/>
                                          </p:stCondLst>
                                        </p:cTn>
                                        <p:tgtEl>
                                          <p:spTgt spid="3">
                                            <p:txEl>
                                              <p:pRg st="3" end="3"/>
                                            </p:txEl>
                                          </p:spTgt>
                                        </p:tgtEl>
                                        <p:attrNameLst>
                                          <p:attrName>style.visibility</p:attrName>
                                        </p:attrNameLst>
                                      </p:cBhvr>
                                      <p:to>
                                        <p:strVal val="visible"/>
                                      </p:to>
                                    </p:set>
                                    <p:animEffect transition="in" filter="wipe(down)">
                                      <p:cBhvr>
                                        <p:cTn id="55" dur="580">
                                          <p:stCondLst>
                                            <p:cond delay="0"/>
                                          </p:stCondLst>
                                        </p:cTn>
                                        <p:tgtEl>
                                          <p:spTgt spid="3">
                                            <p:txEl>
                                              <p:pRg st="3" end="3"/>
                                            </p:txEl>
                                          </p:spTgt>
                                        </p:tgtEl>
                                      </p:cBhvr>
                                    </p:animEffect>
                                    <p:anim calcmode="lin" valueType="num">
                                      <p:cBhvr>
                                        <p:cTn id="56" dur="1822" tmFilter="0,0; 0.14,0.36; 0.43,0.73; 0.71,0.91; 1.0,1.0">
                                          <p:stCondLst>
                                            <p:cond delay="0"/>
                                          </p:stCondLst>
                                        </p:cTn>
                                        <p:tgtEl>
                                          <p:spTgt spid="3">
                                            <p:txEl>
                                              <p:pRg st="3" end="3"/>
                                            </p:txEl>
                                          </p:spTgt>
                                        </p:tgtEl>
                                        <p:attrNameLst>
                                          <p:attrName>ppt_x</p:attrName>
                                        </p:attrNameLst>
                                      </p:cBhvr>
                                      <p:tavLst>
                                        <p:tav tm="0">
                                          <p:val>
                                            <p:strVal val="#ppt_x-0.25"/>
                                          </p:val>
                                        </p:tav>
                                        <p:tav tm="100000">
                                          <p:val>
                                            <p:strVal val="#ppt_x"/>
                                          </p:val>
                                        </p:tav>
                                      </p:tavLst>
                                    </p:anim>
                                    <p:anim calcmode="lin" valueType="num">
                                      <p:cBhvr>
                                        <p:cTn id="57" dur="664" tmFilter="0.0,0.0; 0.25,0.07; 0.50,0.2; 0.75,0.467; 1.0,1.0">
                                          <p:stCondLst>
                                            <p:cond delay="0"/>
                                          </p:stCondLst>
                                        </p:cTn>
                                        <p:tgtEl>
                                          <p:spTgt spid="3">
                                            <p:txEl>
                                              <p:pRg st="3" end="3"/>
                                            </p:txEl>
                                          </p:spTgt>
                                        </p:tgtEl>
                                        <p:attrNameLst>
                                          <p:attrName>ppt_y</p:attrName>
                                        </p:attrNameLst>
                                      </p:cBhvr>
                                      <p:tavLst>
                                        <p:tav tm="0" fmla="#ppt_y-sin(pi*$)/3">
                                          <p:val>
                                            <p:fltVal val="0.5"/>
                                          </p:val>
                                        </p:tav>
                                        <p:tav tm="100000">
                                          <p:val>
                                            <p:fltVal val="1"/>
                                          </p:val>
                                        </p:tav>
                                      </p:tavLst>
                                    </p:anim>
                                    <p:anim calcmode="lin" valueType="num">
                                      <p:cBhvr>
                                        <p:cTn id="58" dur="664" tmFilter="0, 0; 0.125,0.2665; 0.25,0.4; 0.375,0.465; 0.5,0.5;  0.625,0.535; 0.75,0.6; 0.875,0.7335; 1,1">
                                          <p:stCondLst>
                                            <p:cond delay="664"/>
                                          </p:stCondLst>
                                        </p:cTn>
                                        <p:tgtEl>
                                          <p:spTgt spid="3">
                                            <p:txEl>
                                              <p:pRg st="3" end="3"/>
                                            </p:txEl>
                                          </p:spTgt>
                                        </p:tgtEl>
                                        <p:attrNameLst>
                                          <p:attrName>ppt_y</p:attrName>
                                        </p:attrNameLst>
                                      </p:cBhvr>
                                      <p:tavLst>
                                        <p:tav tm="0" fmla="#ppt_y-sin(pi*$)/9">
                                          <p:val>
                                            <p:fltVal val="0"/>
                                          </p:val>
                                        </p:tav>
                                        <p:tav tm="100000">
                                          <p:val>
                                            <p:fltVal val="1"/>
                                          </p:val>
                                        </p:tav>
                                      </p:tavLst>
                                    </p:anim>
                                    <p:anim calcmode="lin" valueType="num">
                                      <p:cBhvr>
                                        <p:cTn id="59" dur="332" tmFilter="0, 0; 0.125,0.2665; 0.25,0.4; 0.375,0.465; 0.5,0.5;  0.625,0.535; 0.75,0.6; 0.875,0.7335; 1,1">
                                          <p:stCondLst>
                                            <p:cond delay="1324"/>
                                          </p:stCondLst>
                                        </p:cTn>
                                        <p:tgtEl>
                                          <p:spTgt spid="3">
                                            <p:txEl>
                                              <p:pRg st="3" end="3"/>
                                            </p:txEl>
                                          </p:spTgt>
                                        </p:tgtEl>
                                        <p:attrNameLst>
                                          <p:attrName>ppt_y</p:attrName>
                                        </p:attrNameLst>
                                      </p:cBhvr>
                                      <p:tavLst>
                                        <p:tav tm="0" fmla="#ppt_y-sin(pi*$)/27">
                                          <p:val>
                                            <p:fltVal val="0"/>
                                          </p:val>
                                        </p:tav>
                                        <p:tav tm="100000">
                                          <p:val>
                                            <p:fltVal val="1"/>
                                          </p:val>
                                        </p:tav>
                                      </p:tavLst>
                                    </p:anim>
                                    <p:anim calcmode="lin" valueType="num">
                                      <p:cBhvr>
                                        <p:cTn id="60" dur="164" tmFilter="0, 0; 0.125,0.2665; 0.25,0.4; 0.375,0.465; 0.5,0.5;  0.625,0.535; 0.75,0.6; 0.875,0.7335; 1,1">
                                          <p:stCondLst>
                                            <p:cond delay="1656"/>
                                          </p:stCondLst>
                                        </p:cTn>
                                        <p:tgtEl>
                                          <p:spTgt spid="3">
                                            <p:txEl>
                                              <p:pRg st="3" end="3"/>
                                            </p:txEl>
                                          </p:spTgt>
                                        </p:tgtEl>
                                        <p:attrNameLst>
                                          <p:attrName>ppt_y</p:attrName>
                                        </p:attrNameLst>
                                      </p:cBhvr>
                                      <p:tavLst>
                                        <p:tav tm="0" fmla="#ppt_y-sin(pi*$)/81">
                                          <p:val>
                                            <p:fltVal val="0"/>
                                          </p:val>
                                        </p:tav>
                                        <p:tav tm="100000">
                                          <p:val>
                                            <p:fltVal val="1"/>
                                          </p:val>
                                        </p:tav>
                                      </p:tavLst>
                                    </p:anim>
                                    <p:animScale>
                                      <p:cBhvr>
                                        <p:cTn id="61" dur="26">
                                          <p:stCondLst>
                                            <p:cond delay="650"/>
                                          </p:stCondLst>
                                        </p:cTn>
                                        <p:tgtEl>
                                          <p:spTgt spid="3">
                                            <p:txEl>
                                              <p:pRg st="3" end="3"/>
                                            </p:txEl>
                                          </p:spTgt>
                                        </p:tgtEl>
                                      </p:cBhvr>
                                      <p:to x="100000" y="60000"/>
                                    </p:animScale>
                                    <p:animScale>
                                      <p:cBhvr>
                                        <p:cTn id="62" dur="166" decel="50000">
                                          <p:stCondLst>
                                            <p:cond delay="676"/>
                                          </p:stCondLst>
                                        </p:cTn>
                                        <p:tgtEl>
                                          <p:spTgt spid="3">
                                            <p:txEl>
                                              <p:pRg st="3" end="3"/>
                                            </p:txEl>
                                          </p:spTgt>
                                        </p:tgtEl>
                                      </p:cBhvr>
                                      <p:to x="100000" y="100000"/>
                                    </p:animScale>
                                    <p:animScale>
                                      <p:cBhvr>
                                        <p:cTn id="63" dur="26">
                                          <p:stCondLst>
                                            <p:cond delay="1312"/>
                                          </p:stCondLst>
                                        </p:cTn>
                                        <p:tgtEl>
                                          <p:spTgt spid="3">
                                            <p:txEl>
                                              <p:pRg st="3" end="3"/>
                                            </p:txEl>
                                          </p:spTgt>
                                        </p:tgtEl>
                                      </p:cBhvr>
                                      <p:to x="100000" y="80000"/>
                                    </p:animScale>
                                    <p:animScale>
                                      <p:cBhvr>
                                        <p:cTn id="64" dur="166" decel="50000">
                                          <p:stCondLst>
                                            <p:cond delay="1338"/>
                                          </p:stCondLst>
                                        </p:cTn>
                                        <p:tgtEl>
                                          <p:spTgt spid="3">
                                            <p:txEl>
                                              <p:pRg st="3" end="3"/>
                                            </p:txEl>
                                          </p:spTgt>
                                        </p:tgtEl>
                                      </p:cBhvr>
                                      <p:to x="100000" y="100000"/>
                                    </p:animScale>
                                    <p:animScale>
                                      <p:cBhvr>
                                        <p:cTn id="65" dur="26">
                                          <p:stCondLst>
                                            <p:cond delay="1642"/>
                                          </p:stCondLst>
                                        </p:cTn>
                                        <p:tgtEl>
                                          <p:spTgt spid="3">
                                            <p:txEl>
                                              <p:pRg st="3" end="3"/>
                                            </p:txEl>
                                          </p:spTgt>
                                        </p:tgtEl>
                                      </p:cBhvr>
                                      <p:to x="100000" y="90000"/>
                                    </p:animScale>
                                    <p:animScale>
                                      <p:cBhvr>
                                        <p:cTn id="66" dur="166" decel="50000">
                                          <p:stCondLst>
                                            <p:cond delay="1668"/>
                                          </p:stCondLst>
                                        </p:cTn>
                                        <p:tgtEl>
                                          <p:spTgt spid="3">
                                            <p:txEl>
                                              <p:pRg st="3" end="3"/>
                                            </p:txEl>
                                          </p:spTgt>
                                        </p:tgtEl>
                                      </p:cBhvr>
                                      <p:to x="100000" y="100000"/>
                                    </p:animScale>
                                    <p:animScale>
                                      <p:cBhvr>
                                        <p:cTn id="67" dur="26">
                                          <p:stCondLst>
                                            <p:cond delay="1808"/>
                                          </p:stCondLst>
                                        </p:cTn>
                                        <p:tgtEl>
                                          <p:spTgt spid="3">
                                            <p:txEl>
                                              <p:pRg st="3" end="3"/>
                                            </p:txEl>
                                          </p:spTgt>
                                        </p:tgtEl>
                                      </p:cBhvr>
                                      <p:to x="100000" y="95000"/>
                                    </p:animScale>
                                    <p:animScale>
                                      <p:cBhvr>
                                        <p:cTn id="68" dur="166" decel="50000">
                                          <p:stCondLst>
                                            <p:cond delay="1834"/>
                                          </p:stCondLst>
                                        </p:cTn>
                                        <p:tgtEl>
                                          <p:spTgt spid="3">
                                            <p:txEl>
                                              <p:pRg st="3" end="3"/>
                                            </p:txEl>
                                          </p:spTgt>
                                        </p:tgtEl>
                                      </p:cBhvr>
                                      <p:to x="100000" y="100000"/>
                                    </p:animScale>
                                  </p:childTnLst>
                                </p:cTn>
                              </p:par>
                              <p:par>
                                <p:cTn id="69" presetID="26" presetClass="entr" presetSubtype="0" fill="hold" nodeType="withEffect">
                                  <p:stCondLst>
                                    <p:cond delay="0"/>
                                  </p:stCondLst>
                                  <p:childTnLst>
                                    <p:set>
                                      <p:cBhvr>
                                        <p:cTn id="70" dur="1" fill="hold">
                                          <p:stCondLst>
                                            <p:cond delay="0"/>
                                          </p:stCondLst>
                                        </p:cTn>
                                        <p:tgtEl>
                                          <p:spTgt spid="3">
                                            <p:txEl>
                                              <p:pRg st="4" end="4"/>
                                            </p:txEl>
                                          </p:spTgt>
                                        </p:tgtEl>
                                        <p:attrNameLst>
                                          <p:attrName>style.visibility</p:attrName>
                                        </p:attrNameLst>
                                      </p:cBhvr>
                                      <p:to>
                                        <p:strVal val="visible"/>
                                      </p:to>
                                    </p:set>
                                    <p:animEffect transition="in" filter="wipe(down)">
                                      <p:cBhvr>
                                        <p:cTn id="71" dur="580">
                                          <p:stCondLst>
                                            <p:cond delay="0"/>
                                          </p:stCondLst>
                                        </p:cTn>
                                        <p:tgtEl>
                                          <p:spTgt spid="3">
                                            <p:txEl>
                                              <p:pRg st="4" end="4"/>
                                            </p:txEl>
                                          </p:spTgt>
                                        </p:tgtEl>
                                      </p:cBhvr>
                                    </p:animEffect>
                                    <p:anim calcmode="lin" valueType="num">
                                      <p:cBhvr>
                                        <p:cTn id="72" dur="1822" tmFilter="0,0; 0.14,0.36; 0.43,0.73; 0.71,0.91; 1.0,1.0">
                                          <p:stCondLst>
                                            <p:cond delay="0"/>
                                          </p:stCondLst>
                                        </p:cTn>
                                        <p:tgtEl>
                                          <p:spTgt spid="3">
                                            <p:txEl>
                                              <p:pRg st="4" end="4"/>
                                            </p:txEl>
                                          </p:spTgt>
                                        </p:tgtEl>
                                        <p:attrNameLst>
                                          <p:attrName>ppt_x</p:attrName>
                                        </p:attrNameLst>
                                      </p:cBhvr>
                                      <p:tavLst>
                                        <p:tav tm="0">
                                          <p:val>
                                            <p:strVal val="#ppt_x-0.25"/>
                                          </p:val>
                                        </p:tav>
                                        <p:tav tm="100000">
                                          <p:val>
                                            <p:strVal val="#ppt_x"/>
                                          </p:val>
                                        </p:tav>
                                      </p:tavLst>
                                    </p:anim>
                                    <p:anim calcmode="lin" valueType="num">
                                      <p:cBhvr>
                                        <p:cTn id="73" dur="664" tmFilter="0.0,0.0; 0.25,0.07; 0.50,0.2; 0.75,0.467; 1.0,1.0">
                                          <p:stCondLst>
                                            <p:cond delay="0"/>
                                          </p:stCondLst>
                                        </p:cTn>
                                        <p:tgtEl>
                                          <p:spTgt spid="3">
                                            <p:txEl>
                                              <p:pRg st="4" end="4"/>
                                            </p:txEl>
                                          </p:spTgt>
                                        </p:tgtEl>
                                        <p:attrNameLst>
                                          <p:attrName>ppt_y</p:attrName>
                                        </p:attrNameLst>
                                      </p:cBhvr>
                                      <p:tavLst>
                                        <p:tav tm="0" fmla="#ppt_y-sin(pi*$)/3">
                                          <p:val>
                                            <p:fltVal val="0.5"/>
                                          </p:val>
                                        </p:tav>
                                        <p:tav tm="100000">
                                          <p:val>
                                            <p:fltVal val="1"/>
                                          </p:val>
                                        </p:tav>
                                      </p:tavLst>
                                    </p:anim>
                                    <p:anim calcmode="lin" valueType="num">
                                      <p:cBhvr>
                                        <p:cTn id="74" dur="664" tmFilter="0, 0; 0.125,0.2665; 0.25,0.4; 0.375,0.465; 0.5,0.5;  0.625,0.535; 0.75,0.6; 0.875,0.7335; 1,1">
                                          <p:stCondLst>
                                            <p:cond delay="664"/>
                                          </p:stCondLst>
                                        </p:cTn>
                                        <p:tgtEl>
                                          <p:spTgt spid="3">
                                            <p:txEl>
                                              <p:pRg st="4" end="4"/>
                                            </p:txEl>
                                          </p:spTgt>
                                        </p:tgtEl>
                                        <p:attrNameLst>
                                          <p:attrName>ppt_y</p:attrName>
                                        </p:attrNameLst>
                                      </p:cBhvr>
                                      <p:tavLst>
                                        <p:tav tm="0" fmla="#ppt_y-sin(pi*$)/9">
                                          <p:val>
                                            <p:fltVal val="0"/>
                                          </p:val>
                                        </p:tav>
                                        <p:tav tm="100000">
                                          <p:val>
                                            <p:fltVal val="1"/>
                                          </p:val>
                                        </p:tav>
                                      </p:tavLst>
                                    </p:anim>
                                    <p:anim calcmode="lin" valueType="num">
                                      <p:cBhvr>
                                        <p:cTn id="75" dur="332" tmFilter="0, 0; 0.125,0.2665; 0.25,0.4; 0.375,0.465; 0.5,0.5;  0.625,0.535; 0.75,0.6; 0.875,0.7335; 1,1">
                                          <p:stCondLst>
                                            <p:cond delay="1324"/>
                                          </p:stCondLst>
                                        </p:cTn>
                                        <p:tgtEl>
                                          <p:spTgt spid="3">
                                            <p:txEl>
                                              <p:pRg st="4" end="4"/>
                                            </p:txEl>
                                          </p:spTgt>
                                        </p:tgtEl>
                                        <p:attrNameLst>
                                          <p:attrName>ppt_y</p:attrName>
                                        </p:attrNameLst>
                                      </p:cBhvr>
                                      <p:tavLst>
                                        <p:tav tm="0" fmla="#ppt_y-sin(pi*$)/27">
                                          <p:val>
                                            <p:fltVal val="0"/>
                                          </p:val>
                                        </p:tav>
                                        <p:tav tm="100000">
                                          <p:val>
                                            <p:fltVal val="1"/>
                                          </p:val>
                                        </p:tav>
                                      </p:tavLst>
                                    </p:anim>
                                    <p:anim calcmode="lin" valueType="num">
                                      <p:cBhvr>
                                        <p:cTn id="76" dur="164" tmFilter="0, 0; 0.125,0.2665; 0.25,0.4; 0.375,0.465; 0.5,0.5;  0.625,0.535; 0.75,0.6; 0.875,0.7335; 1,1">
                                          <p:stCondLst>
                                            <p:cond delay="1656"/>
                                          </p:stCondLst>
                                        </p:cTn>
                                        <p:tgtEl>
                                          <p:spTgt spid="3">
                                            <p:txEl>
                                              <p:pRg st="4" end="4"/>
                                            </p:txEl>
                                          </p:spTgt>
                                        </p:tgtEl>
                                        <p:attrNameLst>
                                          <p:attrName>ppt_y</p:attrName>
                                        </p:attrNameLst>
                                      </p:cBhvr>
                                      <p:tavLst>
                                        <p:tav tm="0" fmla="#ppt_y-sin(pi*$)/81">
                                          <p:val>
                                            <p:fltVal val="0"/>
                                          </p:val>
                                        </p:tav>
                                        <p:tav tm="100000">
                                          <p:val>
                                            <p:fltVal val="1"/>
                                          </p:val>
                                        </p:tav>
                                      </p:tavLst>
                                    </p:anim>
                                    <p:animScale>
                                      <p:cBhvr>
                                        <p:cTn id="77" dur="26">
                                          <p:stCondLst>
                                            <p:cond delay="650"/>
                                          </p:stCondLst>
                                        </p:cTn>
                                        <p:tgtEl>
                                          <p:spTgt spid="3">
                                            <p:txEl>
                                              <p:pRg st="4" end="4"/>
                                            </p:txEl>
                                          </p:spTgt>
                                        </p:tgtEl>
                                      </p:cBhvr>
                                      <p:to x="100000" y="60000"/>
                                    </p:animScale>
                                    <p:animScale>
                                      <p:cBhvr>
                                        <p:cTn id="78" dur="166" decel="50000">
                                          <p:stCondLst>
                                            <p:cond delay="676"/>
                                          </p:stCondLst>
                                        </p:cTn>
                                        <p:tgtEl>
                                          <p:spTgt spid="3">
                                            <p:txEl>
                                              <p:pRg st="4" end="4"/>
                                            </p:txEl>
                                          </p:spTgt>
                                        </p:tgtEl>
                                      </p:cBhvr>
                                      <p:to x="100000" y="100000"/>
                                    </p:animScale>
                                    <p:animScale>
                                      <p:cBhvr>
                                        <p:cTn id="79" dur="26">
                                          <p:stCondLst>
                                            <p:cond delay="1312"/>
                                          </p:stCondLst>
                                        </p:cTn>
                                        <p:tgtEl>
                                          <p:spTgt spid="3">
                                            <p:txEl>
                                              <p:pRg st="4" end="4"/>
                                            </p:txEl>
                                          </p:spTgt>
                                        </p:tgtEl>
                                      </p:cBhvr>
                                      <p:to x="100000" y="80000"/>
                                    </p:animScale>
                                    <p:animScale>
                                      <p:cBhvr>
                                        <p:cTn id="80" dur="166" decel="50000">
                                          <p:stCondLst>
                                            <p:cond delay="1338"/>
                                          </p:stCondLst>
                                        </p:cTn>
                                        <p:tgtEl>
                                          <p:spTgt spid="3">
                                            <p:txEl>
                                              <p:pRg st="4" end="4"/>
                                            </p:txEl>
                                          </p:spTgt>
                                        </p:tgtEl>
                                      </p:cBhvr>
                                      <p:to x="100000" y="100000"/>
                                    </p:animScale>
                                    <p:animScale>
                                      <p:cBhvr>
                                        <p:cTn id="81" dur="26">
                                          <p:stCondLst>
                                            <p:cond delay="1642"/>
                                          </p:stCondLst>
                                        </p:cTn>
                                        <p:tgtEl>
                                          <p:spTgt spid="3">
                                            <p:txEl>
                                              <p:pRg st="4" end="4"/>
                                            </p:txEl>
                                          </p:spTgt>
                                        </p:tgtEl>
                                      </p:cBhvr>
                                      <p:to x="100000" y="90000"/>
                                    </p:animScale>
                                    <p:animScale>
                                      <p:cBhvr>
                                        <p:cTn id="82" dur="166" decel="50000">
                                          <p:stCondLst>
                                            <p:cond delay="1668"/>
                                          </p:stCondLst>
                                        </p:cTn>
                                        <p:tgtEl>
                                          <p:spTgt spid="3">
                                            <p:txEl>
                                              <p:pRg st="4" end="4"/>
                                            </p:txEl>
                                          </p:spTgt>
                                        </p:tgtEl>
                                      </p:cBhvr>
                                      <p:to x="100000" y="100000"/>
                                    </p:animScale>
                                    <p:animScale>
                                      <p:cBhvr>
                                        <p:cTn id="83" dur="26">
                                          <p:stCondLst>
                                            <p:cond delay="1808"/>
                                          </p:stCondLst>
                                        </p:cTn>
                                        <p:tgtEl>
                                          <p:spTgt spid="3">
                                            <p:txEl>
                                              <p:pRg st="4" end="4"/>
                                            </p:txEl>
                                          </p:spTgt>
                                        </p:tgtEl>
                                      </p:cBhvr>
                                      <p:to x="100000" y="95000"/>
                                    </p:animScale>
                                    <p:animScale>
                                      <p:cBhvr>
                                        <p:cTn id="84" dur="166" decel="50000">
                                          <p:stCondLst>
                                            <p:cond delay="1834"/>
                                          </p:stCondLst>
                                        </p:cTn>
                                        <p:tgtEl>
                                          <p:spTgt spid="3">
                                            <p:txEl>
                                              <p:pRg st="4" end="4"/>
                                            </p:txEl>
                                          </p:spTgt>
                                        </p:tgtEl>
                                      </p:cBhvr>
                                      <p:to x="100000" y="100000"/>
                                    </p:animScale>
                                  </p:childTnLst>
                                </p:cTn>
                              </p:par>
                              <p:par>
                                <p:cTn id="85" presetID="26" presetClass="entr" presetSubtype="0" fill="hold" nodeType="withEffect">
                                  <p:stCondLst>
                                    <p:cond delay="0"/>
                                  </p:stCondLst>
                                  <p:childTnLst>
                                    <p:set>
                                      <p:cBhvr>
                                        <p:cTn id="86" dur="1" fill="hold">
                                          <p:stCondLst>
                                            <p:cond delay="0"/>
                                          </p:stCondLst>
                                        </p:cTn>
                                        <p:tgtEl>
                                          <p:spTgt spid="3">
                                            <p:txEl>
                                              <p:pRg st="5" end="5"/>
                                            </p:txEl>
                                          </p:spTgt>
                                        </p:tgtEl>
                                        <p:attrNameLst>
                                          <p:attrName>style.visibility</p:attrName>
                                        </p:attrNameLst>
                                      </p:cBhvr>
                                      <p:to>
                                        <p:strVal val="visible"/>
                                      </p:to>
                                    </p:set>
                                    <p:animEffect transition="in" filter="wipe(down)">
                                      <p:cBhvr>
                                        <p:cTn id="87" dur="580">
                                          <p:stCondLst>
                                            <p:cond delay="0"/>
                                          </p:stCondLst>
                                        </p:cTn>
                                        <p:tgtEl>
                                          <p:spTgt spid="3">
                                            <p:txEl>
                                              <p:pRg st="5" end="5"/>
                                            </p:txEl>
                                          </p:spTgt>
                                        </p:tgtEl>
                                      </p:cBhvr>
                                    </p:animEffect>
                                    <p:anim calcmode="lin" valueType="num">
                                      <p:cBhvr>
                                        <p:cTn id="88" dur="1822" tmFilter="0,0; 0.14,0.36; 0.43,0.73; 0.71,0.91; 1.0,1.0">
                                          <p:stCondLst>
                                            <p:cond delay="0"/>
                                          </p:stCondLst>
                                        </p:cTn>
                                        <p:tgtEl>
                                          <p:spTgt spid="3">
                                            <p:txEl>
                                              <p:pRg st="5" end="5"/>
                                            </p:txEl>
                                          </p:spTgt>
                                        </p:tgtEl>
                                        <p:attrNameLst>
                                          <p:attrName>ppt_x</p:attrName>
                                        </p:attrNameLst>
                                      </p:cBhvr>
                                      <p:tavLst>
                                        <p:tav tm="0">
                                          <p:val>
                                            <p:strVal val="#ppt_x-0.25"/>
                                          </p:val>
                                        </p:tav>
                                        <p:tav tm="100000">
                                          <p:val>
                                            <p:strVal val="#ppt_x"/>
                                          </p:val>
                                        </p:tav>
                                      </p:tavLst>
                                    </p:anim>
                                    <p:anim calcmode="lin" valueType="num">
                                      <p:cBhvr>
                                        <p:cTn id="89" dur="664" tmFilter="0.0,0.0; 0.25,0.07; 0.50,0.2; 0.75,0.467; 1.0,1.0">
                                          <p:stCondLst>
                                            <p:cond delay="0"/>
                                          </p:stCondLst>
                                        </p:cTn>
                                        <p:tgtEl>
                                          <p:spTgt spid="3">
                                            <p:txEl>
                                              <p:pRg st="5" end="5"/>
                                            </p:txEl>
                                          </p:spTgt>
                                        </p:tgtEl>
                                        <p:attrNameLst>
                                          <p:attrName>ppt_y</p:attrName>
                                        </p:attrNameLst>
                                      </p:cBhvr>
                                      <p:tavLst>
                                        <p:tav tm="0" fmla="#ppt_y-sin(pi*$)/3">
                                          <p:val>
                                            <p:fltVal val="0.5"/>
                                          </p:val>
                                        </p:tav>
                                        <p:tav tm="100000">
                                          <p:val>
                                            <p:fltVal val="1"/>
                                          </p:val>
                                        </p:tav>
                                      </p:tavLst>
                                    </p:anim>
                                    <p:anim calcmode="lin" valueType="num">
                                      <p:cBhvr>
                                        <p:cTn id="90" dur="664" tmFilter="0, 0; 0.125,0.2665; 0.25,0.4; 0.375,0.465; 0.5,0.5;  0.625,0.535; 0.75,0.6; 0.875,0.7335; 1,1">
                                          <p:stCondLst>
                                            <p:cond delay="664"/>
                                          </p:stCondLst>
                                        </p:cTn>
                                        <p:tgtEl>
                                          <p:spTgt spid="3">
                                            <p:txEl>
                                              <p:pRg st="5" end="5"/>
                                            </p:txEl>
                                          </p:spTgt>
                                        </p:tgtEl>
                                        <p:attrNameLst>
                                          <p:attrName>ppt_y</p:attrName>
                                        </p:attrNameLst>
                                      </p:cBhvr>
                                      <p:tavLst>
                                        <p:tav tm="0" fmla="#ppt_y-sin(pi*$)/9">
                                          <p:val>
                                            <p:fltVal val="0"/>
                                          </p:val>
                                        </p:tav>
                                        <p:tav tm="100000">
                                          <p:val>
                                            <p:fltVal val="1"/>
                                          </p:val>
                                        </p:tav>
                                      </p:tavLst>
                                    </p:anim>
                                    <p:anim calcmode="lin" valueType="num">
                                      <p:cBhvr>
                                        <p:cTn id="91" dur="332" tmFilter="0, 0; 0.125,0.2665; 0.25,0.4; 0.375,0.465; 0.5,0.5;  0.625,0.535; 0.75,0.6; 0.875,0.7335; 1,1">
                                          <p:stCondLst>
                                            <p:cond delay="1324"/>
                                          </p:stCondLst>
                                        </p:cTn>
                                        <p:tgtEl>
                                          <p:spTgt spid="3">
                                            <p:txEl>
                                              <p:pRg st="5" end="5"/>
                                            </p:txEl>
                                          </p:spTgt>
                                        </p:tgtEl>
                                        <p:attrNameLst>
                                          <p:attrName>ppt_y</p:attrName>
                                        </p:attrNameLst>
                                      </p:cBhvr>
                                      <p:tavLst>
                                        <p:tav tm="0" fmla="#ppt_y-sin(pi*$)/27">
                                          <p:val>
                                            <p:fltVal val="0"/>
                                          </p:val>
                                        </p:tav>
                                        <p:tav tm="100000">
                                          <p:val>
                                            <p:fltVal val="1"/>
                                          </p:val>
                                        </p:tav>
                                      </p:tavLst>
                                    </p:anim>
                                    <p:anim calcmode="lin" valueType="num">
                                      <p:cBhvr>
                                        <p:cTn id="92" dur="164" tmFilter="0, 0; 0.125,0.2665; 0.25,0.4; 0.375,0.465; 0.5,0.5;  0.625,0.535; 0.75,0.6; 0.875,0.7335; 1,1">
                                          <p:stCondLst>
                                            <p:cond delay="1656"/>
                                          </p:stCondLst>
                                        </p:cTn>
                                        <p:tgtEl>
                                          <p:spTgt spid="3">
                                            <p:txEl>
                                              <p:pRg st="5" end="5"/>
                                            </p:txEl>
                                          </p:spTgt>
                                        </p:tgtEl>
                                        <p:attrNameLst>
                                          <p:attrName>ppt_y</p:attrName>
                                        </p:attrNameLst>
                                      </p:cBhvr>
                                      <p:tavLst>
                                        <p:tav tm="0" fmla="#ppt_y-sin(pi*$)/81">
                                          <p:val>
                                            <p:fltVal val="0"/>
                                          </p:val>
                                        </p:tav>
                                        <p:tav tm="100000">
                                          <p:val>
                                            <p:fltVal val="1"/>
                                          </p:val>
                                        </p:tav>
                                      </p:tavLst>
                                    </p:anim>
                                    <p:animScale>
                                      <p:cBhvr>
                                        <p:cTn id="93" dur="26">
                                          <p:stCondLst>
                                            <p:cond delay="650"/>
                                          </p:stCondLst>
                                        </p:cTn>
                                        <p:tgtEl>
                                          <p:spTgt spid="3">
                                            <p:txEl>
                                              <p:pRg st="5" end="5"/>
                                            </p:txEl>
                                          </p:spTgt>
                                        </p:tgtEl>
                                      </p:cBhvr>
                                      <p:to x="100000" y="60000"/>
                                    </p:animScale>
                                    <p:animScale>
                                      <p:cBhvr>
                                        <p:cTn id="94" dur="166" decel="50000">
                                          <p:stCondLst>
                                            <p:cond delay="676"/>
                                          </p:stCondLst>
                                        </p:cTn>
                                        <p:tgtEl>
                                          <p:spTgt spid="3">
                                            <p:txEl>
                                              <p:pRg st="5" end="5"/>
                                            </p:txEl>
                                          </p:spTgt>
                                        </p:tgtEl>
                                      </p:cBhvr>
                                      <p:to x="100000" y="100000"/>
                                    </p:animScale>
                                    <p:animScale>
                                      <p:cBhvr>
                                        <p:cTn id="95" dur="26">
                                          <p:stCondLst>
                                            <p:cond delay="1312"/>
                                          </p:stCondLst>
                                        </p:cTn>
                                        <p:tgtEl>
                                          <p:spTgt spid="3">
                                            <p:txEl>
                                              <p:pRg st="5" end="5"/>
                                            </p:txEl>
                                          </p:spTgt>
                                        </p:tgtEl>
                                      </p:cBhvr>
                                      <p:to x="100000" y="80000"/>
                                    </p:animScale>
                                    <p:animScale>
                                      <p:cBhvr>
                                        <p:cTn id="96" dur="166" decel="50000">
                                          <p:stCondLst>
                                            <p:cond delay="1338"/>
                                          </p:stCondLst>
                                        </p:cTn>
                                        <p:tgtEl>
                                          <p:spTgt spid="3">
                                            <p:txEl>
                                              <p:pRg st="5" end="5"/>
                                            </p:txEl>
                                          </p:spTgt>
                                        </p:tgtEl>
                                      </p:cBhvr>
                                      <p:to x="100000" y="100000"/>
                                    </p:animScale>
                                    <p:animScale>
                                      <p:cBhvr>
                                        <p:cTn id="97" dur="26">
                                          <p:stCondLst>
                                            <p:cond delay="1642"/>
                                          </p:stCondLst>
                                        </p:cTn>
                                        <p:tgtEl>
                                          <p:spTgt spid="3">
                                            <p:txEl>
                                              <p:pRg st="5" end="5"/>
                                            </p:txEl>
                                          </p:spTgt>
                                        </p:tgtEl>
                                      </p:cBhvr>
                                      <p:to x="100000" y="90000"/>
                                    </p:animScale>
                                    <p:animScale>
                                      <p:cBhvr>
                                        <p:cTn id="98" dur="166" decel="50000">
                                          <p:stCondLst>
                                            <p:cond delay="1668"/>
                                          </p:stCondLst>
                                        </p:cTn>
                                        <p:tgtEl>
                                          <p:spTgt spid="3">
                                            <p:txEl>
                                              <p:pRg st="5" end="5"/>
                                            </p:txEl>
                                          </p:spTgt>
                                        </p:tgtEl>
                                      </p:cBhvr>
                                      <p:to x="100000" y="100000"/>
                                    </p:animScale>
                                    <p:animScale>
                                      <p:cBhvr>
                                        <p:cTn id="99" dur="26">
                                          <p:stCondLst>
                                            <p:cond delay="1808"/>
                                          </p:stCondLst>
                                        </p:cTn>
                                        <p:tgtEl>
                                          <p:spTgt spid="3">
                                            <p:txEl>
                                              <p:pRg st="5" end="5"/>
                                            </p:txEl>
                                          </p:spTgt>
                                        </p:tgtEl>
                                      </p:cBhvr>
                                      <p:to x="100000" y="95000"/>
                                    </p:animScale>
                                    <p:animScale>
                                      <p:cBhvr>
                                        <p:cTn id="100" dur="166" decel="50000">
                                          <p:stCondLst>
                                            <p:cond delay="1834"/>
                                          </p:stCondLst>
                                        </p:cTn>
                                        <p:tgtEl>
                                          <p:spTgt spid="3">
                                            <p:txEl>
                                              <p:pRg st="5" end="5"/>
                                            </p:txEl>
                                          </p:spTgt>
                                        </p:tgtEl>
                                      </p:cBhvr>
                                      <p:to x="100000" y="100000"/>
                                    </p:animScale>
                                  </p:childTnLst>
                                </p:cTn>
                              </p:par>
                              <p:par>
                                <p:cTn id="101" presetID="26" presetClass="entr" presetSubtype="0" fill="hold" nodeType="withEffect">
                                  <p:stCondLst>
                                    <p:cond delay="0"/>
                                  </p:stCondLst>
                                  <p:childTnLst>
                                    <p:set>
                                      <p:cBhvr>
                                        <p:cTn id="102" dur="1" fill="hold">
                                          <p:stCondLst>
                                            <p:cond delay="0"/>
                                          </p:stCondLst>
                                        </p:cTn>
                                        <p:tgtEl>
                                          <p:spTgt spid="3">
                                            <p:txEl>
                                              <p:pRg st="6" end="6"/>
                                            </p:txEl>
                                          </p:spTgt>
                                        </p:tgtEl>
                                        <p:attrNameLst>
                                          <p:attrName>style.visibility</p:attrName>
                                        </p:attrNameLst>
                                      </p:cBhvr>
                                      <p:to>
                                        <p:strVal val="visible"/>
                                      </p:to>
                                    </p:set>
                                    <p:animEffect transition="in" filter="wipe(down)">
                                      <p:cBhvr>
                                        <p:cTn id="103" dur="580">
                                          <p:stCondLst>
                                            <p:cond delay="0"/>
                                          </p:stCondLst>
                                        </p:cTn>
                                        <p:tgtEl>
                                          <p:spTgt spid="3">
                                            <p:txEl>
                                              <p:pRg st="6" end="6"/>
                                            </p:txEl>
                                          </p:spTgt>
                                        </p:tgtEl>
                                      </p:cBhvr>
                                    </p:animEffect>
                                    <p:anim calcmode="lin" valueType="num">
                                      <p:cBhvr>
                                        <p:cTn id="104" dur="1822" tmFilter="0,0; 0.14,0.36; 0.43,0.73; 0.71,0.91; 1.0,1.0">
                                          <p:stCondLst>
                                            <p:cond delay="0"/>
                                          </p:stCondLst>
                                        </p:cTn>
                                        <p:tgtEl>
                                          <p:spTgt spid="3">
                                            <p:txEl>
                                              <p:pRg st="6" end="6"/>
                                            </p:txEl>
                                          </p:spTgt>
                                        </p:tgtEl>
                                        <p:attrNameLst>
                                          <p:attrName>ppt_x</p:attrName>
                                        </p:attrNameLst>
                                      </p:cBhvr>
                                      <p:tavLst>
                                        <p:tav tm="0">
                                          <p:val>
                                            <p:strVal val="#ppt_x-0.25"/>
                                          </p:val>
                                        </p:tav>
                                        <p:tav tm="100000">
                                          <p:val>
                                            <p:strVal val="#ppt_x"/>
                                          </p:val>
                                        </p:tav>
                                      </p:tavLst>
                                    </p:anim>
                                    <p:anim calcmode="lin" valueType="num">
                                      <p:cBhvr>
                                        <p:cTn id="105" dur="664" tmFilter="0.0,0.0; 0.25,0.07; 0.50,0.2; 0.75,0.467; 1.0,1.0">
                                          <p:stCondLst>
                                            <p:cond delay="0"/>
                                          </p:stCondLst>
                                        </p:cTn>
                                        <p:tgtEl>
                                          <p:spTgt spid="3">
                                            <p:txEl>
                                              <p:pRg st="6" end="6"/>
                                            </p:txEl>
                                          </p:spTgt>
                                        </p:tgtEl>
                                        <p:attrNameLst>
                                          <p:attrName>ppt_y</p:attrName>
                                        </p:attrNameLst>
                                      </p:cBhvr>
                                      <p:tavLst>
                                        <p:tav tm="0" fmla="#ppt_y-sin(pi*$)/3">
                                          <p:val>
                                            <p:fltVal val="0.5"/>
                                          </p:val>
                                        </p:tav>
                                        <p:tav tm="100000">
                                          <p:val>
                                            <p:fltVal val="1"/>
                                          </p:val>
                                        </p:tav>
                                      </p:tavLst>
                                    </p:anim>
                                    <p:anim calcmode="lin" valueType="num">
                                      <p:cBhvr>
                                        <p:cTn id="106" dur="664" tmFilter="0, 0; 0.125,0.2665; 0.25,0.4; 0.375,0.465; 0.5,0.5;  0.625,0.535; 0.75,0.6; 0.875,0.7335; 1,1">
                                          <p:stCondLst>
                                            <p:cond delay="664"/>
                                          </p:stCondLst>
                                        </p:cTn>
                                        <p:tgtEl>
                                          <p:spTgt spid="3">
                                            <p:txEl>
                                              <p:pRg st="6" end="6"/>
                                            </p:txEl>
                                          </p:spTgt>
                                        </p:tgtEl>
                                        <p:attrNameLst>
                                          <p:attrName>ppt_y</p:attrName>
                                        </p:attrNameLst>
                                      </p:cBhvr>
                                      <p:tavLst>
                                        <p:tav tm="0" fmla="#ppt_y-sin(pi*$)/9">
                                          <p:val>
                                            <p:fltVal val="0"/>
                                          </p:val>
                                        </p:tav>
                                        <p:tav tm="100000">
                                          <p:val>
                                            <p:fltVal val="1"/>
                                          </p:val>
                                        </p:tav>
                                      </p:tavLst>
                                    </p:anim>
                                    <p:anim calcmode="lin" valueType="num">
                                      <p:cBhvr>
                                        <p:cTn id="107" dur="332" tmFilter="0, 0; 0.125,0.2665; 0.25,0.4; 0.375,0.465; 0.5,0.5;  0.625,0.535; 0.75,0.6; 0.875,0.7335; 1,1">
                                          <p:stCondLst>
                                            <p:cond delay="1324"/>
                                          </p:stCondLst>
                                        </p:cTn>
                                        <p:tgtEl>
                                          <p:spTgt spid="3">
                                            <p:txEl>
                                              <p:pRg st="6" end="6"/>
                                            </p:txEl>
                                          </p:spTgt>
                                        </p:tgtEl>
                                        <p:attrNameLst>
                                          <p:attrName>ppt_y</p:attrName>
                                        </p:attrNameLst>
                                      </p:cBhvr>
                                      <p:tavLst>
                                        <p:tav tm="0" fmla="#ppt_y-sin(pi*$)/27">
                                          <p:val>
                                            <p:fltVal val="0"/>
                                          </p:val>
                                        </p:tav>
                                        <p:tav tm="100000">
                                          <p:val>
                                            <p:fltVal val="1"/>
                                          </p:val>
                                        </p:tav>
                                      </p:tavLst>
                                    </p:anim>
                                    <p:anim calcmode="lin" valueType="num">
                                      <p:cBhvr>
                                        <p:cTn id="108" dur="164" tmFilter="0, 0; 0.125,0.2665; 0.25,0.4; 0.375,0.465; 0.5,0.5;  0.625,0.535; 0.75,0.6; 0.875,0.7335; 1,1">
                                          <p:stCondLst>
                                            <p:cond delay="1656"/>
                                          </p:stCondLst>
                                        </p:cTn>
                                        <p:tgtEl>
                                          <p:spTgt spid="3">
                                            <p:txEl>
                                              <p:pRg st="6" end="6"/>
                                            </p:txEl>
                                          </p:spTgt>
                                        </p:tgtEl>
                                        <p:attrNameLst>
                                          <p:attrName>ppt_y</p:attrName>
                                        </p:attrNameLst>
                                      </p:cBhvr>
                                      <p:tavLst>
                                        <p:tav tm="0" fmla="#ppt_y-sin(pi*$)/81">
                                          <p:val>
                                            <p:fltVal val="0"/>
                                          </p:val>
                                        </p:tav>
                                        <p:tav tm="100000">
                                          <p:val>
                                            <p:fltVal val="1"/>
                                          </p:val>
                                        </p:tav>
                                      </p:tavLst>
                                    </p:anim>
                                    <p:animScale>
                                      <p:cBhvr>
                                        <p:cTn id="109" dur="26">
                                          <p:stCondLst>
                                            <p:cond delay="650"/>
                                          </p:stCondLst>
                                        </p:cTn>
                                        <p:tgtEl>
                                          <p:spTgt spid="3">
                                            <p:txEl>
                                              <p:pRg st="6" end="6"/>
                                            </p:txEl>
                                          </p:spTgt>
                                        </p:tgtEl>
                                      </p:cBhvr>
                                      <p:to x="100000" y="60000"/>
                                    </p:animScale>
                                    <p:animScale>
                                      <p:cBhvr>
                                        <p:cTn id="110" dur="166" decel="50000">
                                          <p:stCondLst>
                                            <p:cond delay="676"/>
                                          </p:stCondLst>
                                        </p:cTn>
                                        <p:tgtEl>
                                          <p:spTgt spid="3">
                                            <p:txEl>
                                              <p:pRg st="6" end="6"/>
                                            </p:txEl>
                                          </p:spTgt>
                                        </p:tgtEl>
                                      </p:cBhvr>
                                      <p:to x="100000" y="100000"/>
                                    </p:animScale>
                                    <p:animScale>
                                      <p:cBhvr>
                                        <p:cTn id="111" dur="26">
                                          <p:stCondLst>
                                            <p:cond delay="1312"/>
                                          </p:stCondLst>
                                        </p:cTn>
                                        <p:tgtEl>
                                          <p:spTgt spid="3">
                                            <p:txEl>
                                              <p:pRg st="6" end="6"/>
                                            </p:txEl>
                                          </p:spTgt>
                                        </p:tgtEl>
                                      </p:cBhvr>
                                      <p:to x="100000" y="80000"/>
                                    </p:animScale>
                                    <p:animScale>
                                      <p:cBhvr>
                                        <p:cTn id="112" dur="166" decel="50000">
                                          <p:stCondLst>
                                            <p:cond delay="1338"/>
                                          </p:stCondLst>
                                        </p:cTn>
                                        <p:tgtEl>
                                          <p:spTgt spid="3">
                                            <p:txEl>
                                              <p:pRg st="6" end="6"/>
                                            </p:txEl>
                                          </p:spTgt>
                                        </p:tgtEl>
                                      </p:cBhvr>
                                      <p:to x="100000" y="100000"/>
                                    </p:animScale>
                                    <p:animScale>
                                      <p:cBhvr>
                                        <p:cTn id="113" dur="26">
                                          <p:stCondLst>
                                            <p:cond delay="1642"/>
                                          </p:stCondLst>
                                        </p:cTn>
                                        <p:tgtEl>
                                          <p:spTgt spid="3">
                                            <p:txEl>
                                              <p:pRg st="6" end="6"/>
                                            </p:txEl>
                                          </p:spTgt>
                                        </p:tgtEl>
                                      </p:cBhvr>
                                      <p:to x="100000" y="90000"/>
                                    </p:animScale>
                                    <p:animScale>
                                      <p:cBhvr>
                                        <p:cTn id="114" dur="166" decel="50000">
                                          <p:stCondLst>
                                            <p:cond delay="1668"/>
                                          </p:stCondLst>
                                        </p:cTn>
                                        <p:tgtEl>
                                          <p:spTgt spid="3">
                                            <p:txEl>
                                              <p:pRg st="6" end="6"/>
                                            </p:txEl>
                                          </p:spTgt>
                                        </p:tgtEl>
                                      </p:cBhvr>
                                      <p:to x="100000" y="100000"/>
                                    </p:animScale>
                                    <p:animScale>
                                      <p:cBhvr>
                                        <p:cTn id="115" dur="26">
                                          <p:stCondLst>
                                            <p:cond delay="1808"/>
                                          </p:stCondLst>
                                        </p:cTn>
                                        <p:tgtEl>
                                          <p:spTgt spid="3">
                                            <p:txEl>
                                              <p:pRg st="6" end="6"/>
                                            </p:txEl>
                                          </p:spTgt>
                                        </p:tgtEl>
                                      </p:cBhvr>
                                      <p:to x="100000" y="95000"/>
                                    </p:animScale>
                                    <p:animScale>
                                      <p:cBhvr>
                                        <p:cTn id="116" dur="166" decel="50000">
                                          <p:stCondLst>
                                            <p:cond delay="1834"/>
                                          </p:stCondLst>
                                        </p:cTn>
                                        <p:tgtEl>
                                          <p:spTgt spid="3">
                                            <p:txEl>
                                              <p:pRg st="6" end="6"/>
                                            </p:txEl>
                                          </p:spTgt>
                                        </p:tgtEl>
                                      </p:cBhvr>
                                      <p:to x="100000" y="100000"/>
                                    </p:animScale>
                                  </p:childTnLst>
                                </p:cTn>
                              </p:par>
                              <p:par>
                                <p:cTn id="117" presetID="26" presetClass="entr" presetSubtype="0" fill="hold" nodeType="withEffect">
                                  <p:stCondLst>
                                    <p:cond delay="0"/>
                                  </p:stCondLst>
                                  <p:childTnLst>
                                    <p:set>
                                      <p:cBhvr>
                                        <p:cTn id="118" dur="1" fill="hold">
                                          <p:stCondLst>
                                            <p:cond delay="0"/>
                                          </p:stCondLst>
                                        </p:cTn>
                                        <p:tgtEl>
                                          <p:spTgt spid="3">
                                            <p:txEl>
                                              <p:pRg st="7" end="7"/>
                                            </p:txEl>
                                          </p:spTgt>
                                        </p:tgtEl>
                                        <p:attrNameLst>
                                          <p:attrName>style.visibility</p:attrName>
                                        </p:attrNameLst>
                                      </p:cBhvr>
                                      <p:to>
                                        <p:strVal val="visible"/>
                                      </p:to>
                                    </p:set>
                                    <p:animEffect transition="in" filter="wipe(down)">
                                      <p:cBhvr>
                                        <p:cTn id="119" dur="580">
                                          <p:stCondLst>
                                            <p:cond delay="0"/>
                                          </p:stCondLst>
                                        </p:cTn>
                                        <p:tgtEl>
                                          <p:spTgt spid="3">
                                            <p:txEl>
                                              <p:pRg st="7" end="7"/>
                                            </p:txEl>
                                          </p:spTgt>
                                        </p:tgtEl>
                                      </p:cBhvr>
                                    </p:animEffect>
                                    <p:anim calcmode="lin" valueType="num">
                                      <p:cBhvr>
                                        <p:cTn id="120" dur="1822" tmFilter="0,0; 0.14,0.36; 0.43,0.73; 0.71,0.91; 1.0,1.0">
                                          <p:stCondLst>
                                            <p:cond delay="0"/>
                                          </p:stCondLst>
                                        </p:cTn>
                                        <p:tgtEl>
                                          <p:spTgt spid="3">
                                            <p:txEl>
                                              <p:pRg st="7" end="7"/>
                                            </p:txEl>
                                          </p:spTgt>
                                        </p:tgtEl>
                                        <p:attrNameLst>
                                          <p:attrName>ppt_x</p:attrName>
                                        </p:attrNameLst>
                                      </p:cBhvr>
                                      <p:tavLst>
                                        <p:tav tm="0">
                                          <p:val>
                                            <p:strVal val="#ppt_x-0.25"/>
                                          </p:val>
                                        </p:tav>
                                        <p:tav tm="100000">
                                          <p:val>
                                            <p:strVal val="#ppt_x"/>
                                          </p:val>
                                        </p:tav>
                                      </p:tavLst>
                                    </p:anim>
                                    <p:anim calcmode="lin" valueType="num">
                                      <p:cBhvr>
                                        <p:cTn id="121" dur="664" tmFilter="0.0,0.0; 0.25,0.07; 0.50,0.2; 0.75,0.467; 1.0,1.0">
                                          <p:stCondLst>
                                            <p:cond delay="0"/>
                                          </p:stCondLst>
                                        </p:cTn>
                                        <p:tgtEl>
                                          <p:spTgt spid="3">
                                            <p:txEl>
                                              <p:pRg st="7" end="7"/>
                                            </p:txEl>
                                          </p:spTgt>
                                        </p:tgtEl>
                                        <p:attrNameLst>
                                          <p:attrName>ppt_y</p:attrName>
                                        </p:attrNameLst>
                                      </p:cBhvr>
                                      <p:tavLst>
                                        <p:tav tm="0" fmla="#ppt_y-sin(pi*$)/3">
                                          <p:val>
                                            <p:fltVal val="0.5"/>
                                          </p:val>
                                        </p:tav>
                                        <p:tav tm="100000">
                                          <p:val>
                                            <p:fltVal val="1"/>
                                          </p:val>
                                        </p:tav>
                                      </p:tavLst>
                                    </p:anim>
                                    <p:anim calcmode="lin" valueType="num">
                                      <p:cBhvr>
                                        <p:cTn id="122" dur="664" tmFilter="0, 0; 0.125,0.2665; 0.25,0.4; 0.375,0.465; 0.5,0.5;  0.625,0.535; 0.75,0.6; 0.875,0.7335; 1,1">
                                          <p:stCondLst>
                                            <p:cond delay="664"/>
                                          </p:stCondLst>
                                        </p:cTn>
                                        <p:tgtEl>
                                          <p:spTgt spid="3">
                                            <p:txEl>
                                              <p:pRg st="7" end="7"/>
                                            </p:txEl>
                                          </p:spTgt>
                                        </p:tgtEl>
                                        <p:attrNameLst>
                                          <p:attrName>ppt_y</p:attrName>
                                        </p:attrNameLst>
                                      </p:cBhvr>
                                      <p:tavLst>
                                        <p:tav tm="0" fmla="#ppt_y-sin(pi*$)/9">
                                          <p:val>
                                            <p:fltVal val="0"/>
                                          </p:val>
                                        </p:tav>
                                        <p:tav tm="100000">
                                          <p:val>
                                            <p:fltVal val="1"/>
                                          </p:val>
                                        </p:tav>
                                      </p:tavLst>
                                    </p:anim>
                                    <p:anim calcmode="lin" valueType="num">
                                      <p:cBhvr>
                                        <p:cTn id="123" dur="332" tmFilter="0, 0; 0.125,0.2665; 0.25,0.4; 0.375,0.465; 0.5,0.5;  0.625,0.535; 0.75,0.6; 0.875,0.7335; 1,1">
                                          <p:stCondLst>
                                            <p:cond delay="1324"/>
                                          </p:stCondLst>
                                        </p:cTn>
                                        <p:tgtEl>
                                          <p:spTgt spid="3">
                                            <p:txEl>
                                              <p:pRg st="7" end="7"/>
                                            </p:txEl>
                                          </p:spTgt>
                                        </p:tgtEl>
                                        <p:attrNameLst>
                                          <p:attrName>ppt_y</p:attrName>
                                        </p:attrNameLst>
                                      </p:cBhvr>
                                      <p:tavLst>
                                        <p:tav tm="0" fmla="#ppt_y-sin(pi*$)/27">
                                          <p:val>
                                            <p:fltVal val="0"/>
                                          </p:val>
                                        </p:tav>
                                        <p:tav tm="100000">
                                          <p:val>
                                            <p:fltVal val="1"/>
                                          </p:val>
                                        </p:tav>
                                      </p:tavLst>
                                    </p:anim>
                                    <p:anim calcmode="lin" valueType="num">
                                      <p:cBhvr>
                                        <p:cTn id="124" dur="164" tmFilter="0, 0; 0.125,0.2665; 0.25,0.4; 0.375,0.465; 0.5,0.5;  0.625,0.535; 0.75,0.6; 0.875,0.7335; 1,1">
                                          <p:stCondLst>
                                            <p:cond delay="1656"/>
                                          </p:stCondLst>
                                        </p:cTn>
                                        <p:tgtEl>
                                          <p:spTgt spid="3">
                                            <p:txEl>
                                              <p:pRg st="7" end="7"/>
                                            </p:txEl>
                                          </p:spTgt>
                                        </p:tgtEl>
                                        <p:attrNameLst>
                                          <p:attrName>ppt_y</p:attrName>
                                        </p:attrNameLst>
                                      </p:cBhvr>
                                      <p:tavLst>
                                        <p:tav tm="0" fmla="#ppt_y-sin(pi*$)/81">
                                          <p:val>
                                            <p:fltVal val="0"/>
                                          </p:val>
                                        </p:tav>
                                        <p:tav tm="100000">
                                          <p:val>
                                            <p:fltVal val="1"/>
                                          </p:val>
                                        </p:tav>
                                      </p:tavLst>
                                    </p:anim>
                                    <p:animScale>
                                      <p:cBhvr>
                                        <p:cTn id="125" dur="26">
                                          <p:stCondLst>
                                            <p:cond delay="650"/>
                                          </p:stCondLst>
                                        </p:cTn>
                                        <p:tgtEl>
                                          <p:spTgt spid="3">
                                            <p:txEl>
                                              <p:pRg st="7" end="7"/>
                                            </p:txEl>
                                          </p:spTgt>
                                        </p:tgtEl>
                                      </p:cBhvr>
                                      <p:to x="100000" y="60000"/>
                                    </p:animScale>
                                    <p:animScale>
                                      <p:cBhvr>
                                        <p:cTn id="126" dur="166" decel="50000">
                                          <p:stCondLst>
                                            <p:cond delay="676"/>
                                          </p:stCondLst>
                                        </p:cTn>
                                        <p:tgtEl>
                                          <p:spTgt spid="3">
                                            <p:txEl>
                                              <p:pRg st="7" end="7"/>
                                            </p:txEl>
                                          </p:spTgt>
                                        </p:tgtEl>
                                      </p:cBhvr>
                                      <p:to x="100000" y="100000"/>
                                    </p:animScale>
                                    <p:animScale>
                                      <p:cBhvr>
                                        <p:cTn id="127" dur="26">
                                          <p:stCondLst>
                                            <p:cond delay="1312"/>
                                          </p:stCondLst>
                                        </p:cTn>
                                        <p:tgtEl>
                                          <p:spTgt spid="3">
                                            <p:txEl>
                                              <p:pRg st="7" end="7"/>
                                            </p:txEl>
                                          </p:spTgt>
                                        </p:tgtEl>
                                      </p:cBhvr>
                                      <p:to x="100000" y="80000"/>
                                    </p:animScale>
                                    <p:animScale>
                                      <p:cBhvr>
                                        <p:cTn id="128" dur="166" decel="50000">
                                          <p:stCondLst>
                                            <p:cond delay="1338"/>
                                          </p:stCondLst>
                                        </p:cTn>
                                        <p:tgtEl>
                                          <p:spTgt spid="3">
                                            <p:txEl>
                                              <p:pRg st="7" end="7"/>
                                            </p:txEl>
                                          </p:spTgt>
                                        </p:tgtEl>
                                      </p:cBhvr>
                                      <p:to x="100000" y="100000"/>
                                    </p:animScale>
                                    <p:animScale>
                                      <p:cBhvr>
                                        <p:cTn id="129" dur="26">
                                          <p:stCondLst>
                                            <p:cond delay="1642"/>
                                          </p:stCondLst>
                                        </p:cTn>
                                        <p:tgtEl>
                                          <p:spTgt spid="3">
                                            <p:txEl>
                                              <p:pRg st="7" end="7"/>
                                            </p:txEl>
                                          </p:spTgt>
                                        </p:tgtEl>
                                      </p:cBhvr>
                                      <p:to x="100000" y="90000"/>
                                    </p:animScale>
                                    <p:animScale>
                                      <p:cBhvr>
                                        <p:cTn id="130" dur="166" decel="50000">
                                          <p:stCondLst>
                                            <p:cond delay="1668"/>
                                          </p:stCondLst>
                                        </p:cTn>
                                        <p:tgtEl>
                                          <p:spTgt spid="3">
                                            <p:txEl>
                                              <p:pRg st="7" end="7"/>
                                            </p:txEl>
                                          </p:spTgt>
                                        </p:tgtEl>
                                      </p:cBhvr>
                                      <p:to x="100000" y="100000"/>
                                    </p:animScale>
                                    <p:animScale>
                                      <p:cBhvr>
                                        <p:cTn id="131" dur="26">
                                          <p:stCondLst>
                                            <p:cond delay="1808"/>
                                          </p:stCondLst>
                                        </p:cTn>
                                        <p:tgtEl>
                                          <p:spTgt spid="3">
                                            <p:txEl>
                                              <p:pRg st="7" end="7"/>
                                            </p:txEl>
                                          </p:spTgt>
                                        </p:tgtEl>
                                      </p:cBhvr>
                                      <p:to x="100000" y="95000"/>
                                    </p:animScale>
                                    <p:animScale>
                                      <p:cBhvr>
                                        <p:cTn id="132" dur="166" decel="50000">
                                          <p:stCondLst>
                                            <p:cond delay="1834"/>
                                          </p:stCondLst>
                                        </p:cTn>
                                        <p:tgtEl>
                                          <p:spTgt spid="3">
                                            <p:txEl>
                                              <p:pRg st="7" end="7"/>
                                            </p:txEl>
                                          </p:spTgt>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00200" y="1447800"/>
            <a:ext cx="8305800" cy="5211509"/>
          </a:xfrm>
          <a:prstGeom prst="rect">
            <a:avLst/>
          </a:prstGeom>
        </p:spPr>
      </p:pic>
      <p:sp>
        <p:nvSpPr>
          <p:cNvPr id="3" name="TextBox 2"/>
          <p:cNvSpPr txBox="1"/>
          <p:nvPr/>
        </p:nvSpPr>
        <p:spPr>
          <a:xfrm>
            <a:off x="3048000" y="435113"/>
            <a:ext cx="5410200" cy="707886"/>
          </a:xfrm>
          <a:prstGeom prst="rect">
            <a:avLst/>
          </a:prstGeom>
          <a:noFill/>
        </p:spPr>
        <p:txBody>
          <a:bodyPr wrap="square" rtlCol="0">
            <a:spAutoFit/>
          </a:bodyPr>
          <a:lstStyle/>
          <a:p>
            <a:r>
              <a:rPr lang="en-US" sz="4000" dirty="0">
                <a:solidFill>
                  <a:srgbClr val="00B0F0"/>
                </a:solidFill>
              </a:rPr>
              <a:t>Constituent Assembly </a:t>
            </a:r>
          </a:p>
        </p:txBody>
      </p:sp>
      <p:sp>
        <p:nvSpPr>
          <p:cNvPr id="4" name="TextBox 3"/>
          <p:cNvSpPr txBox="1"/>
          <p:nvPr/>
        </p:nvSpPr>
        <p:spPr>
          <a:xfrm>
            <a:off x="228600" y="914400"/>
            <a:ext cx="1371600" cy="1477328"/>
          </a:xfrm>
          <a:prstGeom prst="rect">
            <a:avLst/>
          </a:prstGeom>
          <a:noFill/>
        </p:spPr>
        <p:txBody>
          <a:bodyPr wrap="square" rtlCol="0">
            <a:spAutoFit/>
          </a:bodyPr>
          <a:lstStyle/>
          <a:p>
            <a:pPr algn="ctr"/>
            <a:r>
              <a:rPr lang="en-US" dirty="0" smtClean="0"/>
              <a:t>Setup on 26 July, 1946 after Dec 1945 Elections</a:t>
            </a:r>
            <a:endParaRPr lang="en-US" dirty="0"/>
          </a:p>
        </p:txBody>
      </p:sp>
      <p:graphicFrame>
        <p:nvGraphicFramePr>
          <p:cNvPr id="5" name="Table 4"/>
          <p:cNvGraphicFramePr>
            <a:graphicFrameLocks noGrp="1"/>
          </p:cNvGraphicFramePr>
          <p:nvPr>
            <p:extLst>
              <p:ext uri="{D42A27DB-BD31-4B8C-83A1-F6EECF244321}">
                <p14:modId xmlns:p14="http://schemas.microsoft.com/office/powerpoint/2010/main" val="1954336443"/>
              </p:ext>
            </p:extLst>
          </p:nvPr>
        </p:nvGraphicFramePr>
        <p:xfrm>
          <a:off x="10058400" y="1564354"/>
          <a:ext cx="1828800" cy="4338320"/>
        </p:xfrm>
        <a:graphic>
          <a:graphicData uri="http://schemas.openxmlformats.org/drawingml/2006/table">
            <a:tbl>
              <a:tblPr firstRow="1" bandRow="1">
                <a:tableStyleId>{073A0DAA-6AF3-43AB-8588-CEC1D06C72B9}</a:tableStyleId>
              </a:tblPr>
              <a:tblGrid>
                <a:gridCol w="1219200"/>
                <a:gridCol w="609600"/>
              </a:tblGrid>
              <a:tr h="370840">
                <a:tc>
                  <a:txBody>
                    <a:bodyPr/>
                    <a:lstStyle/>
                    <a:p>
                      <a:r>
                        <a:rPr lang="en-US" sz="1200" dirty="0" smtClean="0"/>
                        <a:t>Region</a:t>
                      </a:r>
                      <a:endParaRPr lang="en-US" sz="1200" dirty="0"/>
                    </a:p>
                  </a:txBody>
                  <a:tcPr/>
                </a:tc>
                <a:tc>
                  <a:txBody>
                    <a:bodyPr/>
                    <a:lstStyle/>
                    <a:p>
                      <a:r>
                        <a:rPr lang="en-US" sz="1200" dirty="0" smtClean="0"/>
                        <a:t>No. Seats</a:t>
                      </a:r>
                      <a:endParaRPr lang="en-US" sz="1200" dirty="0"/>
                    </a:p>
                  </a:txBody>
                  <a:tcPr/>
                </a:tc>
              </a:tr>
              <a:tr h="370840">
                <a:tc>
                  <a:txBody>
                    <a:bodyPr/>
                    <a:lstStyle/>
                    <a:p>
                      <a:r>
                        <a:rPr lang="en-US" sz="1200" dirty="0" smtClean="0"/>
                        <a:t>East Bengal</a:t>
                      </a:r>
                      <a:endParaRPr lang="en-US" sz="1200" dirty="0"/>
                    </a:p>
                  </a:txBody>
                  <a:tcPr/>
                </a:tc>
                <a:tc>
                  <a:txBody>
                    <a:bodyPr/>
                    <a:lstStyle/>
                    <a:p>
                      <a:r>
                        <a:rPr lang="en-US" sz="1200" dirty="0" smtClean="0"/>
                        <a:t>44</a:t>
                      </a:r>
                    </a:p>
                  </a:txBody>
                  <a:tcPr/>
                </a:tc>
              </a:tr>
              <a:tr h="370840">
                <a:tc>
                  <a:txBody>
                    <a:bodyPr/>
                    <a:lstStyle/>
                    <a:p>
                      <a:r>
                        <a:rPr lang="en-US" sz="1200" dirty="0" smtClean="0"/>
                        <a:t>Punjab</a:t>
                      </a:r>
                      <a:endParaRPr lang="en-US" sz="1200" dirty="0"/>
                    </a:p>
                  </a:txBody>
                  <a:tcPr/>
                </a:tc>
                <a:tc>
                  <a:txBody>
                    <a:bodyPr/>
                    <a:lstStyle/>
                    <a:p>
                      <a:r>
                        <a:rPr lang="en-US" sz="1200" dirty="0" smtClean="0"/>
                        <a:t>22</a:t>
                      </a:r>
                      <a:endParaRPr lang="en-US" sz="1200" dirty="0"/>
                    </a:p>
                  </a:txBody>
                  <a:tcPr/>
                </a:tc>
              </a:tr>
              <a:tr h="370840">
                <a:tc>
                  <a:txBody>
                    <a:bodyPr/>
                    <a:lstStyle/>
                    <a:p>
                      <a:r>
                        <a:rPr lang="en-US" sz="1200" dirty="0" smtClean="0"/>
                        <a:t>Sindh</a:t>
                      </a:r>
                      <a:endParaRPr lang="en-US" sz="1200" dirty="0"/>
                    </a:p>
                  </a:txBody>
                  <a:tcPr/>
                </a:tc>
                <a:tc>
                  <a:txBody>
                    <a:bodyPr/>
                    <a:lstStyle/>
                    <a:p>
                      <a:r>
                        <a:rPr lang="en-US" sz="1200" dirty="0" smtClean="0"/>
                        <a:t>05</a:t>
                      </a:r>
                      <a:endParaRPr lang="en-US" sz="1200" dirty="0"/>
                    </a:p>
                  </a:txBody>
                  <a:tcPr/>
                </a:tc>
              </a:tr>
              <a:tr h="370840">
                <a:tc>
                  <a:txBody>
                    <a:bodyPr/>
                    <a:lstStyle/>
                    <a:p>
                      <a:r>
                        <a:rPr lang="en-US" sz="1200" dirty="0" smtClean="0"/>
                        <a:t>KPK</a:t>
                      </a:r>
                      <a:endParaRPr lang="en-US" sz="1200" dirty="0"/>
                    </a:p>
                  </a:txBody>
                  <a:tcPr/>
                </a:tc>
                <a:tc>
                  <a:txBody>
                    <a:bodyPr/>
                    <a:lstStyle/>
                    <a:p>
                      <a:r>
                        <a:rPr lang="en-US" sz="1200" dirty="0" smtClean="0"/>
                        <a:t>03</a:t>
                      </a:r>
                      <a:endParaRPr lang="en-US" sz="1200" dirty="0"/>
                    </a:p>
                  </a:txBody>
                  <a:tcPr/>
                </a:tc>
              </a:tr>
              <a:tr h="370840">
                <a:tc>
                  <a:txBody>
                    <a:bodyPr/>
                    <a:lstStyle/>
                    <a:p>
                      <a:r>
                        <a:rPr lang="en-US" sz="1200" dirty="0" smtClean="0"/>
                        <a:t>Balochistan</a:t>
                      </a:r>
                      <a:endParaRPr lang="en-US" sz="1200" dirty="0"/>
                    </a:p>
                  </a:txBody>
                  <a:tcPr/>
                </a:tc>
                <a:tc>
                  <a:txBody>
                    <a:bodyPr/>
                    <a:lstStyle/>
                    <a:p>
                      <a:r>
                        <a:rPr lang="en-US" sz="1200" dirty="0" smtClean="0"/>
                        <a:t>01</a:t>
                      </a:r>
                      <a:endParaRPr lang="en-US" sz="1200" dirty="0"/>
                    </a:p>
                  </a:txBody>
                  <a:tcPr/>
                </a:tc>
              </a:tr>
              <a:tr h="370840">
                <a:tc>
                  <a:txBody>
                    <a:bodyPr/>
                    <a:lstStyle/>
                    <a:p>
                      <a:r>
                        <a:rPr lang="en-US" sz="1200" dirty="0" smtClean="0"/>
                        <a:t>Khairpur</a:t>
                      </a:r>
                      <a:endParaRPr lang="en-US" sz="1200" dirty="0"/>
                    </a:p>
                  </a:txBody>
                  <a:tcPr/>
                </a:tc>
                <a:tc>
                  <a:txBody>
                    <a:bodyPr/>
                    <a:lstStyle/>
                    <a:p>
                      <a:r>
                        <a:rPr lang="en-US" sz="1200" dirty="0" smtClean="0"/>
                        <a:t>01</a:t>
                      </a:r>
                      <a:endParaRPr lang="en-US" sz="1200" dirty="0"/>
                    </a:p>
                  </a:txBody>
                  <a:tcPr/>
                </a:tc>
              </a:tr>
              <a:tr h="370840">
                <a:tc>
                  <a:txBody>
                    <a:bodyPr/>
                    <a:lstStyle/>
                    <a:p>
                      <a:r>
                        <a:rPr lang="en-US" sz="1200" dirty="0" smtClean="0"/>
                        <a:t>State of Bahawalpur</a:t>
                      </a:r>
                      <a:endParaRPr lang="en-US" sz="1200" dirty="0"/>
                    </a:p>
                  </a:txBody>
                  <a:tcPr/>
                </a:tc>
                <a:tc>
                  <a:txBody>
                    <a:bodyPr/>
                    <a:lstStyle/>
                    <a:p>
                      <a:r>
                        <a:rPr lang="en-US" sz="1200" dirty="0" smtClean="0"/>
                        <a:t>01</a:t>
                      </a:r>
                      <a:endParaRPr lang="en-US" sz="1200" dirty="0"/>
                    </a:p>
                  </a:txBody>
                  <a:tcPr/>
                </a:tc>
              </a:tr>
              <a:tr h="370840">
                <a:tc>
                  <a:txBody>
                    <a:bodyPr/>
                    <a:lstStyle/>
                    <a:p>
                      <a:r>
                        <a:rPr lang="en-US" sz="1200" dirty="0" smtClean="0"/>
                        <a:t>State</a:t>
                      </a:r>
                      <a:r>
                        <a:rPr lang="en-US" sz="1200" baseline="0" dirty="0" smtClean="0"/>
                        <a:t> of Balochistan</a:t>
                      </a:r>
                      <a:endParaRPr lang="en-US" sz="1200" dirty="0"/>
                    </a:p>
                  </a:txBody>
                  <a:tcPr/>
                </a:tc>
                <a:tc>
                  <a:txBody>
                    <a:bodyPr/>
                    <a:lstStyle/>
                    <a:p>
                      <a:r>
                        <a:rPr lang="en-US" sz="1200" dirty="0" smtClean="0"/>
                        <a:t>01</a:t>
                      </a:r>
                      <a:endParaRPr lang="en-US" sz="1200" dirty="0"/>
                    </a:p>
                  </a:txBody>
                  <a:tcPr/>
                </a:tc>
              </a:tr>
              <a:tr h="370840">
                <a:tc>
                  <a:txBody>
                    <a:bodyPr/>
                    <a:lstStyle/>
                    <a:p>
                      <a:r>
                        <a:rPr lang="en-US" sz="1200" dirty="0" smtClean="0"/>
                        <a:t>States of KPK</a:t>
                      </a:r>
                      <a:endParaRPr lang="en-US" sz="1200" dirty="0"/>
                    </a:p>
                  </a:txBody>
                  <a:tcPr/>
                </a:tc>
                <a:tc>
                  <a:txBody>
                    <a:bodyPr/>
                    <a:lstStyle/>
                    <a:p>
                      <a:r>
                        <a:rPr lang="en-US" sz="1200" dirty="0" smtClean="0"/>
                        <a:t>01</a:t>
                      </a:r>
                      <a:endParaRPr lang="en-US" sz="1200" dirty="0"/>
                    </a:p>
                  </a:txBody>
                  <a:tcPr/>
                </a:tc>
              </a:tr>
              <a:tr h="370840">
                <a:tc>
                  <a:txBody>
                    <a:bodyPr/>
                    <a:lstStyle/>
                    <a:p>
                      <a:r>
                        <a:rPr lang="en-US" sz="1200" dirty="0" smtClean="0"/>
                        <a:t>Total</a:t>
                      </a:r>
                      <a:endParaRPr lang="en-US" sz="1200" dirty="0"/>
                    </a:p>
                  </a:txBody>
                  <a:tcPr/>
                </a:tc>
                <a:tc>
                  <a:txBody>
                    <a:bodyPr/>
                    <a:lstStyle/>
                    <a:p>
                      <a:r>
                        <a:rPr lang="en-US" sz="1200" dirty="0" smtClean="0"/>
                        <a:t>79</a:t>
                      </a:r>
                      <a:endParaRPr lang="en-US" sz="1200" dirty="0"/>
                    </a:p>
                  </a:txBody>
                  <a:tcPr/>
                </a:tc>
              </a:tr>
            </a:tbl>
          </a:graphicData>
        </a:graphic>
      </p:graphicFrame>
    </p:spTree>
    <p:extLst>
      <p:ext uri="{BB962C8B-B14F-4D97-AF65-F5344CB8AC3E}">
        <p14:creationId xmlns:p14="http://schemas.microsoft.com/office/powerpoint/2010/main" val="2141380217"/>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3000">
        <p15:prstTrans prst="airplane"/>
      </p:transition>
    </mc:Choice>
    <mc:Fallback xmlns="">
      <p:transition spd="slow">
        <p:fade/>
      </p:transition>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1524000" y="0"/>
            <a:ext cx="9144000" cy="6857998"/>
          </a:xfrm>
          <a:prstGeom prst="rect">
            <a:avLst/>
          </a:prstGeom>
          <a:blipFill>
            <a:blip r:embed="rId2" cstate="print"/>
            <a:stretch>
              <a:fillRect/>
            </a:stretch>
          </a:blipFill>
        </p:spPr>
        <p:txBody>
          <a:bodyPr wrap="square" lIns="0" tIns="0" rIns="0" bIns="0" rtlCol="0"/>
          <a:lstStyle/>
          <a:p>
            <a:endParaRPr/>
          </a:p>
        </p:txBody>
      </p:sp>
      <p:sp>
        <p:nvSpPr>
          <p:cNvPr id="3" name="object 3"/>
          <p:cNvSpPr/>
          <p:nvPr/>
        </p:nvSpPr>
        <p:spPr>
          <a:xfrm>
            <a:off x="2673096" y="2836164"/>
            <a:ext cx="6864096" cy="1002792"/>
          </a:xfrm>
          <a:prstGeom prst="rect">
            <a:avLst/>
          </a:prstGeom>
          <a:blipFill>
            <a:blip r:embed="rId3" cstate="print"/>
            <a:stretch>
              <a:fillRect/>
            </a:stretch>
          </a:blipFill>
        </p:spPr>
        <p:txBody>
          <a:bodyPr wrap="square" lIns="0" tIns="0" rIns="0" bIns="0" rtlCol="0"/>
          <a:lstStyle/>
          <a:p>
            <a:endParaRPr/>
          </a:p>
        </p:txBody>
      </p:sp>
      <p:sp>
        <p:nvSpPr>
          <p:cNvPr id="4" name="object 4"/>
          <p:cNvSpPr/>
          <p:nvPr/>
        </p:nvSpPr>
        <p:spPr>
          <a:xfrm>
            <a:off x="5771389" y="3194304"/>
            <a:ext cx="701039" cy="428244"/>
          </a:xfrm>
          <a:prstGeom prst="rect">
            <a:avLst/>
          </a:prstGeom>
          <a:blipFill>
            <a:blip r:embed="rId4" cstate="print"/>
            <a:stretch>
              <a:fillRect/>
            </a:stretch>
          </a:blipFill>
        </p:spPr>
        <p:txBody>
          <a:bodyPr wrap="square" lIns="0" tIns="0" rIns="0" bIns="0" rtlCol="0"/>
          <a:lstStyle/>
          <a:p>
            <a:endParaRPr/>
          </a:p>
        </p:txBody>
      </p:sp>
      <p:sp>
        <p:nvSpPr>
          <p:cNvPr id="5" name="object 5"/>
          <p:cNvSpPr/>
          <p:nvPr/>
        </p:nvSpPr>
        <p:spPr>
          <a:xfrm>
            <a:off x="5808938" y="3235580"/>
            <a:ext cx="636270" cy="363855"/>
          </a:xfrm>
          <a:custGeom>
            <a:avLst/>
            <a:gdLst/>
            <a:ahLst/>
            <a:cxnLst/>
            <a:rect l="l" t="t" r="r" b="b"/>
            <a:pathLst>
              <a:path w="636270" h="363854">
                <a:moveTo>
                  <a:pt x="396408" y="285623"/>
                </a:moveTo>
                <a:lnTo>
                  <a:pt x="402603" y="327703"/>
                </a:lnTo>
                <a:lnTo>
                  <a:pt x="461936" y="359620"/>
                </a:lnTo>
                <a:lnTo>
                  <a:pt x="496865" y="363600"/>
                </a:lnTo>
                <a:lnTo>
                  <a:pt x="520935" y="361787"/>
                </a:lnTo>
                <a:lnTo>
                  <a:pt x="543029" y="356330"/>
                </a:lnTo>
                <a:lnTo>
                  <a:pt x="563123" y="347206"/>
                </a:lnTo>
                <a:lnTo>
                  <a:pt x="581193" y="334391"/>
                </a:lnTo>
                <a:lnTo>
                  <a:pt x="592688" y="322453"/>
                </a:lnTo>
                <a:lnTo>
                  <a:pt x="467655" y="322453"/>
                </a:lnTo>
                <a:lnTo>
                  <a:pt x="447486" y="320145"/>
                </a:lnTo>
                <a:lnTo>
                  <a:pt x="428888" y="313229"/>
                </a:lnTo>
                <a:lnTo>
                  <a:pt x="411849" y="301704"/>
                </a:lnTo>
                <a:lnTo>
                  <a:pt x="396408" y="285623"/>
                </a:lnTo>
                <a:close/>
              </a:path>
              <a:path w="636270" h="363854">
                <a:moveTo>
                  <a:pt x="200066" y="0"/>
                </a:moveTo>
                <a:lnTo>
                  <a:pt x="193716" y="0"/>
                </a:lnTo>
                <a:lnTo>
                  <a:pt x="154215" y="3099"/>
                </a:lnTo>
                <a:lnTo>
                  <a:pt x="85167" y="27967"/>
                </a:lnTo>
                <a:lnTo>
                  <a:pt x="31257" y="76120"/>
                </a:lnTo>
                <a:lnTo>
                  <a:pt x="3393" y="137652"/>
                </a:lnTo>
                <a:lnTo>
                  <a:pt x="0" y="173736"/>
                </a:lnTo>
                <a:lnTo>
                  <a:pt x="3061" y="205563"/>
                </a:lnTo>
                <a:lnTo>
                  <a:pt x="28310" y="262661"/>
                </a:lnTo>
                <a:lnTo>
                  <a:pt x="77293" y="307042"/>
                </a:lnTo>
                <a:lnTo>
                  <a:pt x="140436" y="329989"/>
                </a:lnTo>
                <a:lnTo>
                  <a:pt x="176698" y="332867"/>
                </a:lnTo>
                <a:lnTo>
                  <a:pt x="200842" y="331414"/>
                </a:lnTo>
                <a:lnTo>
                  <a:pt x="226022" y="327056"/>
                </a:lnTo>
                <a:lnTo>
                  <a:pt x="252225" y="319793"/>
                </a:lnTo>
                <a:lnTo>
                  <a:pt x="279441" y="309625"/>
                </a:lnTo>
                <a:lnTo>
                  <a:pt x="295786" y="302006"/>
                </a:lnTo>
                <a:lnTo>
                  <a:pt x="210480" y="302006"/>
                </a:lnTo>
                <a:lnTo>
                  <a:pt x="180663" y="299388"/>
                </a:lnTo>
                <a:lnTo>
                  <a:pt x="128934" y="278485"/>
                </a:lnTo>
                <a:lnTo>
                  <a:pt x="88973" y="237934"/>
                </a:lnTo>
                <a:lnTo>
                  <a:pt x="68399" y="185356"/>
                </a:lnTo>
                <a:lnTo>
                  <a:pt x="65859" y="154662"/>
                </a:lnTo>
                <a:lnTo>
                  <a:pt x="68063" y="127180"/>
                </a:lnTo>
                <a:lnTo>
                  <a:pt x="85919" y="80075"/>
                </a:lnTo>
                <a:lnTo>
                  <a:pt x="121038" y="44900"/>
                </a:lnTo>
                <a:lnTo>
                  <a:pt x="170326" y="24846"/>
                </a:lnTo>
                <a:lnTo>
                  <a:pt x="200066" y="20700"/>
                </a:lnTo>
                <a:lnTo>
                  <a:pt x="200066" y="0"/>
                </a:lnTo>
                <a:close/>
              </a:path>
              <a:path w="636270" h="363854">
                <a:moveTo>
                  <a:pt x="583286" y="192532"/>
                </a:moveTo>
                <a:lnTo>
                  <a:pt x="485816" y="192532"/>
                </a:lnTo>
                <a:lnTo>
                  <a:pt x="498625" y="193553"/>
                </a:lnTo>
                <a:lnTo>
                  <a:pt x="510375" y="196611"/>
                </a:lnTo>
                <a:lnTo>
                  <a:pt x="544188" y="226917"/>
                </a:lnTo>
                <a:lnTo>
                  <a:pt x="548681" y="249047"/>
                </a:lnTo>
                <a:lnTo>
                  <a:pt x="547183" y="263646"/>
                </a:lnTo>
                <a:lnTo>
                  <a:pt x="524805" y="300990"/>
                </a:lnTo>
                <a:lnTo>
                  <a:pt x="483657" y="321117"/>
                </a:lnTo>
                <a:lnTo>
                  <a:pt x="467655" y="322453"/>
                </a:lnTo>
                <a:lnTo>
                  <a:pt x="592688" y="322453"/>
                </a:lnTo>
                <a:lnTo>
                  <a:pt x="596121" y="318887"/>
                </a:lnTo>
                <a:lnTo>
                  <a:pt x="606799" y="301704"/>
                </a:lnTo>
                <a:lnTo>
                  <a:pt x="613215" y="282830"/>
                </a:lnTo>
                <a:lnTo>
                  <a:pt x="615356" y="262255"/>
                </a:lnTo>
                <a:lnTo>
                  <a:pt x="613737" y="243203"/>
                </a:lnTo>
                <a:lnTo>
                  <a:pt x="608879" y="226044"/>
                </a:lnTo>
                <a:lnTo>
                  <a:pt x="600783" y="210766"/>
                </a:lnTo>
                <a:lnTo>
                  <a:pt x="589448" y="197358"/>
                </a:lnTo>
                <a:lnTo>
                  <a:pt x="583286" y="192532"/>
                </a:lnTo>
                <a:close/>
              </a:path>
              <a:path w="636270" h="363854">
                <a:moveTo>
                  <a:pt x="418784" y="111125"/>
                </a:moveTo>
                <a:lnTo>
                  <a:pt x="316271" y="111125"/>
                </a:lnTo>
                <a:lnTo>
                  <a:pt x="327155" y="112317"/>
                </a:lnTo>
                <a:lnTo>
                  <a:pt x="337337" y="115903"/>
                </a:lnTo>
                <a:lnTo>
                  <a:pt x="368325" y="150955"/>
                </a:lnTo>
                <a:lnTo>
                  <a:pt x="372532" y="174751"/>
                </a:lnTo>
                <a:lnTo>
                  <a:pt x="369387" y="198322"/>
                </a:lnTo>
                <a:lnTo>
                  <a:pt x="344189" y="242224"/>
                </a:lnTo>
                <a:lnTo>
                  <a:pt x="296276" y="279824"/>
                </a:lnTo>
                <a:lnTo>
                  <a:pt x="240460" y="299549"/>
                </a:lnTo>
                <a:lnTo>
                  <a:pt x="210480" y="302006"/>
                </a:lnTo>
                <a:lnTo>
                  <a:pt x="295786" y="302006"/>
                </a:lnTo>
                <a:lnTo>
                  <a:pt x="331940" y="282638"/>
                </a:lnTo>
                <a:lnTo>
                  <a:pt x="378247" y="248412"/>
                </a:lnTo>
                <a:lnTo>
                  <a:pt x="391963" y="236728"/>
                </a:lnTo>
                <a:lnTo>
                  <a:pt x="416730" y="217364"/>
                </a:lnTo>
                <a:lnTo>
                  <a:pt x="440556" y="203580"/>
                </a:lnTo>
                <a:lnTo>
                  <a:pt x="463597" y="195294"/>
                </a:lnTo>
                <a:lnTo>
                  <a:pt x="480708" y="193167"/>
                </a:lnTo>
                <a:lnTo>
                  <a:pt x="408346" y="193167"/>
                </a:lnTo>
                <a:lnTo>
                  <a:pt x="408129" y="176530"/>
                </a:lnTo>
                <a:lnTo>
                  <a:pt x="408196" y="172847"/>
                </a:lnTo>
                <a:lnTo>
                  <a:pt x="414235" y="121357"/>
                </a:lnTo>
                <a:lnTo>
                  <a:pt x="418784" y="111125"/>
                </a:lnTo>
                <a:close/>
              </a:path>
              <a:path w="636270" h="363854">
                <a:moveTo>
                  <a:pt x="634742" y="21082"/>
                </a:moveTo>
                <a:lnTo>
                  <a:pt x="561762" y="21082"/>
                </a:lnTo>
                <a:lnTo>
                  <a:pt x="550689" y="31367"/>
                </a:lnTo>
                <a:lnTo>
                  <a:pt x="540521" y="44116"/>
                </a:lnTo>
                <a:lnTo>
                  <a:pt x="531258" y="59318"/>
                </a:lnTo>
                <a:lnTo>
                  <a:pt x="522900" y="76962"/>
                </a:lnTo>
                <a:lnTo>
                  <a:pt x="518201" y="87757"/>
                </a:lnTo>
                <a:lnTo>
                  <a:pt x="510345" y="104356"/>
                </a:lnTo>
                <a:lnTo>
                  <a:pt x="480609" y="144272"/>
                </a:lnTo>
                <a:lnTo>
                  <a:pt x="431353" y="179972"/>
                </a:lnTo>
                <a:lnTo>
                  <a:pt x="408346" y="193167"/>
                </a:lnTo>
                <a:lnTo>
                  <a:pt x="480708" y="193167"/>
                </a:lnTo>
                <a:lnTo>
                  <a:pt x="485816" y="192532"/>
                </a:lnTo>
                <a:lnTo>
                  <a:pt x="583286" y="192532"/>
                </a:lnTo>
                <a:lnTo>
                  <a:pt x="575065" y="186092"/>
                </a:lnTo>
                <a:lnTo>
                  <a:pt x="558015" y="177244"/>
                </a:lnTo>
                <a:lnTo>
                  <a:pt x="538299" y="170801"/>
                </a:lnTo>
                <a:lnTo>
                  <a:pt x="515915" y="166750"/>
                </a:lnTo>
                <a:lnTo>
                  <a:pt x="528960" y="161085"/>
                </a:lnTo>
                <a:lnTo>
                  <a:pt x="562619" y="134629"/>
                </a:lnTo>
                <a:lnTo>
                  <a:pt x="581193" y="96393"/>
                </a:lnTo>
                <a:lnTo>
                  <a:pt x="587593" y="79896"/>
                </a:lnTo>
                <a:lnTo>
                  <a:pt x="598999" y="54080"/>
                </a:lnTo>
                <a:lnTo>
                  <a:pt x="610895" y="35544"/>
                </a:lnTo>
                <a:lnTo>
                  <a:pt x="623244" y="24413"/>
                </a:lnTo>
                <a:lnTo>
                  <a:pt x="634742" y="21082"/>
                </a:lnTo>
                <a:close/>
              </a:path>
              <a:path w="636270" h="363854">
                <a:moveTo>
                  <a:pt x="321986" y="55245"/>
                </a:moveTo>
                <a:lnTo>
                  <a:pt x="277070" y="69978"/>
                </a:lnTo>
                <a:lnTo>
                  <a:pt x="248231" y="111109"/>
                </a:lnTo>
                <a:lnTo>
                  <a:pt x="242611" y="147955"/>
                </a:lnTo>
                <a:lnTo>
                  <a:pt x="243038" y="157980"/>
                </a:lnTo>
                <a:lnTo>
                  <a:pt x="244310" y="168243"/>
                </a:lnTo>
                <a:lnTo>
                  <a:pt x="246415" y="178744"/>
                </a:lnTo>
                <a:lnTo>
                  <a:pt x="249342" y="189484"/>
                </a:lnTo>
                <a:lnTo>
                  <a:pt x="269408" y="183134"/>
                </a:lnTo>
                <a:lnTo>
                  <a:pt x="267884" y="176530"/>
                </a:lnTo>
                <a:lnTo>
                  <a:pt x="267137" y="170801"/>
                </a:lnTo>
                <a:lnTo>
                  <a:pt x="281346" y="126873"/>
                </a:lnTo>
                <a:lnTo>
                  <a:pt x="316271" y="111125"/>
                </a:lnTo>
                <a:lnTo>
                  <a:pt x="418784" y="111125"/>
                </a:lnTo>
                <a:lnTo>
                  <a:pt x="422171" y="103505"/>
                </a:lnTo>
                <a:lnTo>
                  <a:pt x="396408" y="103505"/>
                </a:lnTo>
                <a:lnTo>
                  <a:pt x="389074" y="92170"/>
                </a:lnTo>
                <a:lnTo>
                  <a:pt x="381168" y="82359"/>
                </a:lnTo>
                <a:lnTo>
                  <a:pt x="343957" y="58277"/>
                </a:lnTo>
                <a:lnTo>
                  <a:pt x="333245" y="56005"/>
                </a:lnTo>
                <a:lnTo>
                  <a:pt x="321986" y="55245"/>
                </a:lnTo>
                <a:close/>
              </a:path>
              <a:path w="636270" h="363854">
                <a:moveTo>
                  <a:pt x="636057" y="0"/>
                </a:moveTo>
                <a:lnTo>
                  <a:pt x="586527" y="0"/>
                </a:lnTo>
                <a:lnTo>
                  <a:pt x="530581" y="4144"/>
                </a:lnTo>
                <a:lnTo>
                  <a:pt x="483596" y="16572"/>
                </a:lnTo>
                <a:lnTo>
                  <a:pt x="445572" y="37280"/>
                </a:lnTo>
                <a:lnTo>
                  <a:pt x="416510" y="66259"/>
                </a:lnTo>
                <a:lnTo>
                  <a:pt x="396408" y="103505"/>
                </a:lnTo>
                <a:lnTo>
                  <a:pt x="422171" y="103505"/>
                </a:lnTo>
                <a:lnTo>
                  <a:pt x="432667" y="79896"/>
                </a:lnTo>
                <a:lnTo>
                  <a:pt x="463395" y="49359"/>
                </a:lnTo>
                <a:lnTo>
                  <a:pt x="506425" y="29752"/>
                </a:lnTo>
                <a:lnTo>
                  <a:pt x="561762" y="21082"/>
                </a:lnTo>
                <a:lnTo>
                  <a:pt x="634742" y="21082"/>
                </a:lnTo>
                <a:lnTo>
                  <a:pt x="636057" y="20700"/>
                </a:lnTo>
                <a:lnTo>
                  <a:pt x="636057" y="0"/>
                </a:lnTo>
                <a:close/>
              </a:path>
            </a:pathLst>
          </a:custGeom>
          <a:solidFill>
            <a:srgbClr val="E0DCA4"/>
          </a:solidFill>
        </p:spPr>
        <p:txBody>
          <a:bodyPr wrap="square" lIns="0" tIns="0" rIns="0" bIns="0" rtlCol="0"/>
          <a:lstStyle/>
          <a:p>
            <a:endParaRPr/>
          </a:p>
        </p:txBody>
      </p:sp>
      <p:sp>
        <p:nvSpPr>
          <p:cNvPr id="6" name="object 6"/>
          <p:cNvSpPr/>
          <p:nvPr/>
        </p:nvSpPr>
        <p:spPr>
          <a:xfrm>
            <a:off x="6215507" y="3255137"/>
            <a:ext cx="156718" cy="175133"/>
          </a:xfrm>
          <a:prstGeom prst="rect">
            <a:avLst/>
          </a:prstGeom>
          <a:blipFill>
            <a:blip r:embed="rId5" cstate="print"/>
            <a:stretch>
              <a:fillRect/>
            </a:stretch>
          </a:blipFill>
        </p:spPr>
        <p:txBody>
          <a:bodyPr wrap="square" lIns="0" tIns="0" rIns="0" bIns="0" rtlCol="0"/>
          <a:lstStyle/>
          <a:p>
            <a:endParaRPr/>
          </a:p>
        </p:txBody>
      </p:sp>
      <p:sp>
        <p:nvSpPr>
          <p:cNvPr id="7" name="object 7"/>
          <p:cNvSpPr/>
          <p:nvPr/>
        </p:nvSpPr>
        <p:spPr>
          <a:xfrm>
            <a:off x="5808853" y="3235580"/>
            <a:ext cx="636270" cy="363855"/>
          </a:xfrm>
          <a:custGeom>
            <a:avLst/>
            <a:gdLst/>
            <a:ahLst/>
            <a:cxnLst/>
            <a:rect l="l" t="t" r="r" b="b"/>
            <a:pathLst>
              <a:path w="636270" h="363854">
                <a:moveTo>
                  <a:pt x="193801" y="0"/>
                </a:moveTo>
                <a:lnTo>
                  <a:pt x="200151" y="0"/>
                </a:lnTo>
                <a:lnTo>
                  <a:pt x="200151" y="20700"/>
                </a:lnTo>
                <a:lnTo>
                  <a:pt x="170412" y="24846"/>
                </a:lnTo>
                <a:lnTo>
                  <a:pt x="144065" y="32908"/>
                </a:lnTo>
                <a:lnTo>
                  <a:pt x="101600" y="60833"/>
                </a:lnTo>
                <a:lnTo>
                  <a:pt x="74850" y="102187"/>
                </a:lnTo>
                <a:lnTo>
                  <a:pt x="65912" y="155067"/>
                </a:lnTo>
                <a:lnTo>
                  <a:pt x="68484" y="185356"/>
                </a:lnTo>
                <a:lnTo>
                  <a:pt x="89058" y="237934"/>
                </a:lnTo>
                <a:lnTo>
                  <a:pt x="129020" y="278485"/>
                </a:lnTo>
                <a:lnTo>
                  <a:pt x="180748" y="299388"/>
                </a:lnTo>
                <a:lnTo>
                  <a:pt x="210566" y="302006"/>
                </a:lnTo>
                <a:lnTo>
                  <a:pt x="240545" y="299549"/>
                </a:lnTo>
                <a:lnTo>
                  <a:pt x="296362" y="279824"/>
                </a:lnTo>
                <a:lnTo>
                  <a:pt x="344275" y="242224"/>
                </a:lnTo>
                <a:lnTo>
                  <a:pt x="369472" y="198322"/>
                </a:lnTo>
                <a:lnTo>
                  <a:pt x="372618" y="174751"/>
                </a:lnTo>
                <a:lnTo>
                  <a:pt x="371568" y="162466"/>
                </a:lnTo>
                <a:lnTo>
                  <a:pt x="346914" y="121894"/>
                </a:lnTo>
                <a:lnTo>
                  <a:pt x="306399" y="112121"/>
                </a:lnTo>
                <a:lnTo>
                  <a:pt x="275191" y="135231"/>
                </a:lnTo>
                <a:lnTo>
                  <a:pt x="267970" y="176530"/>
                </a:lnTo>
                <a:lnTo>
                  <a:pt x="269494" y="183134"/>
                </a:lnTo>
                <a:lnTo>
                  <a:pt x="249427" y="189484"/>
                </a:lnTo>
                <a:lnTo>
                  <a:pt x="246501" y="178744"/>
                </a:lnTo>
                <a:lnTo>
                  <a:pt x="244395" y="168243"/>
                </a:lnTo>
                <a:lnTo>
                  <a:pt x="243123" y="157980"/>
                </a:lnTo>
                <a:lnTo>
                  <a:pt x="242697" y="147955"/>
                </a:lnTo>
                <a:lnTo>
                  <a:pt x="244101" y="128645"/>
                </a:lnTo>
                <a:lnTo>
                  <a:pt x="265175" y="81407"/>
                </a:lnTo>
                <a:lnTo>
                  <a:pt x="305591" y="56886"/>
                </a:lnTo>
                <a:lnTo>
                  <a:pt x="322072" y="55245"/>
                </a:lnTo>
                <a:lnTo>
                  <a:pt x="333331" y="56005"/>
                </a:lnTo>
                <a:lnTo>
                  <a:pt x="372776" y="74072"/>
                </a:lnTo>
                <a:lnTo>
                  <a:pt x="396494" y="103505"/>
                </a:lnTo>
                <a:lnTo>
                  <a:pt x="416595" y="66259"/>
                </a:lnTo>
                <a:lnTo>
                  <a:pt x="445658" y="37280"/>
                </a:lnTo>
                <a:lnTo>
                  <a:pt x="483682" y="16572"/>
                </a:lnTo>
                <a:lnTo>
                  <a:pt x="530666" y="4144"/>
                </a:lnTo>
                <a:lnTo>
                  <a:pt x="586613" y="0"/>
                </a:lnTo>
                <a:lnTo>
                  <a:pt x="636143" y="0"/>
                </a:lnTo>
                <a:lnTo>
                  <a:pt x="636143" y="20700"/>
                </a:lnTo>
                <a:lnTo>
                  <a:pt x="623329" y="24413"/>
                </a:lnTo>
                <a:lnTo>
                  <a:pt x="610981" y="35544"/>
                </a:lnTo>
                <a:lnTo>
                  <a:pt x="599084" y="54080"/>
                </a:lnTo>
                <a:lnTo>
                  <a:pt x="587629" y="80010"/>
                </a:lnTo>
                <a:lnTo>
                  <a:pt x="581279" y="96393"/>
                </a:lnTo>
                <a:lnTo>
                  <a:pt x="575087" y="111615"/>
                </a:lnTo>
                <a:lnTo>
                  <a:pt x="549326" y="148945"/>
                </a:lnTo>
                <a:lnTo>
                  <a:pt x="516000" y="166750"/>
                </a:lnTo>
                <a:lnTo>
                  <a:pt x="538384" y="170801"/>
                </a:lnTo>
                <a:lnTo>
                  <a:pt x="575151" y="186092"/>
                </a:lnTo>
                <a:lnTo>
                  <a:pt x="608964" y="226044"/>
                </a:lnTo>
                <a:lnTo>
                  <a:pt x="615442" y="262255"/>
                </a:lnTo>
                <a:lnTo>
                  <a:pt x="613300" y="282830"/>
                </a:lnTo>
                <a:lnTo>
                  <a:pt x="596207" y="318887"/>
                </a:lnTo>
                <a:lnTo>
                  <a:pt x="563209" y="347206"/>
                </a:lnTo>
                <a:lnTo>
                  <a:pt x="521021" y="361787"/>
                </a:lnTo>
                <a:lnTo>
                  <a:pt x="496950" y="363600"/>
                </a:lnTo>
                <a:lnTo>
                  <a:pt x="462022" y="359620"/>
                </a:lnTo>
                <a:lnTo>
                  <a:pt x="430593" y="347662"/>
                </a:lnTo>
                <a:lnTo>
                  <a:pt x="402689" y="327703"/>
                </a:lnTo>
                <a:lnTo>
                  <a:pt x="378333" y="299720"/>
                </a:lnTo>
                <a:lnTo>
                  <a:pt x="396494" y="285623"/>
                </a:lnTo>
                <a:lnTo>
                  <a:pt x="411948" y="301718"/>
                </a:lnTo>
                <a:lnTo>
                  <a:pt x="428974" y="313229"/>
                </a:lnTo>
                <a:lnTo>
                  <a:pt x="447571" y="320145"/>
                </a:lnTo>
                <a:lnTo>
                  <a:pt x="467741" y="322453"/>
                </a:lnTo>
                <a:lnTo>
                  <a:pt x="483743" y="321117"/>
                </a:lnTo>
                <a:lnTo>
                  <a:pt x="524891" y="300990"/>
                </a:lnTo>
                <a:lnTo>
                  <a:pt x="547268" y="263646"/>
                </a:lnTo>
                <a:lnTo>
                  <a:pt x="548767" y="249047"/>
                </a:lnTo>
                <a:lnTo>
                  <a:pt x="547645" y="237470"/>
                </a:lnTo>
                <a:lnTo>
                  <a:pt x="521138" y="201693"/>
                </a:lnTo>
                <a:lnTo>
                  <a:pt x="485901" y="192532"/>
                </a:lnTo>
                <a:lnTo>
                  <a:pt x="463682" y="195294"/>
                </a:lnTo>
                <a:lnTo>
                  <a:pt x="440642" y="203580"/>
                </a:lnTo>
                <a:lnTo>
                  <a:pt x="416768" y="217392"/>
                </a:lnTo>
                <a:lnTo>
                  <a:pt x="392049" y="236728"/>
                </a:lnTo>
                <a:lnTo>
                  <a:pt x="378333" y="248412"/>
                </a:lnTo>
                <a:lnTo>
                  <a:pt x="355947" y="266442"/>
                </a:lnTo>
                <a:lnTo>
                  <a:pt x="306556" y="297025"/>
                </a:lnTo>
                <a:lnTo>
                  <a:pt x="252311" y="319793"/>
                </a:lnTo>
                <a:lnTo>
                  <a:pt x="200927" y="331414"/>
                </a:lnTo>
                <a:lnTo>
                  <a:pt x="176784" y="332867"/>
                </a:lnTo>
                <a:lnTo>
                  <a:pt x="140521" y="329989"/>
                </a:lnTo>
                <a:lnTo>
                  <a:pt x="77378" y="307042"/>
                </a:lnTo>
                <a:lnTo>
                  <a:pt x="28396" y="262661"/>
                </a:lnTo>
                <a:lnTo>
                  <a:pt x="3147" y="205563"/>
                </a:lnTo>
                <a:lnTo>
                  <a:pt x="0" y="172847"/>
                </a:lnTo>
                <a:lnTo>
                  <a:pt x="3478" y="137652"/>
                </a:lnTo>
                <a:lnTo>
                  <a:pt x="31343" y="76120"/>
                </a:lnTo>
                <a:lnTo>
                  <a:pt x="85252" y="27967"/>
                </a:lnTo>
                <a:lnTo>
                  <a:pt x="154301" y="3099"/>
                </a:lnTo>
                <a:lnTo>
                  <a:pt x="193801" y="0"/>
                </a:lnTo>
                <a:close/>
              </a:path>
            </a:pathLst>
          </a:custGeom>
          <a:ln w="3175">
            <a:solidFill>
              <a:srgbClr val="EBE9C5"/>
            </a:solidFill>
          </a:ln>
        </p:spPr>
        <p:txBody>
          <a:bodyPr wrap="square" lIns="0" tIns="0" rIns="0" bIns="0" rtlCol="0"/>
          <a:lstStyle/>
          <a:p>
            <a:endParaRPr/>
          </a:p>
        </p:txBody>
      </p:sp>
      <p:sp>
        <p:nvSpPr>
          <p:cNvPr id="8" name="object 8"/>
          <p:cNvSpPr/>
          <p:nvPr/>
        </p:nvSpPr>
        <p:spPr>
          <a:xfrm>
            <a:off x="2718817" y="3432048"/>
            <a:ext cx="3119755" cy="1905"/>
          </a:xfrm>
          <a:custGeom>
            <a:avLst/>
            <a:gdLst/>
            <a:ahLst/>
            <a:cxnLst/>
            <a:rect l="l" t="t" r="r" b="b"/>
            <a:pathLst>
              <a:path w="3119754" h="1904">
                <a:moveTo>
                  <a:pt x="3119755" y="1650"/>
                </a:moveTo>
                <a:lnTo>
                  <a:pt x="0" y="0"/>
                </a:lnTo>
              </a:path>
            </a:pathLst>
          </a:custGeom>
          <a:ln w="12192">
            <a:solidFill>
              <a:srgbClr val="E0DCA4"/>
            </a:solidFill>
          </a:ln>
        </p:spPr>
        <p:txBody>
          <a:bodyPr wrap="square" lIns="0" tIns="0" rIns="0" bIns="0" rtlCol="0"/>
          <a:lstStyle/>
          <a:p>
            <a:endParaRPr/>
          </a:p>
        </p:txBody>
      </p:sp>
      <p:sp>
        <p:nvSpPr>
          <p:cNvPr id="9" name="object 9"/>
          <p:cNvSpPr/>
          <p:nvPr/>
        </p:nvSpPr>
        <p:spPr>
          <a:xfrm>
            <a:off x="6377941" y="3429001"/>
            <a:ext cx="3119755" cy="1905"/>
          </a:xfrm>
          <a:custGeom>
            <a:avLst/>
            <a:gdLst/>
            <a:ahLst/>
            <a:cxnLst/>
            <a:rect l="l" t="t" r="r" b="b"/>
            <a:pathLst>
              <a:path w="3119754" h="1904">
                <a:moveTo>
                  <a:pt x="3119755" y="1650"/>
                </a:moveTo>
                <a:lnTo>
                  <a:pt x="0" y="0"/>
                </a:lnTo>
              </a:path>
            </a:pathLst>
          </a:custGeom>
          <a:ln w="12192">
            <a:solidFill>
              <a:srgbClr val="E0DCA4"/>
            </a:solidFill>
          </a:ln>
        </p:spPr>
        <p:txBody>
          <a:bodyPr wrap="square" lIns="0" tIns="0" rIns="0" bIns="0" rtlCol="0"/>
          <a:lstStyle/>
          <a:p>
            <a:endParaRPr/>
          </a:p>
        </p:txBody>
      </p:sp>
      <p:sp>
        <p:nvSpPr>
          <p:cNvPr id="10" name="object 10"/>
          <p:cNvSpPr/>
          <p:nvPr/>
        </p:nvSpPr>
        <p:spPr>
          <a:xfrm>
            <a:off x="3560064" y="1531619"/>
            <a:ext cx="5087112" cy="556260"/>
          </a:xfrm>
          <a:prstGeom prst="rect">
            <a:avLst/>
          </a:prstGeom>
          <a:blipFill>
            <a:blip r:embed="rId6" cstate="print"/>
            <a:stretch>
              <a:fillRect/>
            </a:stretch>
          </a:blipFill>
        </p:spPr>
        <p:txBody>
          <a:bodyPr wrap="square" lIns="0" tIns="0" rIns="0" bIns="0" rtlCol="0"/>
          <a:lstStyle/>
          <a:p>
            <a:endParaRPr/>
          </a:p>
        </p:txBody>
      </p:sp>
      <p:sp>
        <p:nvSpPr>
          <p:cNvPr id="11" name="object 11"/>
          <p:cNvSpPr/>
          <p:nvPr/>
        </p:nvSpPr>
        <p:spPr>
          <a:xfrm>
            <a:off x="3589020" y="1563116"/>
            <a:ext cx="5040630" cy="511048"/>
          </a:xfrm>
          <a:prstGeom prst="rect">
            <a:avLst/>
          </a:prstGeom>
          <a:blipFill>
            <a:blip r:embed="rId7" cstate="print"/>
            <a:stretch>
              <a:fillRect/>
            </a:stretch>
          </a:blipFill>
        </p:spPr>
        <p:txBody>
          <a:bodyPr wrap="square" lIns="0" tIns="0" rIns="0" bIns="0" rtlCol="0"/>
          <a:lstStyle/>
          <a:p>
            <a:endParaRPr/>
          </a:p>
        </p:txBody>
      </p:sp>
      <p:sp>
        <p:nvSpPr>
          <p:cNvPr id="12" name="object 12"/>
          <p:cNvSpPr/>
          <p:nvPr/>
        </p:nvSpPr>
        <p:spPr>
          <a:xfrm>
            <a:off x="4782311" y="2354579"/>
            <a:ext cx="2627376" cy="556260"/>
          </a:xfrm>
          <a:prstGeom prst="rect">
            <a:avLst/>
          </a:prstGeom>
          <a:blipFill>
            <a:blip r:embed="rId8" cstate="print"/>
            <a:stretch>
              <a:fillRect/>
            </a:stretch>
          </a:blipFill>
        </p:spPr>
        <p:txBody>
          <a:bodyPr wrap="square" lIns="0" tIns="0" rIns="0" bIns="0" rtlCol="0"/>
          <a:lstStyle/>
          <a:p>
            <a:endParaRPr/>
          </a:p>
        </p:txBody>
      </p:sp>
      <p:sp>
        <p:nvSpPr>
          <p:cNvPr id="13" name="object 13"/>
          <p:cNvSpPr/>
          <p:nvPr/>
        </p:nvSpPr>
        <p:spPr>
          <a:xfrm>
            <a:off x="4811141" y="2386076"/>
            <a:ext cx="2581783" cy="511048"/>
          </a:xfrm>
          <a:prstGeom prst="rect">
            <a:avLst/>
          </a:prstGeom>
          <a:blipFill>
            <a:blip r:embed="rId9" cstate="print"/>
            <a:stretch>
              <a:fillRect/>
            </a:stretch>
          </a:blipFill>
        </p:spPr>
        <p:txBody>
          <a:bodyPr wrap="square" lIns="0" tIns="0" rIns="0" bIns="0" rtlCol="0"/>
          <a:lstStyle/>
          <a:p>
            <a:endParaRPr/>
          </a:p>
        </p:txBody>
      </p:sp>
      <p:sp>
        <p:nvSpPr>
          <p:cNvPr id="14" name="object 14"/>
          <p:cNvSpPr/>
          <p:nvPr/>
        </p:nvSpPr>
        <p:spPr>
          <a:xfrm>
            <a:off x="3854196" y="3698747"/>
            <a:ext cx="4474463" cy="676656"/>
          </a:xfrm>
          <a:prstGeom prst="rect">
            <a:avLst/>
          </a:prstGeom>
          <a:blipFill>
            <a:blip r:embed="rId10" cstate="print"/>
            <a:stretch>
              <a:fillRect/>
            </a:stretch>
          </a:blipFill>
        </p:spPr>
        <p:txBody>
          <a:bodyPr wrap="square" lIns="0" tIns="0" rIns="0" bIns="0" rtlCol="0"/>
          <a:lstStyle/>
          <a:p>
            <a:endParaRPr/>
          </a:p>
        </p:txBody>
      </p:sp>
      <p:sp>
        <p:nvSpPr>
          <p:cNvPr id="15" name="object 15"/>
          <p:cNvSpPr txBox="1"/>
          <p:nvPr/>
        </p:nvSpPr>
        <p:spPr>
          <a:xfrm>
            <a:off x="4046601" y="3779978"/>
            <a:ext cx="4104004" cy="391795"/>
          </a:xfrm>
          <a:prstGeom prst="rect">
            <a:avLst/>
          </a:prstGeom>
        </p:spPr>
        <p:txBody>
          <a:bodyPr vert="horz" wrap="square" lIns="0" tIns="12700" rIns="0" bIns="0" rtlCol="0">
            <a:spAutoFit/>
          </a:bodyPr>
          <a:lstStyle/>
          <a:p>
            <a:pPr marL="12700">
              <a:spcBef>
                <a:spcPts val="100"/>
              </a:spcBef>
            </a:pPr>
            <a:r>
              <a:rPr sz="2400" spc="140" dirty="0">
                <a:solidFill>
                  <a:srgbClr val="FFFFFF"/>
                </a:solidFill>
                <a:latin typeface="Times New Roman"/>
                <a:cs typeface="Times New Roman"/>
              </a:rPr>
              <a:t>Comparison</a:t>
            </a:r>
            <a:r>
              <a:rPr sz="2400" spc="-10" dirty="0">
                <a:solidFill>
                  <a:srgbClr val="FFFFFF"/>
                </a:solidFill>
                <a:latin typeface="Times New Roman"/>
                <a:cs typeface="Times New Roman"/>
              </a:rPr>
              <a:t> </a:t>
            </a:r>
            <a:r>
              <a:rPr sz="2400" dirty="0">
                <a:solidFill>
                  <a:srgbClr val="FFFFFF"/>
                </a:solidFill>
                <a:latin typeface="Times New Roman"/>
                <a:cs typeface="Times New Roman"/>
              </a:rPr>
              <a:t>of:1956,1962,1973</a:t>
            </a:r>
            <a:endParaRPr sz="2400" dirty="0">
              <a:latin typeface="Times New Roman"/>
              <a:cs typeface="Times New Roman"/>
            </a:endParaRP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3000">
        <p15:prstTrans prst="curtains"/>
      </p:transition>
    </mc:Choice>
    <mc:Fallback xmlns="">
      <p:transition spd="slow">
        <p:fade/>
      </p:transition>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990600" y="2096318"/>
            <a:ext cx="10515600" cy="4075475"/>
          </a:xfrm>
          <a:prstGeom prst="rect">
            <a:avLst/>
          </a:prstGeom>
        </p:spPr>
        <p:txBody>
          <a:bodyPr vert="horz" wrap="square" lIns="0" tIns="12700" rIns="0" bIns="0" rtlCol="0">
            <a:spAutoFit/>
          </a:bodyPr>
          <a:lstStyle/>
          <a:p>
            <a:pPr marL="12700" marR="5080" algn="just">
              <a:spcBef>
                <a:spcPts val="100"/>
              </a:spcBef>
            </a:pPr>
            <a:r>
              <a:rPr lang="en-US" sz="4400" spc="120" dirty="0" smtClean="0">
                <a:solidFill>
                  <a:srgbClr val="252525"/>
                </a:solidFill>
                <a:latin typeface="Andalus" panose="02020603050405020304" pitchFamily="18" charset="-78"/>
                <a:cs typeface="Andalus" panose="02020603050405020304" pitchFamily="18" charset="-78"/>
              </a:rPr>
              <a:t>Constitution means </a:t>
            </a:r>
            <a:r>
              <a:rPr lang="en-US" sz="4400" spc="120" dirty="0" smtClean="0">
                <a:solidFill>
                  <a:srgbClr val="FF0000"/>
                </a:solidFill>
                <a:latin typeface="Andalus" panose="02020603050405020304" pitchFamily="18" charset="-78"/>
                <a:cs typeface="Andalus" panose="02020603050405020304" pitchFamily="18" charset="-78"/>
              </a:rPr>
              <a:t>a set of basic laws</a:t>
            </a:r>
            <a:r>
              <a:rPr lang="en-US" sz="4400" spc="120" dirty="0" smtClean="0">
                <a:solidFill>
                  <a:srgbClr val="252525"/>
                </a:solidFill>
                <a:latin typeface="Andalus" panose="02020603050405020304" pitchFamily="18" charset="-78"/>
                <a:cs typeface="Andalus" panose="02020603050405020304" pitchFamily="18" charset="-78"/>
              </a:rPr>
              <a:t>, </a:t>
            </a:r>
            <a:r>
              <a:rPr lang="en-US" sz="4400" spc="120" dirty="0" smtClean="0">
                <a:solidFill>
                  <a:srgbClr val="FF0000"/>
                </a:solidFill>
                <a:latin typeface="Andalus" panose="02020603050405020304" pitchFamily="18" charset="-78"/>
                <a:cs typeface="Andalus" panose="02020603050405020304" pitchFamily="18" charset="-78"/>
              </a:rPr>
              <a:t>rules</a:t>
            </a:r>
            <a:r>
              <a:rPr lang="en-US" sz="4400" spc="120" dirty="0" smtClean="0">
                <a:solidFill>
                  <a:srgbClr val="252525"/>
                </a:solidFill>
                <a:latin typeface="Andalus" panose="02020603050405020304" pitchFamily="18" charset="-78"/>
                <a:cs typeface="Andalus" panose="02020603050405020304" pitchFamily="18" charset="-78"/>
              </a:rPr>
              <a:t>, </a:t>
            </a:r>
            <a:r>
              <a:rPr lang="en-US" sz="4400" spc="120" dirty="0" smtClean="0">
                <a:solidFill>
                  <a:srgbClr val="FF0000"/>
                </a:solidFill>
                <a:latin typeface="Andalus" panose="02020603050405020304" pitchFamily="18" charset="-78"/>
                <a:cs typeface="Andalus" panose="02020603050405020304" pitchFamily="18" charset="-78"/>
              </a:rPr>
              <a:t>regulations</a:t>
            </a:r>
            <a:r>
              <a:rPr lang="en-US" sz="4400" spc="120" dirty="0" smtClean="0">
                <a:solidFill>
                  <a:srgbClr val="252525"/>
                </a:solidFill>
                <a:latin typeface="Andalus" panose="02020603050405020304" pitchFamily="18" charset="-78"/>
                <a:cs typeface="Andalus" panose="02020603050405020304" pitchFamily="18" charset="-78"/>
              </a:rPr>
              <a:t> which are necessary for running the </a:t>
            </a:r>
            <a:r>
              <a:rPr lang="en-US" sz="4400" spc="120" dirty="0" smtClean="0">
                <a:solidFill>
                  <a:srgbClr val="FF0000"/>
                </a:solidFill>
                <a:latin typeface="Andalus" panose="02020603050405020304" pitchFamily="18" charset="-78"/>
                <a:cs typeface="Andalus" panose="02020603050405020304" pitchFamily="18" charset="-78"/>
              </a:rPr>
              <a:t>administration of a state </a:t>
            </a:r>
            <a:r>
              <a:rPr lang="en-US" sz="4400" spc="120" dirty="0" smtClean="0">
                <a:solidFill>
                  <a:srgbClr val="252525"/>
                </a:solidFill>
                <a:latin typeface="Andalus" panose="02020603050405020304" pitchFamily="18" charset="-78"/>
                <a:cs typeface="Andalus" panose="02020603050405020304" pitchFamily="18" charset="-78"/>
              </a:rPr>
              <a:t>with an </a:t>
            </a:r>
            <a:r>
              <a:rPr lang="en-US" sz="4400" spc="120" dirty="0" smtClean="0">
                <a:solidFill>
                  <a:srgbClr val="FF0000"/>
                </a:solidFill>
                <a:latin typeface="Andalus" panose="02020603050405020304" pitchFamily="18" charset="-78"/>
                <a:cs typeface="Andalus" panose="02020603050405020304" pitchFamily="18" charset="-78"/>
              </a:rPr>
              <a:t>objective</a:t>
            </a:r>
            <a:r>
              <a:rPr lang="en-US" sz="4400" spc="120" dirty="0" smtClean="0">
                <a:solidFill>
                  <a:srgbClr val="252525"/>
                </a:solidFill>
                <a:latin typeface="Andalus" panose="02020603050405020304" pitchFamily="18" charset="-78"/>
                <a:cs typeface="Andalus" panose="02020603050405020304" pitchFamily="18" charset="-78"/>
              </a:rPr>
              <a:t> that people may lead an </a:t>
            </a:r>
            <a:r>
              <a:rPr lang="en-US" sz="4400" spc="120" dirty="0" smtClean="0">
                <a:solidFill>
                  <a:srgbClr val="00B050"/>
                </a:solidFill>
                <a:latin typeface="Andalus" panose="02020603050405020304" pitchFamily="18" charset="-78"/>
                <a:cs typeface="Andalus" panose="02020603050405020304" pitchFamily="18" charset="-78"/>
              </a:rPr>
              <a:t>independent</a:t>
            </a:r>
            <a:r>
              <a:rPr lang="en-US" sz="4400" spc="120" dirty="0" smtClean="0">
                <a:solidFill>
                  <a:srgbClr val="252525"/>
                </a:solidFill>
                <a:latin typeface="Andalus" panose="02020603050405020304" pitchFamily="18" charset="-78"/>
                <a:cs typeface="Andalus" panose="02020603050405020304" pitchFamily="18" charset="-78"/>
              </a:rPr>
              <a:t>, </a:t>
            </a:r>
            <a:r>
              <a:rPr lang="en-US" sz="4400" spc="120" dirty="0" smtClean="0">
                <a:solidFill>
                  <a:srgbClr val="00B050"/>
                </a:solidFill>
                <a:latin typeface="Andalus" panose="02020603050405020304" pitchFamily="18" charset="-78"/>
                <a:cs typeface="Andalus" panose="02020603050405020304" pitchFamily="18" charset="-78"/>
              </a:rPr>
              <a:t>discipline</a:t>
            </a:r>
            <a:r>
              <a:rPr lang="en-US" sz="4400" spc="120" dirty="0" smtClean="0">
                <a:solidFill>
                  <a:srgbClr val="252525"/>
                </a:solidFill>
                <a:latin typeface="Andalus" panose="02020603050405020304" pitchFamily="18" charset="-78"/>
                <a:cs typeface="Andalus" panose="02020603050405020304" pitchFamily="18" charset="-78"/>
              </a:rPr>
              <a:t>, </a:t>
            </a:r>
            <a:r>
              <a:rPr lang="en-US" sz="4400" spc="120" dirty="0" smtClean="0">
                <a:solidFill>
                  <a:srgbClr val="00B050"/>
                </a:solidFill>
                <a:latin typeface="Andalus" panose="02020603050405020304" pitchFamily="18" charset="-78"/>
                <a:cs typeface="Andalus" panose="02020603050405020304" pitchFamily="18" charset="-78"/>
              </a:rPr>
              <a:t>peaceful</a:t>
            </a:r>
            <a:r>
              <a:rPr lang="en-US" sz="4400" spc="120" dirty="0" smtClean="0">
                <a:solidFill>
                  <a:srgbClr val="252525"/>
                </a:solidFill>
                <a:latin typeface="Andalus" panose="02020603050405020304" pitchFamily="18" charset="-78"/>
                <a:cs typeface="Andalus" panose="02020603050405020304" pitchFamily="18" charset="-78"/>
              </a:rPr>
              <a:t> and </a:t>
            </a:r>
            <a:r>
              <a:rPr lang="en-US" sz="4400" spc="120" dirty="0" smtClean="0">
                <a:solidFill>
                  <a:srgbClr val="00B050"/>
                </a:solidFill>
                <a:latin typeface="Andalus" panose="02020603050405020304" pitchFamily="18" charset="-78"/>
                <a:cs typeface="Andalus" panose="02020603050405020304" pitchFamily="18" charset="-78"/>
              </a:rPr>
              <a:t>happy life</a:t>
            </a:r>
            <a:r>
              <a:rPr lang="en-US" sz="4400" spc="120" dirty="0" smtClean="0">
                <a:solidFill>
                  <a:srgbClr val="252525"/>
                </a:solidFill>
                <a:latin typeface="Andalus" panose="02020603050405020304" pitchFamily="18" charset="-78"/>
                <a:cs typeface="Andalus" panose="02020603050405020304" pitchFamily="18" charset="-78"/>
              </a:rPr>
              <a:t>. </a:t>
            </a:r>
            <a:endParaRPr sz="4400" dirty="0">
              <a:latin typeface="Andalus" panose="02020603050405020304" pitchFamily="18" charset="-78"/>
              <a:cs typeface="Andalus" panose="02020603050405020304" pitchFamily="18" charset="-78"/>
            </a:endParaRPr>
          </a:p>
        </p:txBody>
      </p:sp>
      <p:sp>
        <p:nvSpPr>
          <p:cNvPr id="3" name="object 3"/>
          <p:cNvSpPr txBox="1"/>
          <p:nvPr/>
        </p:nvSpPr>
        <p:spPr>
          <a:xfrm>
            <a:off x="2677161" y="623061"/>
            <a:ext cx="6817995" cy="1631314"/>
          </a:xfrm>
          <a:prstGeom prst="rect">
            <a:avLst/>
          </a:prstGeom>
        </p:spPr>
        <p:txBody>
          <a:bodyPr vert="horz" wrap="square" lIns="0" tIns="12700" rIns="0" bIns="0" rtlCol="0">
            <a:spAutoFit/>
          </a:bodyPr>
          <a:lstStyle/>
          <a:p>
            <a:pPr marL="8255" algn="ctr">
              <a:lnSpc>
                <a:spcPts val="6320"/>
              </a:lnSpc>
              <a:spcBef>
                <a:spcPts val="100"/>
              </a:spcBef>
            </a:pPr>
            <a:r>
              <a:rPr sz="5400" spc="270" dirty="0">
                <a:solidFill>
                  <a:srgbClr val="885D1D"/>
                </a:solidFill>
                <a:latin typeface="Times New Roman"/>
                <a:cs typeface="Times New Roman"/>
              </a:rPr>
              <a:t>Constitution</a:t>
            </a:r>
            <a:endParaRPr sz="5400">
              <a:latin typeface="Times New Roman"/>
              <a:cs typeface="Times New Roman"/>
            </a:endParaRPr>
          </a:p>
          <a:p>
            <a:pPr algn="ctr">
              <a:lnSpc>
                <a:spcPts val="6320"/>
              </a:lnSpc>
              <a:tabLst>
                <a:tab pos="3072765" algn="l"/>
                <a:tab pos="6791959" algn="l"/>
              </a:tabLst>
            </a:pPr>
            <a:r>
              <a:rPr sz="5400" strike="sngStrike" dirty="0">
                <a:solidFill>
                  <a:srgbClr val="DBA354"/>
                </a:solidFill>
                <a:latin typeface="Times New Roman"/>
                <a:cs typeface="Times New Roman"/>
              </a:rPr>
              <a:t> 	</a:t>
            </a:r>
            <a:r>
              <a:rPr sz="5400" strike="sngStrike" spc="9385" dirty="0">
                <a:solidFill>
                  <a:srgbClr val="DBA354"/>
                </a:solidFill>
                <a:latin typeface="Wingdings"/>
                <a:cs typeface="Wingdings"/>
              </a:rPr>
              <a:t></a:t>
            </a:r>
            <a:r>
              <a:rPr sz="5400" strike="sngStrike" spc="9385" dirty="0">
                <a:solidFill>
                  <a:srgbClr val="DBA354"/>
                </a:solidFill>
                <a:latin typeface="Times New Roman"/>
                <a:cs typeface="Times New Roman"/>
              </a:rPr>
              <a:t>	</a:t>
            </a:r>
            <a:endParaRPr sz="5400">
              <a:latin typeface="Times New Roman"/>
              <a:cs typeface="Times New Roman"/>
            </a:endParaRPr>
          </a:p>
        </p:txBody>
      </p:sp>
    </p:spTree>
    <p:extLst>
      <p:ext uri="{BB962C8B-B14F-4D97-AF65-F5344CB8AC3E}">
        <p14:creationId xmlns:p14="http://schemas.microsoft.com/office/powerpoint/2010/main" val="412908272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3000">
        <p15:prstTrans prst="wind"/>
      </p:transition>
    </mc:Choice>
    <mc:Fallback xmlns="">
      <p:transition spd="slow">
        <p:fade/>
      </p:transition>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4000" dirty="0" smtClean="0">
                <a:solidFill>
                  <a:srgbClr val="00B050"/>
                </a:solidFill>
              </a:rPr>
              <a:t>Importance of Constitution </a:t>
            </a:r>
            <a:br>
              <a:rPr lang="en-US" sz="4000" dirty="0" smtClean="0">
                <a:solidFill>
                  <a:srgbClr val="00B050"/>
                </a:solidFill>
              </a:rPr>
            </a:br>
            <a:r>
              <a:rPr lang="en-US" sz="4000" dirty="0" smtClean="0">
                <a:solidFill>
                  <a:srgbClr val="00B050"/>
                </a:solidFill>
              </a:rPr>
              <a:t>for a </a:t>
            </a:r>
            <a:r>
              <a:rPr lang="en-US" sz="4000" dirty="0">
                <a:solidFill>
                  <a:srgbClr val="00B050"/>
                </a:solidFill>
              </a:rPr>
              <a:t>N</a:t>
            </a:r>
            <a:r>
              <a:rPr lang="en-US" sz="4000" dirty="0" smtClean="0">
                <a:solidFill>
                  <a:srgbClr val="00B050"/>
                </a:solidFill>
              </a:rPr>
              <a:t>ation</a:t>
            </a:r>
            <a:endParaRPr lang="en-US" sz="4000" dirty="0">
              <a:solidFill>
                <a:srgbClr val="00B050"/>
              </a:solidFill>
            </a:endParaRPr>
          </a:p>
        </p:txBody>
      </p:sp>
      <p:sp>
        <p:nvSpPr>
          <p:cNvPr id="3" name="Content Placeholder 2"/>
          <p:cNvSpPr>
            <a:spLocks noGrp="1"/>
          </p:cNvSpPr>
          <p:nvPr>
            <p:ph idx="1"/>
          </p:nvPr>
        </p:nvSpPr>
        <p:spPr>
          <a:xfrm>
            <a:off x="677334" y="1930401"/>
            <a:ext cx="8596668" cy="4110962"/>
          </a:xfrm>
        </p:spPr>
        <p:txBody>
          <a:bodyPr>
            <a:noAutofit/>
          </a:bodyPr>
          <a:lstStyle/>
          <a:p>
            <a:r>
              <a:rPr lang="en-US" sz="2800" dirty="0" smtClean="0"/>
              <a:t>To </a:t>
            </a:r>
            <a:r>
              <a:rPr lang="en-US" sz="2800" b="1" dirty="0" smtClean="0">
                <a:solidFill>
                  <a:srgbClr val="C00000"/>
                </a:solidFill>
                <a:effectLst>
                  <a:outerShdw blurRad="38100" dist="38100" dir="2700000" algn="tl">
                    <a:srgbClr val="000000">
                      <a:alpha val="43137"/>
                    </a:srgbClr>
                  </a:outerShdw>
                </a:effectLst>
              </a:rPr>
              <a:t>Set limits among organs </a:t>
            </a:r>
            <a:r>
              <a:rPr lang="en-US" sz="2800" dirty="0" smtClean="0"/>
              <a:t>of states; executive, legislative &amp; Judiciary</a:t>
            </a:r>
          </a:p>
          <a:p>
            <a:r>
              <a:rPr lang="en-US" sz="2800" dirty="0" smtClean="0"/>
              <a:t>To provide fundamental rights; justice, equality &amp; rights to individuals</a:t>
            </a:r>
          </a:p>
          <a:p>
            <a:r>
              <a:rPr lang="en-US" sz="2800" dirty="0" smtClean="0"/>
              <a:t>To preserve democracy</a:t>
            </a:r>
          </a:p>
          <a:p>
            <a:r>
              <a:rPr lang="en-US" sz="2800" dirty="0" smtClean="0"/>
              <a:t>To </a:t>
            </a:r>
            <a:r>
              <a:rPr lang="en-US" sz="2800" b="1" dirty="0" smtClean="0">
                <a:solidFill>
                  <a:srgbClr val="C00000"/>
                </a:solidFill>
                <a:effectLst>
                  <a:outerShdw blurRad="38100" dist="38100" dir="2700000" algn="tl">
                    <a:srgbClr val="000000">
                      <a:alpha val="43137"/>
                    </a:srgbClr>
                  </a:outerShdw>
                </a:effectLst>
              </a:rPr>
              <a:t>resolve conflicts </a:t>
            </a:r>
            <a:r>
              <a:rPr lang="en-US" sz="2800" dirty="0" smtClean="0"/>
              <a:t>among organs</a:t>
            </a:r>
          </a:p>
          <a:p>
            <a:r>
              <a:rPr lang="en-US" sz="2800" dirty="0"/>
              <a:t> </a:t>
            </a:r>
            <a:r>
              <a:rPr lang="en-US" sz="2800" dirty="0" smtClean="0"/>
              <a:t>To </a:t>
            </a:r>
            <a:r>
              <a:rPr lang="en-US" sz="2800" b="1" dirty="0" smtClean="0">
                <a:solidFill>
                  <a:srgbClr val="C00000"/>
                </a:solidFill>
                <a:effectLst>
                  <a:outerShdw blurRad="38100" dist="38100" dir="2700000" algn="tl">
                    <a:srgbClr val="000000">
                      <a:alpha val="43137"/>
                    </a:srgbClr>
                  </a:outerShdw>
                </a:effectLst>
              </a:rPr>
              <a:t>provide framework </a:t>
            </a:r>
            <a:r>
              <a:rPr lang="en-US" sz="2800" dirty="0" smtClean="0"/>
              <a:t>for legislation &amp; amendments</a:t>
            </a:r>
          </a:p>
          <a:p>
            <a:pPr marL="0" indent="0">
              <a:buNone/>
            </a:pPr>
            <a:endParaRPr lang="en-US" sz="2800" dirty="0" smtClean="0"/>
          </a:p>
          <a:p>
            <a:endParaRPr lang="en-US" sz="2800" dirty="0"/>
          </a:p>
        </p:txBody>
      </p:sp>
    </p:spTree>
    <p:extLst>
      <p:ext uri="{BB962C8B-B14F-4D97-AF65-F5344CB8AC3E}">
        <p14:creationId xmlns:p14="http://schemas.microsoft.com/office/powerpoint/2010/main" val="1481136043"/>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1524000" y="0"/>
            <a:ext cx="9144000" cy="1905000"/>
          </a:xfrm>
          <a:prstGeom prst="rect">
            <a:avLst/>
          </a:prstGeom>
          <a:blipFill>
            <a:blip r:embed="rId2" cstate="print"/>
            <a:stretch>
              <a:fillRect/>
            </a:stretch>
          </a:blipFill>
        </p:spPr>
        <p:txBody>
          <a:bodyPr wrap="square" lIns="0" tIns="0" rIns="0" bIns="0" rtlCol="0"/>
          <a:lstStyle/>
          <a:p>
            <a:endParaRPr/>
          </a:p>
        </p:txBody>
      </p:sp>
      <p:graphicFrame>
        <p:nvGraphicFramePr>
          <p:cNvPr id="5" name="Diagram 4"/>
          <p:cNvGraphicFramePr/>
          <p:nvPr>
            <p:extLst>
              <p:ext uri="{D42A27DB-BD31-4B8C-83A1-F6EECF244321}">
                <p14:modId xmlns:p14="http://schemas.microsoft.com/office/powerpoint/2010/main" val="3466280910"/>
              </p:ext>
            </p:extLst>
          </p:nvPr>
        </p:nvGraphicFramePr>
        <p:xfrm>
          <a:off x="1600200" y="152401"/>
          <a:ext cx="8991600" cy="152028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aphicFrame>
        <p:nvGraphicFramePr>
          <p:cNvPr id="8" name="Diagram 7"/>
          <p:cNvGraphicFramePr/>
          <p:nvPr>
            <p:extLst>
              <p:ext uri="{D42A27DB-BD31-4B8C-83A1-F6EECF244321}">
                <p14:modId xmlns:p14="http://schemas.microsoft.com/office/powerpoint/2010/main" val="167288113"/>
              </p:ext>
            </p:extLst>
          </p:nvPr>
        </p:nvGraphicFramePr>
        <p:xfrm>
          <a:off x="2590800" y="1825090"/>
          <a:ext cx="6629400" cy="4804310"/>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spTree>
    <p:extLst>
      <p:ext uri="{BB962C8B-B14F-4D97-AF65-F5344CB8AC3E}">
        <p14:creationId xmlns:p14="http://schemas.microsoft.com/office/powerpoint/2010/main" val="2111286918"/>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3000">
        <p15:prstTrans prst="origami"/>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down)">
                                      <p:cBhvr>
                                        <p:cTn id="7" dur="580">
                                          <p:stCondLst>
                                            <p:cond delay="0"/>
                                          </p:stCondLst>
                                        </p:cTn>
                                        <p:tgtEl>
                                          <p:spTgt spid="8"/>
                                        </p:tgtEl>
                                      </p:cBhvr>
                                    </p:animEffect>
                                    <p:anim calcmode="lin" valueType="num">
                                      <p:cBhvr>
                                        <p:cTn id="8" dur="1822" tmFilter="0,0; 0.14,0.36; 0.43,0.73; 0.71,0.91; 1.0,1.0">
                                          <p:stCondLst>
                                            <p:cond delay="0"/>
                                          </p:stCondLst>
                                        </p:cTn>
                                        <p:tgtEl>
                                          <p:spTgt spid="8"/>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8"/>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8"/>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8"/>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8"/>
                                        </p:tgtEl>
                                        <p:attrNameLst>
                                          <p:attrName>ppt_y</p:attrName>
                                        </p:attrNameLst>
                                      </p:cBhvr>
                                      <p:tavLst>
                                        <p:tav tm="0" fmla="#ppt_y-sin(pi*$)/81">
                                          <p:val>
                                            <p:fltVal val="0"/>
                                          </p:val>
                                        </p:tav>
                                        <p:tav tm="100000">
                                          <p:val>
                                            <p:fltVal val="1"/>
                                          </p:val>
                                        </p:tav>
                                      </p:tavLst>
                                    </p:anim>
                                    <p:animScale>
                                      <p:cBhvr>
                                        <p:cTn id="13" dur="26">
                                          <p:stCondLst>
                                            <p:cond delay="650"/>
                                          </p:stCondLst>
                                        </p:cTn>
                                        <p:tgtEl>
                                          <p:spTgt spid="8"/>
                                        </p:tgtEl>
                                      </p:cBhvr>
                                      <p:to x="100000" y="60000"/>
                                    </p:animScale>
                                    <p:animScale>
                                      <p:cBhvr>
                                        <p:cTn id="14" dur="166" decel="50000">
                                          <p:stCondLst>
                                            <p:cond delay="676"/>
                                          </p:stCondLst>
                                        </p:cTn>
                                        <p:tgtEl>
                                          <p:spTgt spid="8"/>
                                        </p:tgtEl>
                                      </p:cBhvr>
                                      <p:to x="100000" y="100000"/>
                                    </p:animScale>
                                    <p:animScale>
                                      <p:cBhvr>
                                        <p:cTn id="15" dur="26">
                                          <p:stCondLst>
                                            <p:cond delay="1312"/>
                                          </p:stCondLst>
                                        </p:cTn>
                                        <p:tgtEl>
                                          <p:spTgt spid="8"/>
                                        </p:tgtEl>
                                      </p:cBhvr>
                                      <p:to x="100000" y="80000"/>
                                    </p:animScale>
                                    <p:animScale>
                                      <p:cBhvr>
                                        <p:cTn id="16" dur="166" decel="50000">
                                          <p:stCondLst>
                                            <p:cond delay="1338"/>
                                          </p:stCondLst>
                                        </p:cTn>
                                        <p:tgtEl>
                                          <p:spTgt spid="8"/>
                                        </p:tgtEl>
                                      </p:cBhvr>
                                      <p:to x="100000" y="100000"/>
                                    </p:animScale>
                                    <p:animScale>
                                      <p:cBhvr>
                                        <p:cTn id="17" dur="26">
                                          <p:stCondLst>
                                            <p:cond delay="1642"/>
                                          </p:stCondLst>
                                        </p:cTn>
                                        <p:tgtEl>
                                          <p:spTgt spid="8"/>
                                        </p:tgtEl>
                                      </p:cBhvr>
                                      <p:to x="100000" y="90000"/>
                                    </p:animScale>
                                    <p:animScale>
                                      <p:cBhvr>
                                        <p:cTn id="18" dur="166" decel="50000">
                                          <p:stCondLst>
                                            <p:cond delay="1668"/>
                                          </p:stCondLst>
                                        </p:cTn>
                                        <p:tgtEl>
                                          <p:spTgt spid="8"/>
                                        </p:tgtEl>
                                      </p:cBhvr>
                                      <p:to x="100000" y="100000"/>
                                    </p:animScale>
                                    <p:animScale>
                                      <p:cBhvr>
                                        <p:cTn id="19" dur="26">
                                          <p:stCondLst>
                                            <p:cond delay="1808"/>
                                          </p:stCondLst>
                                        </p:cTn>
                                        <p:tgtEl>
                                          <p:spTgt spid="8"/>
                                        </p:tgtEl>
                                      </p:cBhvr>
                                      <p:to x="100000" y="95000"/>
                                    </p:animScale>
                                    <p:animScale>
                                      <p:cBhvr>
                                        <p:cTn id="20" dur="166" decel="50000">
                                          <p:stCondLst>
                                            <p:cond delay="1834"/>
                                          </p:stCondLst>
                                        </p:cTn>
                                        <p:tgtEl>
                                          <p:spTgt spid="8"/>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8" grpId="0">
        <p:bldAsOne/>
      </p:bldGraphic>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Diagram 3"/>
          <p:cNvGraphicFramePr/>
          <p:nvPr/>
        </p:nvGraphicFramePr>
        <p:xfrm>
          <a:off x="685800" y="228600"/>
          <a:ext cx="8229600" cy="6477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165212280"/>
      </p:ext>
    </p:extLst>
  </p:cSld>
  <p:clrMapOvr>
    <a:masterClrMapping/>
  </p:clrMapOvr>
  <mc:AlternateContent xmlns:mc="http://schemas.openxmlformats.org/markup-compatibility/2006" xmlns:p14="http://schemas.microsoft.com/office/powerpoint/2010/main">
    <mc:Choice Requires="p14">
      <p:transition spd="slow" p14:dur="3000">
        <p:dissolve/>
      </p:transition>
    </mc:Choice>
    <mc:Fallback xmlns="">
      <p:transition spd="slow">
        <p:dissolve/>
      </p:transition>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24000" y="152400"/>
            <a:ext cx="3086100" cy="2349500"/>
          </a:xfrm>
          <a:prstGeom prst="rect">
            <a:avLst/>
          </a:prstGeom>
        </p:spPr>
      </p:pic>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24000" y="2501900"/>
            <a:ext cx="9144000" cy="4356100"/>
          </a:xfrm>
          <a:prstGeom prst="rect">
            <a:avLst/>
          </a:prstGeom>
        </p:spPr>
      </p:pic>
      <p:sp>
        <p:nvSpPr>
          <p:cNvPr id="4" name="TextBox 3"/>
          <p:cNvSpPr txBox="1"/>
          <p:nvPr/>
        </p:nvSpPr>
        <p:spPr>
          <a:xfrm>
            <a:off x="4610100" y="1"/>
            <a:ext cx="5905500" cy="2400657"/>
          </a:xfrm>
          <a:prstGeom prst="rect">
            <a:avLst/>
          </a:prstGeom>
          <a:noFill/>
        </p:spPr>
        <p:txBody>
          <a:bodyPr wrap="square" rtlCol="0">
            <a:spAutoFit/>
          </a:bodyPr>
          <a:lstStyle/>
          <a:p>
            <a:pPr marL="285750" indent="-285750">
              <a:buFont typeface="Wingdings" panose="05000000000000000000" pitchFamily="2" charset="2"/>
              <a:buChar char="q"/>
            </a:pPr>
            <a:r>
              <a:rPr lang="en-US" sz="3000" dirty="0"/>
              <a:t> Sovereignty </a:t>
            </a:r>
          </a:p>
          <a:p>
            <a:pPr marL="285750" indent="-285750">
              <a:buFont typeface="Wingdings" panose="05000000000000000000" pitchFamily="2" charset="2"/>
              <a:buChar char="q"/>
            </a:pPr>
            <a:r>
              <a:rPr lang="en-US" sz="3000" dirty="0"/>
              <a:t> Islamic Democracy </a:t>
            </a:r>
            <a:r>
              <a:rPr lang="en-US" sz="2400" b="1" dirty="0" smtClean="0">
                <a:solidFill>
                  <a:srgbClr val="C00000"/>
                </a:solidFill>
                <a:effectLst>
                  <a:outerShdw blurRad="38100" dist="38100" dir="2700000" algn="tl">
                    <a:srgbClr val="000000">
                      <a:alpha val="43137"/>
                    </a:srgbClr>
                  </a:outerShdw>
                </a:effectLst>
              </a:rPr>
              <a:t>[Secularism]</a:t>
            </a:r>
            <a:r>
              <a:rPr lang="en-US" sz="3000" dirty="0" smtClean="0"/>
              <a:t> </a:t>
            </a:r>
            <a:endParaRPr lang="en-US" sz="3000" dirty="0"/>
          </a:p>
          <a:p>
            <a:pPr marL="285750" indent="-285750">
              <a:buFont typeface="Wingdings" panose="05000000000000000000" pitchFamily="2" charset="2"/>
              <a:buChar char="q"/>
            </a:pPr>
            <a:r>
              <a:rPr lang="en-US" sz="3000" dirty="0"/>
              <a:t> Minorities Protection </a:t>
            </a:r>
          </a:p>
          <a:p>
            <a:pPr marL="285750" indent="-285750">
              <a:buFont typeface="Wingdings" panose="05000000000000000000" pitchFamily="2" charset="2"/>
              <a:buChar char="q"/>
            </a:pPr>
            <a:r>
              <a:rPr lang="en-US" sz="3000" dirty="0"/>
              <a:t> Federal Form </a:t>
            </a:r>
          </a:p>
          <a:p>
            <a:pPr marL="285750" indent="-285750">
              <a:buFont typeface="Wingdings" panose="05000000000000000000" pitchFamily="2" charset="2"/>
              <a:buChar char="q"/>
            </a:pPr>
            <a:r>
              <a:rPr lang="en-US" sz="3000" dirty="0"/>
              <a:t> Fundamental Rights </a:t>
            </a:r>
          </a:p>
        </p:txBody>
      </p:sp>
    </p:spTree>
    <p:extLst>
      <p:ext uri="{BB962C8B-B14F-4D97-AF65-F5344CB8AC3E}">
        <p14:creationId xmlns:p14="http://schemas.microsoft.com/office/powerpoint/2010/main" val="1239972024"/>
      </p:ext>
    </p:extLst>
  </p:cSld>
  <p:clrMapOvr>
    <a:masterClrMapping/>
  </p:clrMapOvr>
  <mc:AlternateContent xmlns:mc="http://schemas.openxmlformats.org/markup-compatibility/2006" xmlns:p14="http://schemas.microsoft.com/office/powerpoint/2010/main">
    <mc:Choice Requires="p14">
      <p:transition spd="slow" p14:dur="3000">
        <p:blinds dir="vert"/>
      </p:transition>
    </mc:Choice>
    <mc:Fallback xmlns="">
      <p:transition spd="slow">
        <p:blinds dir="vert"/>
      </p:transition>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ctr"/>
            <a:r>
              <a:rPr lang="en-US" b="1" dirty="0" smtClean="0">
                <a:effectLst>
                  <a:outerShdw blurRad="38100" dist="38100" dir="2700000" algn="tl">
                    <a:srgbClr val="000000">
                      <a:alpha val="43137"/>
                    </a:srgbClr>
                  </a:outerShdw>
                </a:effectLst>
              </a:rPr>
              <a:t>Basic Principles Committee Report</a:t>
            </a:r>
            <a:br>
              <a:rPr lang="en-US" b="1" dirty="0" smtClean="0">
                <a:effectLst>
                  <a:outerShdw blurRad="38100" dist="38100" dir="2700000" algn="tl">
                    <a:srgbClr val="000000">
                      <a:alpha val="43137"/>
                    </a:srgbClr>
                  </a:outerShdw>
                </a:effectLst>
              </a:rPr>
            </a:br>
            <a:r>
              <a:rPr lang="en-US" b="1" dirty="0" smtClean="0">
                <a:effectLst>
                  <a:outerShdw blurRad="38100" dist="38100" dir="2700000" algn="tl">
                    <a:srgbClr val="000000">
                      <a:alpha val="43137"/>
                    </a:srgbClr>
                  </a:outerShdw>
                </a:effectLst>
              </a:rPr>
              <a:t>First: 28 Sept, 1950 Second: 22 Dec, 1952</a:t>
            </a:r>
            <a:endParaRPr lang="en-US" b="1"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p:txBody>
          <a:bodyPr>
            <a:normAutofit fontScale="85000" lnSpcReduction="20000"/>
          </a:bodyPr>
          <a:lstStyle/>
          <a:p>
            <a:pPr marL="0" indent="0">
              <a:buNone/>
            </a:pPr>
            <a:r>
              <a:rPr lang="en-US" b="1" dirty="0" smtClean="0"/>
              <a:t>Recommendations </a:t>
            </a:r>
            <a:r>
              <a:rPr lang="en-US" b="1" dirty="0" smtClean="0">
                <a:solidFill>
                  <a:srgbClr val="C00000"/>
                </a:solidFill>
                <a:effectLst>
                  <a:outerShdw blurRad="38100" dist="38100" dir="2700000" algn="tl">
                    <a:srgbClr val="000000">
                      <a:alpha val="43137"/>
                    </a:srgbClr>
                  </a:outerShdw>
                </a:effectLst>
              </a:rPr>
              <a:t>[2</a:t>
            </a:r>
            <a:r>
              <a:rPr lang="en-US" b="1" baseline="30000" dirty="0" smtClean="0">
                <a:solidFill>
                  <a:srgbClr val="C00000"/>
                </a:solidFill>
                <a:effectLst>
                  <a:outerShdw blurRad="38100" dist="38100" dir="2700000" algn="tl">
                    <a:srgbClr val="000000">
                      <a:alpha val="43137"/>
                    </a:srgbClr>
                  </a:outerShdw>
                </a:effectLst>
              </a:rPr>
              <a:t>nd</a:t>
            </a:r>
            <a:r>
              <a:rPr lang="en-US" b="1" dirty="0" smtClean="0">
                <a:solidFill>
                  <a:srgbClr val="C00000"/>
                </a:solidFill>
                <a:effectLst>
                  <a:outerShdw blurRad="38100" dist="38100" dir="2700000" algn="tl">
                    <a:srgbClr val="000000">
                      <a:alpha val="43137"/>
                    </a:srgbClr>
                  </a:outerShdw>
                </a:effectLst>
              </a:rPr>
              <a:t> C.A]</a:t>
            </a:r>
            <a:r>
              <a:rPr lang="en-US" b="1" dirty="0" smtClean="0"/>
              <a:t> </a:t>
            </a:r>
          </a:p>
          <a:p>
            <a:r>
              <a:rPr lang="en-US" dirty="0" smtClean="0"/>
              <a:t>HU: 120 &amp; HP: 400</a:t>
            </a:r>
          </a:p>
          <a:p>
            <a:r>
              <a:rPr lang="en-US" dirty="0" smtClean="0"/>
              <a:t>Conflict b/w house: joint sitting-solution </a:t>
            </a:r>
            <a:r>
              <a:rPr lang="en-US" b="1" dirty="0" smtClean="0">
                <a:solidFill>
                  <a:srgbClr val="C00000"/>
                </a:solidFill>
                <a:effectLst>
                  <a:outerShdw blurRad="38100" dist="38100" dir="2700000" algn="tl">
                    <a:srgbClr val="000000">
                      <a:alpha val="43137"/>
                    </a:srgbClr>
                  </a:outerShdw>
                </a:effectLst>
              </a:rPr>
              <a:t>©</a:t>
            </a:r>
            <a:r>
              <a:rPr lang="en-US" dirty="0" smtClean="0"/>
              <a:t> </a:t>
            </a:r>
          </a:p>
          <a:p>
            <a:r>
              <a:rPr lang="en-US" dirty="0" smtClean="0"/>
              <a:t>Federal &amp; Provincial </a:t>
            </a:r>
            <a:r>
              <a:rPr lang="en-US" dirty="0" err="1" smtClean="0"/>
              <a:t>Govts</a:t>
            </a:r>
            <a:r>
              <a:rPr lang="en-US" dirty="0" smtClean="0"/>
              <a:t> for 5 years </a:t>
            </a:r>
            <a:r>
              <a:rPr lang="en-US" b="1" dirty="0">
                <a:solidFill>
                  <a:srgbClr val="C00000"/>
                </a:solidFill>
                <a:effectLst>
                  <a:outerShdw blurRad="38100" dist="38100" dir="2700000" algn="tl">
                    <a:srgbClr val="000000">
                      <a:alpha val="43137"/>
                    </a:srgbClr>
                  </a:outerShdw>
                </a:effectLst>
              </a:rPr>
              <a:t>©</a:t>
            </a:r>
            <a:endParaRPr lang="en-US" dirty="0" smtClean="0"/>
          </a:p>
          <a:p>
            <a:r>
              <a:rPr lang="en-US" dirty="0" smtClean="0"/>
              <a:t>Provincial Head by Head of State </a:t>
            </a:r>
            <a:r>
              <a:rPr lang="en-US" b="1" dirty="0">
                <a:solidFill>
                  <a:srgbClr val="C00000"/>
                </a:solidFill>
                <a:effectLst>
                  <a:outerShdw blurRad="38100" dist="38100" dir="2700000" algn="tl">
                    <a:srgbClr val="000000">
                      <a:alpha val="43137"/>
                    </a:srgbClr>
                  </a:outerShdw>
                </a:effectLst>
              </a:rPr>
              <a:t>©</a:t>
            </a:r>
            <a:endParaRPr lang="en-US" dirty="0" smtClean="0"/>
          </a:p>
          <a:p>
            <a:r>
              <a:rPr lang="en-US" dirty="0" smtClean="0"/>
              <a:t>Subjects: Federal, Provincial &amp; Concurrent </a:t>
            </a:r>
            <a:r>
              <a:rPr lang="en-US" b="1" dirty="0">
                <a:solidFill>
                  <a:srgbClr val="C00000"/>
                </a:solidFill>
                <a:effectLst>
                  <a:outerShdw blurRad="38100" dist="38100" dir="2700000" algn="tl">
                    <a:srgbClr val="000000">
                      <a:alpha val="43137"/>
                    </a:srgbClr>
                  </a:outerShdw>
                </a:effectLst>
              </a:rPr>
              <a:t>©</a:t>
            </a:r>
            <a:endParaRPr lang="en-US" dirty="0" smtClean="0"/>
          </a:p>
          <a:p>
            <a:r>
              <a:rPr lang="en-US" dirty="0" smtClean="0"/>
              <a:t>Federal law was to prevail </a:t>
            </a:r>
            <a:r>
              <a:rPr lang="en-US" b="1" dirty="0">
                <a:solidFill>
                  <a:srgbClr val="C00000"/>
                </a:solidFill>
                <a:effectLst>
                  <a:outerShdw blurRad="38100" dist="38100" dir="2700000" algn="tl">
                    <a:srgbClr val="000000">
                      <a:alpha val="43137"/>
                    </a:srgbClr>
                  </a:outerShdw>
                </a:effectLst>
              </a:rPr>
              <a:t>©</a:t>
            </a:r>
            <a:endParaRPr lang="en-US" dirty="0" smtClean="0"/>
          </a:p>
          <a:p>
            <a:r>
              <a:rPr lang="en-US" dirty="0" smtClean="0"/>
              <a:t>A board of </a:t>
            </a:r>
            <a:r>
              <a:rPr lang="en-US" dirty="0" err="1" smtClean="0"/>
              <a:t>Ulema</a:t>
            </a:r>
            <a:endParaRPr lang="en-US" dirty="0" smtClean="0"/>
          </a:p>
          <a:p>
            <a:pPr marL="0" indent="0">
              <a:buNone/>
            </a:pPr>
            <a:r>
              <a:rPr lang="en-US" b="1" dirty="0" smtClean="0">
                <a:effectLst>
                  <a:outerShdw blurRad="38100" dist="38100" dir="2700000" algn="tl">
                    <a:srgbClr val="000000">
                      <a:alpha val="43137"/>
                    </a:srgbClr>
                  </a:outerShdw>
                </a:effectLst>
              </a:rPr>
              <a:t>Critiques: </a:t>
            </a:r>
          </a:p>
          <a:p>
            <a:r>
              <a:rPr lang="en-US" dirty="0" smtClean="0"/>
              <a:t>East majority ignored</a:t>
            </a:r>
          </a:p>
          <a:p>
            <a:r>
              <a:rPr lang="en-US" dirty="0" smtClean="0"/>
              <a:t>No provision in case no solution in the joint sitting</a:t>
            </a:r>
          </a:p>
          <a:p>
            <a:r>
              <a:rPr lang="en-US" dirty="0" smtClean="0"/>
              <a:t>Remained silent on language</a:t>
            </a:r>
            <a:endParaRPr lang="en-US" dirty="0"/>
          </a:p>
        </p:txBody>
      </p:sp>
      <p:sp>
        <p:nvSpPr>
          <p:cNvPr id="4" name="Right Arrow 3"/>
          <p:cNvSpPr/>
          <p:nvPr/>
        </p:nvSpPr>
        <p:spPr>
          <a:xfrm>
            <a:off x="8534400" y="4267200"/>
            <a:ext cx="1981200" cy="17526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err="1" smtClean="0">
                <a:effectLst>
                  <a:outerShdw blurRad="38100" dist="38100" dir="2700000" algn="tl">
                    <a:srgbClr val="000000">
                      <a:alpha val="43137"/>
                    </a:srgbClr>
                  </a:outerShdw>
                </a:effectLst>
              </a:rPr>
              <a:t>Bogra</a:t>
            </a:r>
            <a:r>
              <a:rPr lang="en-US" b="1" dirty="0" smtClean="0">
                <a:effectLst>
                  <a:outerShdw blurRad="38100" dist="38100" dir="2700000" algn="tl">
                    <a:srgbClr val="000000">
                      <a:alpha val="43137"/>
                    </a:srgbClr>
                  </a:outerShdw>
                </a:effectLst>
              </a:rPr>
              <a:t> Formula 7 Oct, 1953</a:t>
            </a:r>
            <a:endParaRPr lang="en-US" b="1" dirty="0">
              <a:effectLst>
                <a:outerShdw blurRad="38100" dist="38100" dir="2700000" algn="tl">
                  <a:srgbClr val="000000">
                    <a:alpha val="43137"/>
                  </a:srgbClr>
                </a:outerShdw>
              </a:effectLst>
            </a:endParaRPr>
          </a:p>
        </p:txBody>
      </p:sp>
      <p:sp>
        <p:nvSpPr>
          <p:cNvPr id="5" name="Flowchart: Alternate Process 4"/>
          <p:cNvSpPr/>
          <p:nvPr/>
        </p:nvSpPr>
        <p:spPr>
          <a:xfrm>
            <a:off x="2589212" y="5791200"/>
            <a:ext cx="6021388" cy="914400"/>
          </a:xfrm>
          <a:prstGeom prst="flowChartAlternateProces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smtClean="0"/>
              <a:t>Following </a:t>
            </a:r>
            <a:r>
              <a:rPr lang="en-US" b="1" dirty="0" err="1" smtClean="0"/>
              <a:t>Evetns</a:t>
            </a:r>
            <a:r>
              <a:rPr lang="en-US" b="1" dirty="0" smtClean="0"/>
              <a:t>: </a:t>
            </a:r>
            <a:r>
              <a:rPr lang="en-US" dirty="0" smtClean="0"/>
              <a:t>Dissolution of C.A, </a:t>
            </a:r>
            <a:r>
              <a:rPr lang="en-US" dirty="0" err="1" smtClean="0"/>
              <a:t>Maulvi</a:t>
            </a:r>
            <a:r>
              <a:rPr lang="en-US" dirty="0" smtClean="0"/>
              <a:t> </a:t>
            </a:r>
            <a:r>
              <a:rPr lang="en-US" dirty="0" err="1" smtClean="0"/>
              <a:t>Tamizuddin</a:t>
            </a:r>
            <a:r>
              <a:rPr lang="en-US" dirty="0"/>
              <a:t> </a:t>
            </a:r>
            <a:r>
              <a:rPr lang="en-US" dirty="0" smtClean="0"/>
              <a:t>Case, Election to C.A </a:t>
            </a:r>
            <a:endParaRPr lang="en-US" dirty="0"/>
          </a:p>
        </p:txBody>
      </p:sp>
      <p:graphicFrame>
        <p:nvGraphicFramePr>
          <p:cNvPr id="7" name="Table 6"/>
          <p:cNvGraphicFramePr>
            <a:graphicFrameLocks noGrp="1"/>
          </p:cNvGraphicFramePr>
          <p:nvPr>
            <p:extLst>
              <p:ext uri="{D42A27DB-BD31-4B8C-83A1-F6EECF244321}">
                <p14:modId xmlns:p14="http://schemas.microsoft.com/office/powerpoint/2010/main" val="1516681150"/>
              </p:ext>
            </p:extLst>
          </p:nvPr>
        </p:nvGraphicFramePr>
        <p:xfrm>
          <a:off x="6172200" y="2160589"/>
          <a:ext cx="3276600" cy="1112520"/>
        </p:xfrm>
        <a:graphic>
          <a:graphicData uri="http://schemas.openxmlformats.org/drawingml/2006/table">
            <a:tbl>
              <a:tblPr firstRow="1" bandRow="1">
                <a:tableStyleId>{616DA210-FB5B-4158-B5E0-FEB733F419BA}</a:tableStyleId>
              </a:tblPr>
              <a:tblGrid>
                <a:gridCol w="3276600"/>
              </a:tblGrid>
              <a:tr h="370840">
                <a:tc>
                  <a:txBody>
                    <a:bodyPr/>
                    <a:lstStyle/>
                    <a:p>
                      <a:r>
                        <a:rPr lang="en-US" dirty="0" smtClean="0"/>
                        <a:t>1. Federal &amp; Provincial</a:t>
                      </a:r>
                      <a:endParaRPr lang="en-US" dirty="0"/>
                    </a:p>
                  </a:txBody>
                  <a:tcPr/>
                </a:tc>
              </a:tr>
              <a:tr h="370840">
                <a:tc>
                  <a:txBody>
                    <a:bodyPr/>
                    <a:lstStyle/>
                    <a:p>
                      <a:r>
                        <a:rPr lang="en-US" dirty="0" smtClean="0"/>
                        <a:t>2. Franchise  3. Judiciary</a:t>
                      </a:r>
                      <a:endParaRPr lang="en-US" dirty="0"/>
                    </a:p>
                  </a:txBody>
                  <a:tcPr/>
                </a:tc>
              </a:tr>
              <a:tr h="370840">
                <a:tc>
                  <a:txBody>
                    <a:bodyPr/>
                    <a:lstStyle/>
                    <a:p>
                      <a:r>
                        <a:rPr lang="en-US" dirty="0" smtClean="0"/>
                        <a:t>Board</a:t>
                      </a:r>
                      <a:r>
                        <a:rPr lang="en-US" baseline="0" dirty="0" smtClean="0"/>
                        <a:t> of </a:t>
                      </a:r>
                      <a:r>
                        <a:rPr lang="en-US" baseline="0" dirty="0" err="1" smtClean="0"/>
                        <a:t>Talimat</a:t>
                      </a:r>
                      <a:r>
                        <a:rPr lang="en-US" baseline="0" dirty="0" smtClean="0"/>
                        <a:t>-e-</a:t>
                      </a:r>
                      <a:r>
                        <a:rPr lang="en-US" baseline="0" dirty="0" err="1" smtClean="0"/>
                        <a:t>Islamia</a:t>
                      </a:r>
                      <a:endParaRPr lang="en-US" dirty="0"/>
                    </a:p>
                  </a:txBody>
                  <a:tcPr/>
                </a:tc>
              </a:tr>
            </a:tbl>
          </a:graphicData>
        </a:graphic>
      </p:graphicFrame>
      <p:sp>
        <p:nvSpPr>
          <p:cNvPr id="10" name="Rectangle 9"/>
          <p:cNvSpPr/>
          <p:nvPr/>
        </p:nvSpPr>
        <p:spPr>
          <a:xfrm>
            <a:off x="677334" y="6086885"/>
            <a:ext cx="1144865" cy="369332"/>
          </a:xfrm>
          <a:prstGeom prst="rect">
            <a:avLst/>
          </a:prstGeom>
        </p:spPr>
        <p:txBody>
          <a:bodyPr wrap="none">
            <a:spAutoFit/>
          </a:bodyPr>
          <a:lstStyle/>
          <a:p>
            <a:r>
              <a:rPr lang="en-US" b="1" dirty="0" smtClean="0">
                <a:solidFill>
                  <a:srgbClr val="C00000"/>
                </a:solidFill>
                <a:effectLst>
                  <a:outerShdw blurRad="38100" dist="38100" dir="2700000" algn="tl">
                    <a:srgbClr val="000000">
                      <a:alpha val="43137"/>
                    </a:srgbClr>
                  </a:outerShdw>
                </a:effectLst>
              </a:rPr>
              <a:t>© </a:t>
            </a:r>
            <a:r>
              <a:rPr lang="en-US" sz="1400" b="1" dirty="0" smtClean="0">
                <a:solidFill>
                  <a:srgbClr val="00B050"/>
                </a:solidFill>
                <a:effectLst>
                  <a:outerShdw blurRad="38100" dist="38100" dir="2700000" algn="tl">
                    <a:srgbClr val="000000">
                      <a:alpha val="43137"/>
                    </a:srgbClr>
                  </a:outerShdw>
                </a:effectLst>
              </a:rPr>
              <a:t>Common</a:t>
            </a:r>
            <a:endParaRPr lang="en-US" dirty="0">
              <a:solidFill>
                <a:srgbClr val="00B050"/>
              </a:solidFill>
            </a:endParaRPr>
          </a:p>
        </p:txBody>
      </p:sp>
    </p:spTree>
    <p:extLst>
      <p:ext uri="{BB962C8B-B14F-4D97-AF65-F5344CB8AC3E}">
        <p14:creationId xmlns:p14="http://schemas.microsoft.com/office/powerpoint/2010/main" val="15542298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wipe(down)">
                                      <p:cBhvr>
                                        <p:cTn id="7" dur="580">
                                          <p:stCondLst>
                                            <p:cond delay="0"/>
                                          </p:stCondLst>
                                        </p:cTn>
                                        <p:tgtEl>
                                          <p:spTgt spid="3">
                                            <p:txEl>
                                              <p:pRg st="1" end="1"/>
                                            </p:txEl>
                                          </p:spTgt>
                                        </p:tgtEl>
                                      </p:cBhvr>
                                    </p:animEffect>
                                    <p:anim calcmode="lin" valueType="num">
                                      <p:cBhvr>
                                        <p:cTn id="8" dur="1822" tmFilter="0,0; 0.14,0.36; 0.43,0.73; 0.71,0.91; 1.0,1.0">
                                          <p:stCondLst>
                                            <p:cond delay="0"/>
                                          </p:stCondLst>
                                        </p:cTn>
                                        <p:tgtEl>
                                          <p:spTgt spid="3">
                                            <p:txEl>
                                              <p:pRg st="1" end="1"/>
                                            </p:txEl>
                                          </p:spTgt>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3">
                                            <p:txEl>
                                              <p:pRg st="1" end="1"/>
                                            </p:txEl>
                                          </p:spTgt>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3">
                                            <p:txEl>
                                              <p:pRg st="1" end="1"/>
                                            </p:txEl>
                                          </p:spTgt>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3">
                                            <p:txEl>
                                              <p:pRg st="1" end="1"/>
                                            </p:txEl>
                                          </p:spTgt>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3">
                                            <p:txEl>
                                              <p:pRg st="1" end="1"/>
                                            </p:txEl>
                                          </p:spTgt>
                                        </p:tgtEl>
                                        <p:attrNameLst>
                                          <p:attrName>ppt_y</p:attrName>
                                        </p:attrNameLst>
                                      </p:cBhvr>
                                      <p:tavLst>
                                        <p:tav tm="0" fmla="#ppt_y-sin(pi*$)/81">
                                          <p:val>
                                            <p:fltVal val="0"/>
                                          </p:val>
                                        </p:tav>
                                        <p:tav tm="100000">
                                          <p:val>
                                            <p:fltVal val="1"/>
                                          </p:val>
                                        </p:tav>
                                      </p:tavLst>
                                    </p:anim>
                                    <p:animScale>
                                      <p:cBhvr>
                                        <p:cTn id="13" dur="26">
                                          <p:stCondLst>
                                            <p:cond delay="650"/>
                                          </p:stCondLst>
                                        </p:cTn>
                                        <p:tgtEl>
                                          <p:spTgt spid="3">
                                            <p:txEl>
                                              <p:pRg st="1" end="1"/>
                                            </p:txEl>
                                          </p:spTgt>
                                        </p:tgtEl>
                                      </p:cBhvr>
                                      <p:to x="100000" y="60000"/>
                                    </p:animScale>
                                    <p:animScale>
                                      <p:cBhvr>
                                        <p:cTn id="14" dur="166" decel="50000">
                                          <p:stCondLst>
                                            <p:cond delay="676"/>
                                          </p:stCondLst>
                                        </p:cTn>
                                        <p:tgtEl>
                                          <p:spTgt spid="3">
                                            <p:txEl>
                                              <p:pRg st="1" end="1"/>
                                            </p:txEl>
                                          </p:spTgt>
                                        </p:tgtEl>
                                      </p:cBhvr>
                                      <p:to x="100000" y="100000"/>
                                    </p:animScale>
                                    <p:animScale>
                                      <p:cBhvr>
                                        <p:cTn id="15" dur="26">
                                          <p:stCondLst>
                                            <p:cond delay="1312"/>
                                          </p:stCondLst>
                                        </p:cTn>
                                        <p:tgtEl>
                                          <p:spTgt spid="3">
                                            <p:txEl>
                                              <p:pRg st="1" end="1"/>
                                            </p:txEl>
                                          </p:spTgt>
                                        </p:tgtEl>
                                      </p:cBhvr>
                                      <p:to x="100000" y="80000"/>
                                    </p:animScale>
                                    <p:animScale>
                                      <p:cBhvr>
                                        <p:cTn id="16" dur="166" decel="50000">
                                          <p:stCondLst>
                                            <p:cond delay="1338"/>
                                          </p:stCondLst>
                                        </p:cTn>
                                        <p:tgtEl>
                                          <p:spTgt spid="3">
                                            <p:txEl>
                                              <p:pRg st="1" end="1"/>
                                            </p:txEl>
                                          </p:spTgt>
                                        </p:tgtEl>
                                      </p:cBhvr>
                                      <p:to x="100000" y="100000"/>
                                    </p:animScale>
                                    <p:animScale>
                                      <p:cBhvr>
                                        <p:cTn id="17" dur="26">
                                          <p:stCondLst>
                                            <p:cond delay="1642"/>
                                          </p:stCondLst>
                                        </p:cTn>
                                        <p:tgtEl>
                                          <p:spTgt spid="3">
                                            <p:txEl>
                                              <p:pRg st="1" end="1"/>
                                            </p:txEl>
                                          </p:spTgt>
                                        </p:tgtEl>
                                      </p:cBhvr>
                                      <p:to x="100000" y="90000"/>
                                    </p:animScale>
                                    <p:animScale>
                                      <p:cBhvr>
                                        <p:cTn id="18" dur="166" decel="50000">
                                          <p:stCondLst>
                                            <p:cond delay="1668"/>
                                          </p:stCondLst>
                                        </p:cTn>
                                        <p:tgtEl>
                                          <p:spTgt spid="3">
                                            <p:txEl>
                                              <p:pRg st="1" end="1"/>
                                            </p:txEl>
                                          </p:spTgt>
                                        </p:tgtEl>
                                      </p:cBhvr>
                                      <p:to x="100000" y="100000"/>
                                    </p:animScale>
                                    <p:animScale>
                                      <p:cBhvr>
                                        <p:cTn id="19" dur="26">
                                          <p:stCondLst>
                                            <p:cond delay="1808"/>
                                          </p:stCondLst>
                                        </p:cTn>
                                        <p:tgtEl>
                                          <p:spTgt spid="3">
                                            <p:txEl>
                                              <p:pRg st="1" end="1"/>
                                            </p:txEl>
                                          </p:spTgt>
                                        </p:tgtEl>
                                      </p:cBhvr>
                                      <p:to x="100000" y="95000"/>
                                    </p:animScale>
                                    <p:animScale>
                                      <p:cBhvr>
                                        <p:cTn id="20" dur="166" decel="50000">
                                          <p:stCondLst>
                                            <p:cond delay="1834"/>
                                          </p:stCondLst>
                                        </p:cTn>
                                        <p:tgtEl>
                                          <p:spTgt spid="3">
                                            <p:txEl>
                                              <p:pRg st="1" end="1"/>
                                            </p:txEl>
                                          </p:spTgt>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26" presetClass="entr" presetSubtype="0" fill="hold" grpId="0" nodeType="clickEffect">
                                  <p:stCondLst>
                                    <p:cond delay="0"/>
                                  </p:stCondLst>
                                  <p:childTnLst>
                                    <p:set>
                                      <p:cBhvr>
                                        <p:cTn id="24" dur="1" fill="hold">
                                          <p:stCondLst>
                                            <p:cond delay="0"/>
                                          </p:stCondLst>
                                        </p:cTn>
                                        <p:tgtEl>
                                          <p:spTgt spid="3">
                                            <p:txEl>
                                              <p:pRg st="2" end="2"/>
                                            </p:txEl>
                                          </p:spTgt>
                                        </p:tgtEl>
                                        <p:attrNameLst>
                                          <p:attrName>style.visibility</p:attrName>
                                        </p:attrNameLst>
                                      </p:cBhvr>
                                      <p:to>
                                        <p:strVal val="visible"/>
                                      </p:to>
                                    </p:set>
                                    <p:animEffect transition="in" filter="wipe(down)">
                                      <p:cBhvr>
                                        <p:cTn id="25" dur="580">
                                          <p:stCondLst>
                                            <p:cond delay="0"/>
                                          </p:stCondLst>
                                        </p:cTn>
                                        <p:tgtEl>
                                          <p:spTgt spid="3">
                                            <p:txEl>
                                              <p:pRg st="2" end="2"/>
                                            </p:txEl>
                                          </p:spTgt>
                                        </p:tgtEl>
                                      </p:cBhvr>
                                    </p:animEffect>
                                    <p:anim calcmode="lin" valueType="num">
                                      <p:cBhvr>
                                        <p:cTn id="26" dur="1822" tmFilter="0,0; 0.14,0.36; 0.43,0.73; 0.71,0.91; 1.0,1.0">
                                          <p:stCondLst>
                                            <p:cond delay="0"/>
                                          </p:stCondLst>
                                        </p:cTn>
                                        <p:tgtEl>
                                          <p:spTgt spid="3">
                                            <p:txEl>
                                              <p:pRg st="2" end="2"/>
                                            </p:txEl>
                                          </p:spTgt>
                                        </p:tgtEl>
                                        <p:attrNameLst>
                                          <p:attrName>ppt_x</p:attrName>
                                        </p:attrNameLst>
                                      </p:cBhvr>
                                      <p:tavLst>
                                        <p:tav tm="0">
                                          <p:val>
                                            <p:strVal val="#ppt_x-0.25"/>
                                          </p:val>
                                        </p:tav>
                                        <p:tav tm="100000">
                                          <p:val>
                                            <p:strVal val="#ppt_x"/>
                                          </p:val>
                                        </p:tav>
                                      </p:tavLst>
                                    </p:anim>
                                    <p:anim calcmode="lin" valueType="num">
                                      <p:cBhvr>
                                        <p:cTn id="27" dur="664" tmFilter="0.0,0.0; 0.25,0.07; 0.50,0.2; 0.75,0.467; 1.0,1.0">
                                          <p:stCondLst>
                                            <p:cond delay="0"/>
                                          </p:stCondLst>
                                        </p:cTn>
                                        <p:tgtEl>
                                          <p:spTgt spid="3">
                                            <p:txEl>
                                              <p:pRg st="2" end="2"/>
                                            </p:txEl>
                                          </p:spTgt>
                                        </p:tgtEl>
                                        <p:attrNameLst>
                                          <p:attrName>ppt_y</p:attrName>
                                        </p:attrNameLst>
                                      </p:cBhvr>
                                      <p:tavLst>
                                        <p:tav tm="0" fmla="#ppt_y-sin(pi*$)/3">
                                          <p:val>
                                            <p:fltVal val="0.5"/>
                                          </p:val>
                                        </p:tav>
                                        <p:tav tm="100000">
                                          <p:val>
                                            <p:fltVal val="1"/>
                                          </p:val>
                                        </p:tav>
                                      </p:tavLst>
                                    </p:anim>
                                    <p:anim calcmode="lin" valueType="num">
                                      <p:cBhvr>
                                        <p:cTn id="28" dur="664" tmFilter="0, 0; 0.125,0.2665; 0.25,0.4; 0.375,0.465; 0.5,0.5;  0.625,0.535; 0.75,0.6; 0.875,0.7335; 1,1">
                                          <p:stCondLst>
                                            <p:cond delay="664"/>
                                          </p:stCondLst>
                                        </p:cTn>
                                        <p:tgtEl>
                                          <p:spTgt spid="3">
                                            <p:txEl>
                                              <p:pRg st="2" end="2"/>
                                            </p:txEl>
                                          </p:spTgt>
                                        </p:tgtEl>
                                        <p:attrNameLst>
                                          <p:attrName>ppt_y</p:attrName>
                                        </p:attrNameLst>
                                      </p:cBhvr>
                                      <p:tavLst>
                                        <p:tav tm="0" fmla="#ppt_y-sin(pi*$)/9">
                                          <p:val>
                                            <p:fltVal val="0"/>
                                          </p:val>
                                        </p:tav>
                                        <p:tav tm="100000">
                                          <p:val>
                                            <p:fltVal val="1"/>
                                          </p:val>
                                        </p:tav>
                                      </p:tavLst>
                                    </p:anim>
                                    <p:anim calcmode="lin" valueType="num">
                                      <p:cBhvr>
                                        <p:cTn id="29" dur="332" tmFilter="0, 0; 0.125,0.2665; 0.25,0.4; 0.375,0.465; 0.5,0.5;  0.625,0.535; 0.75,0.6; 0.875,0.7335; 1,1">
                                          <p:stCondLst>
                                            <p:cond delay="1324"/>
                                          </p:stCondLst>
                                        </p:cTn>
                                        <p:tgtEl>
                                          <p:spTgt spid="3">
                                            <p:txEl>
                                              <p:pRg st="2" end="2"/>
                                            </p:txEl>
                                          </p:spTgt>
                                        </p:tgtEl>
                                        <p:attrNameLst>
                                          <p:attrName>ppt_y</p:attrName>
                                        </p:attrNameLst>
                                      </p:cBhvr>
                                      <p:tavLst>
                                        <p:tav tm="0" fmla="#ppt_y-sin(pi*$)/27">
                                          <p:val>
                                            <p:fltVal val="0"/>
                                          </p:val>
                                        </p:tav>
                                        <p:tav tm="100000">
                                          <p:val>
                                            <p:fltVal val="1"/>
                                          </p:val>
                                        </p:tav>
                                      </p:tavLst>
                                    </p:anim>
                                    <p:anim calcmode="lin" valueType="num">
                                      <p:cBhvr>
                                        <p:cTn id="30" dur="164" tmFilter="0, 0; 0.125,0.2665; 0.25,0.4; 0.375,0.465; 0.5,0.5;  0.625,0.535; 0.75,0.6; 0.875,0.7335; 1,1">
                                          <p:stCondLst>
                                            <p:cond delay="1656"/>
                                          </p:stCondLst>
                                        </p:cTn>
                                        <p:tgtEl>
                                          <p:spTgt spid="3">
                                            <p:txEl>
                                              <p:pRg st="2" end="2"/>
                                            </p:txEl>
                                          </p:spTgt>
                                        </p:tgtEl>
                                        <p:attrNameLst>
                                          <p:attrName>ppt_y</p:attrName>
                                        </p:attrNameLst>
                                      </p:cBhvr>
                                      <p:tavLst>
                                        <p:tav tm="0" fmla="#ppt_y-sin(pi*$)/81">
                                          <p:val>
                                            <p:fltVal val="0"/>
                                          </p:val>
                                        </p:tav>
                                        <p:tav tm="100000">
                                          <p:val>
                                            <p:fltVal val="1"/>
                                          </p:val>
                                        </p:tav>
                                      </p:tavLst>
                                    </p:anim>
                                    <p:animScale>
                                      <p:cBhvr>
                                        <p:cTn id="31" dur="26">
                                          <p:stCondLst>
                                            <p:cond delay="650"/>
                                          </p:stCondLst>
                                        </p:cTn>
                                        <p:tgtEl>
                                          <p:spTgt spid="3">
                                            <p:txEl>
                                              <p:pRg st="2" end="2"/>
                                            </p:txEl>
                                          </p:spTgt>
                                        </p:tgtEl>
                                      </p:cBhvr>
                                      <p:to x="100000" y="60000"/>
                                    </p:animScale>
                                    <p:animScale>
                                      <p:cBhvr>
                                        <p:cTn id="32" dur="166" decel="50000">
                                          <p:stCondLst>
                                            <p:cond delay="676"/>
                                          </p:stCondLst>
                                        </p:cTn>
                                        <p:tgtEl>
                                          <p:spTgt spid="3">
                                            <p:txEl>
                                              <p:pRg st="2" end="2"/>
                                            </p:txEl>
                                          </p:spTgt>
                                        </p:tgtEl>
                                      </p:cBhvr>
                                      <p:to x="100000" y="100000"/>
                                    </p:animScale>
                                    <p:animScale>
                                      <p:cBhvr>
                                        <p:cTn id="33" dur="26">
                                          <p:stCondLst>
                                            <p:cond delay="1312"/>
                                          </p:stCondLst>
                                        </p:cTn>
                                        <p:tgtEl>
                                          <p:spTgt spid="3">
                                            <p:txEl>
                                              <p:pRg st="2" end="2"/>
                                            </p:txEl>
                                          </p:spTgt>
                                        </p:tgtEl>
                                      </p:cBhvr>
                                      <p:to x="100000" y="80000"/>
                                    </p:animScale>
                                    <p:animScale>
                                      <p:cBhvr>
                                        <p:cTn id="34" dur="166" decel="50000">
                                          <p:stCondLst>
                                            <p:cond delay="1338"/>
                                          </p:stCondLst>
                                        </p:cTn>
                                        <p:tgtEl>
                                          <p:spTgt spid="3">
                                            <p:txEl>
                                              <p:pRg st="2" end="2"/>
                                            </p:txEl>
                                          </p:spTgt>
                                        </p:tgtEl>
                                      </p:cBhvr>
                                      <p:to x="100000" y="100000"/>
                                    </p:animScale>
                                    <p:animScale>
                                      <p:cBhvr>
                                        <p:cTn id="35" dur="26">
                                          <p:stCondLst>
                                            <p:cond delay="1642"/>
                                          </p:stCondLst>
                                        </p:cTn>
                                        <p:tgtEl>
                                          <p:spTgt spid="3">
                                            <p:txEl>
                                              <p:pRg st="2" end="2"/>
                                            </p:txEl>
                                          </p:spTgt>
                                        </p:tgtEl>
                                      </p:cBhvr>
                                      <p:to x="100000" y="90000"/>
                                    </p:animScale>
                                    <p:animScale>
                                      <p:cBhvr>
                                        <p:cTn id="36" dur="166" decel="50000">
                                          <p:stCondLst>
                                            <p:cond delay="1668"/>
                                          </p:stCondLst>
                                        </p:cTn>
                                        <p:tgtEl>
                                          <p:spTgt spid="3">
                                            <p:txEl>
                                              <p:pRg st="2" end="2"/>
                                            </p:txEl>
                                          </p:spTgt>
                                        </p:tgtEl>
                                      </p:cBhvr>
                                      <p:to x="100000" y="100000"/>
                                    </p:animScale>
                                    <p:animScale>
                                      <p:cBhvr>
                                        <p:cTn id="37" dur="26">
                                          <p:stCondLst>
                                            <p:cond delay="1808"/>
                                          </p:stCondLst>
                                        </p:cTn>
                                        <p:tgtEl>
                                          <p:spTgt spid="3">
                                            <p:txEl>
                                              <p:pRg st="2" end="2"/>
                                            </p:txEl>
                                          </p:spTgt>
                                        </p:tgtEl>
                                      </p:cBhvr>
                                      <p:to x="100000" y="95000"/>
                                    </p:animScale>
                                    <p:animScale>
                                      <p:cBhvr>
                                        <p:cTn id="38" dur="166" decel="50000">
                                          <p:stCondLst>
                                            <p:cond delay="1834"/>
                                          </p:stCondLst>
                                        </p:cTn>
                                        <p:tgtEl>
                                          <p:spTgt spid="3">
                                            <p:txEl>
                                              <p:pRg st="2" end="2"/>
                                            </p:txEl>
                                          </p:spTgt>
                                        </p:tgtEl>
                                      </p:cBhvr>
                                      <p:to x="100000" y="100000"/>
                                    </p:animScale>
                                  </p:childTnLst>
                                </p:cTn>
                              </p:par>
                            </p:childTnLst>
                          </p:cTn>
                        </p:par>
                      </p:childTnLst>
                    </p:cTn>
                  </p:par>
                  <p:par>
                    <p:cTn id="39" fill="hold">
                      <p:stCondLst>
                        <p:cond delay="indefinite"/>
                      </p:stCondLst>
                      <p:childTnLst>
                        <p:par>
                          <p:cTn id="40" fill="hold">
                            <p:stCondLst>
                              <p:cond delay="0"/>
                            </p:stCondLst>
                            <p:childTnLst>
                              <p:par>
                                <p:cTn id="41" presetID="26" presetClass="entr" presetSubtype="0" fill="hold" grpId="0" nodeType="clickEffect">
                                  <p:stCondLst>
                                    <p:cond delay="0"/>
                                  </p:stCondLst>
                                  <p:childTnLst>
                                    <p:set>
                                      <p:cBhvr>
                                        <p:cTn id="42" dur="1" fill="hold">
                                          <p:stCondLst>
                                            <p:cond delay="0"/>
                                          </p:stCondLst>
                                        </p:cTn>
                                        <p:tgtEl>
                                          <p:spTgt spid="3">
                                            <p:txEl>
                                              <p:pRg st="3" end="3"/>
                                            </p:txEl>
                                          </p:spTgt>
                                        </p:tgtEl>
                                        <p:attrNameLst>
                                          <p:attrName>style.visibility</p:attrName>
                                        </p:attrNameLst>
                                      </p:cBhvr>
                                      <p:to>
                                        <p:strVal val="visible"/>
                                      </p:to>
                                    </p:set>
                                    <p:animEffect transition="in" filter="wipe(down)">
                                      <p:cBhvr>
                                        <p:cTn id="43" dur="580">
                                          <p:stCondLst>
                                            <p:cond delay="0"/>
                                          </p:stCondLst>
                                        </p:cTn>
                                        <p:tgtEl>
                                          <p:spTgt spid="3">
                                            <p:txEl>
                                              <p:pRg st="3" end="3"/>
                                            </p:txEl>
                                          </p:spTgt>
                                        </p:tgtEl>
                                      </p:cBhvr>
                                    </p:animEffect>
                                    <p:anim calcmode="lin" valueType="num">
                                      <p:cBhvr>
                                        <p:cTn id="44" dur="1822" tmFilter="0,0; 0.14,0.36; 0.43,0.73; 0.71,0.91; 1.0,1.0">
                                          <p:stCondLst>
                                            <p:cond delay="0"/>
                                          </p:stCondLst>
                                        </p:cTn>
                                        <p:tgtEl>
                                          <p:spTgt spid="3">
                                            <p:txEl>
                                              <p:pRg st="3" end="3"/>
                                            </p:txEl>
                                          </p:spTgt>
                                        </p:tgtEl>
                                        <p:attrNameLst>
                                          <p:attrName>ppt_x</p:attrName>
                                        </p:attrNameLst>
                                      </p:cBhvr>
                                      <p:tavLst>
                                        <p:tav tm="0">
                                          <p:val>
                                            <p:strVal val="#ppt_x-0.25"/>
                                          </p:val>
                                        </p:tav>
                                        <p:tav tm="100000">
                                          <p:val>
                                            <p:strVal val="#ppt_x"/>
                                          </p:val>
                                        </p:tav>
                                      </p:tavLst>
                                    </p:anim>
                                    <p:anim calcmode="lin" valueType="num">
                                      <p:cBhvr>
                                        <p:cTn id="45" dur="664" tmFilter="0.0,0.0; 0.25,0.07; 0.50,0.2; 0.75,0.467; 1.0,1.0">
                                          <p:stCondLst>
                                            <p:cond delay="0"/>
                                          </p:stCondLst>
                                        </p:cTn>
                                        <p:tgtEl>
                                          <p:spTgt spid="3">
                                            <p:txEl>
                                              <p:pRg st="3" end="3"/>
                                            </p:txEl>
                                          </p:spTgt>
                                        </p:tgtEl>
                                        <p:attrNameLst>
                                          <p:attrName>ppt_y</p:attrName>
                                        </p:attrNameLst>
                                      </p:cBhvr>
                                      <p:tavLst>
                                        <p:tav tm="0" fmla="#ppt_y-sin(pi*$)/3">
                                          <p:val>
                                            <p:fltVal val="0.5"/>
                                          </p:val>
                                        </p:tav>
                                        <p:tav tm="100000">
                                          <p:val>
                                            <p:fltVal val="1"/>
                                          </p:val>
                                        </p:tav>
                                      </p:tavLst>
                                    </p:anim>
                                    <p:anim calcmode="lin" valueType="num">
                                      <p:cBhvr>
                                        <p:cTn id="46" dur="664" tmFilter="0, 0; 0.125,0.2665; 0.25,0.4; 0.375,0.465; 0.5,0.5;  0.625,0.535; 0.75,0.6; 0.875,0.7335; 1,1">
                                          <p:stCondLst>
                                            <p:cond delay="664"/>
                                          </p:stCondLst>
                                        </p:cTn>
                                        <p:tgtEl>
                                          <p:spTgt spid="3">
                                            <p:txEl>
                                              <p:pRg st="3" end="3"/>
                                            </p:txEl>
                                          </p:spTgt>
                                        </p:tgtEl>
                                        <p:attrNameLst>
                                          <p:attrName>ppt_y</p:attrName>
                                        </p:attrNameLst>
                                      </p:cBhvr>
                                      <p:tavLst>
                                        <p:tav tm="0" fmla="#ppt_y-sin(pi*$)/9">
                                          <p:val>
                                            <p:fltVal val="0"/>
                                          </p:val>
                                        </p:tav>
                                        <p:tav tm="100000">
                                          <p:val>
                                            <p:fltVal val="1"/>
                                          </p:val>
                                        </p:tav>
                                      </p:tavLst>
                                    </p:anim>
                                    <p:anim calcmode="lin" valueType="num">
                                      <p:cBhvr>
                                        <p:cTn id="47" dur="332" tmFilter="0, 0; 0.125,0.2665; 0.25,0.4; 0.375,0.465; 0.5,0.5;  0.625,0.535; 0.75,0.6; 0.875,0.7335; 1,1">
                                          <p:stCondLst>
                                            <p:cond delay="1324"/>
                                          </p:stCondLst>
                                        </p:cTn>
                                        <p:tgtEl>
                                          <p:spTgt spid="3">
                                            <p:txEl>
                                              <p:pRg st="3" end="3"/>
                                            </p:txEl>
                                          </p:spTgt>
                                        </p:tgtEl>
                                        <p:attrNameLst>
                                          <p:attrName>ppt_y</p:attrName>
                                        </p:attrNameLst>
                                      </p:cBhvr>
                                      <p:tavLst>
                                        <p:tav tm="0" fmla="#ppt_y-sin(pi*$)/27">
                                          <p:val>
                                            <p:fltVal val="0"/>
                                          </p:val>
                                        </p:tav>
                                        <p:tav tm="100000">
                                          <p:val>
                                            <p:fltVal val="1"/>
                                          </p:val>
                                        </p:tav>
                                      </p:tavLst>
                                    </p:anim>
                                    <p:anim calcmode="lin" valueType="num">
                                      <p:cBhvr>
                                        <p:cTn id="48" dur="164" tmFilter="0, 0; 0.125,0.2665; 0.25,0.4; 0.375,0.465; 0.5,0.5;  0.625,0.535; 0.75,0.6; 0.875,0.7335; 1,1">
                                          <p:stCondLst>
                                            <p:cond delay="1656"/>
                                          </p:stCondLst>
                                        </p:cTn>
                                        <p:tgtEl>
                                          <p:spTgt spid="3">
                                            <p:txEl>
                                              <p:pRg st="3" end="3"/>
                                            </p:txEl>
                                          </p:spTgt>
                                        </p:tgtEl>
                                        <p:attrNameLst>
                                          <p:attrName>ppt_y</p:attrName>
                                        </p:attrNameLst>
                                      </p:cBhvr>
                                      <p:tavLst>
                                        <p:tav tm="0" fmla="#ppt_y-sin(pi*$)/81">
                                          <p:val>
                                            <p:fltVal val="0"/>
                                          </p:val>
                                        </p:tav>
                                        <p:tav tm="100000">
                                          <p:val>
                                            <p:fltVal val="1"/>
                                          </p:val>
                                        </p:tav>
                                      </p:tavLst>
                                    </p:anim>
                                    <p:animScale>
                                      <p:cBhvr>
                                        <p:cTn id="49" dur="26">
                                          <p:stCondLst>
                                            <p:cond delay="650"/>
                                          </p:stCondLst>
                                        </p:cTn>
                                        <p:tgtEl>
                                          <p:spTgt spid="3">
                                            <p:txEl>
                                              <p:pRg st="3" end="3"/>
                                            </p:txEl>
                                          </p:spTgt>
                                        </p:tgtEl>
                                      </p:cBhvr>
                                      <p:to x="100000" y="60000"/>
                                    </p:animScale>
                                    <p:animScale>
                                      <p:cBhvr>
                                        <p:cTn id="50" dur="166" decel="50000">
                                          <p:stCondLst>
                                            <p:cond delay="676"/>
                                          </p:stCondLst>
                                        </p:cTn>
                                        <p:tgtEl>
                                          <p:spTgt spid="3">
                                            <p:txEl>
                                              <p:pRg st="3" end="3"/>
                                            </p:txEl>
                                          </p:spTgt>
                                        </p:tgtEl>
                                      </p:cBhvr>
                                      <p:to x="100000" y="100000"/>
                                    </p:animScale>
                                    <p:animScale>
                                      <p:cBhvr>
                                        <p:cTn id="51" dur="26">
                                          <p:stCondLst>
                                            <p:cond delay="1312"/>
                                          </p:stCondLst>
                                        </p:cTn>
                                        <p:tgtEl>
                                          <p:spTgt spid="3">
                                            <p:txEl>
                                              <p:pRg st="3" end="3"/>
                                            </p:txEl>
                                          </p:spTgt>
                                        </p:tgtEl>
                                      </p:cBhvr>
                                      <p:to x="100000" y="80000"/>
                                    </p:animScale>
                                    <p:animScale>
                                      <p:cBhvr>
                                        <p:cTn id="52" dur="166" decel="50000">
                                          <p:stCondLst>
                                            <p:cond delay="1338"/>
                                          </p:stCondLst>
                                        </p:cTn>
                                        <p:tgtEl>
                                          <p:spTgt spid="3">
                                            <p:txEl>
                                              <p:pRg st="3" end="3"/>
                                            </p:txEl>
                                          </p:spTgt>
                                        </p:tgtEl>
                                      </p:cBhvr>
                                      <p:to x="100000" y="100000"/>
                                    </p:animScale>
                                    <p:animScale>
                                      <p:cBhvr>
                                        <p:cTn id="53" dur="26">
                                          <p:stCondLst>
                                            <p:cond delay="1642"/>
                                          </p:stCondLst>
                                        </p:cTn>
                                        <p:tgtEl>
                                          <p:spTgt spid="3">
                                            <p:txEl>
                                              <p:pRg st="3" end="3"/>
                                            </p:txEl>
                                          </p:spTgt>
                                        </p:tgtEl>
                                      </p:cBhvr>
                                      <p:to x="100000" y="90000"/>
                                    </p:animScale>
                                    <p:animScale>
                                      <p:cBhvr>
                                        <p:cTn id="54" dur="166" decel="50000">
                                          <p:stCondLst>
                                            <p:cond delay="1668"/>
                                          </p:stCondLst>
                                        </p:cTn>
                                        <p:tgtEl>
                                          <p:spTgt spid="3">
                                            <p:txEl>
                                              <p:pRg st="3" end="3"/>
                                            </p:txEl>
                                          </p:spTgt>
                                        </p:tgtEl>
                                      </p:cBhvr>
                                      <p:to x="100000" y="100000"/>
                                    </p:animScale>
                                    <p:animScale>
                                      <p:cBhvr>
                                        <p:cTn id="55" dur="26">
                                          <p:stCondLst>
                                            <p:cond delay="1808"/>
                                          </p:stCondLst>
                                        </p:cTn>
                                        <p:tgtEl>
                                          <p:spTgt spid="3">
                                            <p:txEl>
                                              <p:pRg st="3" end="3"/>
                                            </p:txEl>
                                          </p:spTgt>
                                        </p:tgtEl>
                                      </p:cBhvr>
                                      <p:to x="100000" y="95000"/>
                                    </p:animScale>
                                    <p:animScale>
                                      <p:cBhvr>
                                        <p:cTn id="56" dur="166" decel="50000">
                                          <p:stCondLst>
                                            <p:cond delay="1834"/>
                                          </p:stCondLst>
                                        </p:cTn>
                                        <p:tgtEl>
                                          <p:spTgt spid="3">
                                            <p:txEl>
                                              <p:pRg st="3" end="3"/>
                                            </p:txEl>
                                          </p:spTgt>
                                        </p:tgtEl>
                                      </p:cBhvr>
                                      <p:to x="100000" y="100000"/>
                                    </p:animScale>
                                  </p:childTnLst>
                                </p:cTn>
                              </p:par>
                            </p:childTnLst>
                          </p:cTn>
                        </p:par>
                      </p:childTnLst>
                    </p:cTn>
                  </p:par>
                  <p:par>
                    <p:cTn id="57" fill="hold">
                      <p:stCondLst>
                        <p:cond delay="indefinite"/>
                      </p:stCondLst>
                      <p:childTnLst>
                        <p:par>
                          <p:cTn id="58" fill="hold">
                            <p:stCondLst>
                              <p:cond delay="0"/>
                            </p:stCondLst>
                            <p:childTnLst>
                              <p:par>
                                <p:cTn id="59" presetID="26" presetClass="entr" presetSubtype="0" fill="hold" grpId="0" nodeType="clickEffect">
                                  <p:stCondLst>
                                    <p:cond delay="0"/>
                                  </p:stCondLst>
                                  <p:childTnLst>
                                    <p:set>
                                      <p:cBhvr>
                                        <p:cTn id="60" dur="1" fill="hold">
                                          <p:stCondLst>
                                            <p:cond delay="0"/>
                                          </p:stCondLst>
                                        </p:cTn>
                                        <p:tgtEl>
                                          <p:spTgt spid="3">
                                            <p:txEl>
                                              <p:pRg st="4" end="4"/>
                                            </p:txEl>
                                          </p:spTgt>
                                        </p:tgtEl>
                                        <p:attrNameLst>
                                          <p:attrName>style.visibility</p:attrName>
                                        </p:attrNameLst>
                                      </p:cBhvr>
                                      <p:to>
                                        <p:strVal val="visible"/>
                                      </p:to>
                                    </p:set>
                                    <p:animEffect transition="in" filter="wipe(down)">
                                      <p:cBhvr>
                                        <p:cTn id="61" dur="580">
                                          <p:stCondLst>
                                            <p:cond delay="0"/>
                                          </p:stCondLst>
                                        </p:cTn>
                                        <p:tgtEl>
                                          <p:spTgt spid="3">
                                            <p:txEl>
                                              <p:pRg st="4" end="4"/>
                                            </p:txEl>
                                          </p:spTgt>
                                        </p:tgtEl>
                                      </p:cBhvr>
                                    </p:animEffect>
                                    <p:anim calcmode="lin" valueType="num">
                                      <p:cBhvr>
                                        <p:cTn id="62" dur="1822" tmFilter="0,0; 0.14,0.36; 0.43,0.73; 0.71,0.91; 1.0,1.0">
                                          <p:stCondLst>
                                            <p:cond delay="0"/>
                                          </p:stCondLst>
                                        </p:cTn>
                                        <p:tgtEl>
                                          <p:spTgt spid="3">
                                            <p:txEl>
                                              <p:pRg st="4" end="4"/>
                                            </p:txEl>
                                          </p:spTgt>
                                        </p:tgtEl>
                                        <p:attrNameLst>
                                          <p:attrName>ppt_x</p:attrName>
                                        </p:attrNameLst>
                                      </p:cBhvr>
                                      <p:tavLst>
                                        <p:tav tm="0">
                                          <p:val>
                                            <p:strVal val="#ppt_x-0.25"/>
                                          </p:val>
                                        </p:tav>
                                        <p:tav tm="100000">
                                          <p:val>
                                            <p:strVal val="#ppt_x"/>
                                          </p:val>
                                        </p:tav>
                                      </p:tavLst>
                                    </p:anim>
                                    <p:anim calcmode="lin" valueType="num">
                                      <p:cBhvr>
                                        <p:cTn id="63" dur="664" tmFilter="0.0,0.0; 0.25,0.07; 0.50,0.2; 0.75,0.467; 1.0,1.0">
                                          <p:stCondLst>
                                            <p:cond delay="0"/>
                                          </p:stCondLst>
                                        </p:cTn>
                                        <p:tgtEl>
                                          <p:spTgt spid="3">
                                            <p:txEl>
                                              <p:pRg st="4" end="4"/>
                                            </p:txEl>
                                          </p:spTgt>
                                        </p:tgtEl>
                                        <p:attrNameLst>
                                          <p:attrName>ppt_y</p:attrName>
                                        </p:attrNameLst>
                                      </p:cBhvr>
                                      <p:tavLst>
                                        <p:tav tm="0" fmla="#ppt_y-sin(pi*$)/3">
                                          <p:val>
                                            <p:fltVal val="0.5"/>
                                          </p:val>
                                        </p:tav>
                                        <p:tav tm="100000">
                                          <p:val>
                                            <p:fltVal val="1"/>
                                          </p:val>
                                        </p:tav>
                                      </p:tavLst>
                                    </p:anim>
                                    <p:anim calcmode="lin" valueType="num">
                                      <p:cBhvr>
                                        <p:cTn id="64" dur="664" tmFilter="0, 0; 0.125,0.2665; 0.25,0.4; 0.375,0.465; 0.5,0.5;  0.625,0.535; 0.75,0.6; 0.875,0.7335; 1,1">
                                          <p:stCondLst>
                                            <p:cond delay="664"/>
                                          </p:stCondLst>
                                        </p:cTn>
                                        <p:tgtEl>
                                          <p:spTgt spid="3">
                                            <p:txEl>
                                              <p:pRg st="4" end="4"/>
                                            </p:txEl>
                                          </p:spTgt>
                                        </p:tgtEl>
                                        <p:attrNameLst>
                                          <p:attrName>ppt_y</p:attrName>
                                        </p:attrNameLst>
                                      </p:cBhvr>
                                      <p:tavLst>
                                        <p:tav tm="0" fmla="#ppt_y-sin(pi*$)/9">
                                          <p:val>
                                            <p:fltVal val="0"/>
                                          </p:val>
                                        </p:tav>
                                        <p:tav tm="100000">
                                          <p:val>
                                            <p:fltVal val="1"/>
                                          </p:val>
                                        </p:tav>
                                      </p:tavLst>
                                    </p:anim>
                                    <p:anim calcmode="lin" valueType="num">
                                      <p:cBhvr>
                                        <p:cTn id="65" dur="332" tmFilter="0, 0; 0.125,0.2665; 0.25,0.4; 0.375,0.465; 0.5,0.5;  0.625,0.535; 0.75,0.6; 0.875,0.7335; 1,1">
                                          <p:stCondLst>
                                            <p:cond delay="1324"/>
                                          </p:stCondLst>
                                        </p:cTn>
                                        <p:tgtEl>
                                          <p:spTgt spid="3">
                                            <p:txEl>
                                              <p:pRg st="4" end="4"/>
                                            </p:txEl>
                                          </p:spTgt>
                                        </p:tgtEl>
                                        <p:attrNameLst>
                                          <p:attrName>ppt_y</p:attrName>
                                        </p:attrNameLst>
                                      </p:cBhvr>
                                      <p:tavLst>
                                        <p:tav tm="0" fmla="#ppt_y-sin(pi*$)/27">
                                          <p:val>
                                            <p:fltVal val="0"/>
                                          </p:val>
                                        </p:tav>
                                        <p:tav tm="100000">
                                          <p:val>
                                            <p:fltVal val="1"/>
                                          </p:val>
                                        </p:tav>
                                      </p:tavLst>
                                    </p:anim>
                                    <p:anim calcmode="lin" valueType="num">
                                      <p:cBhvr>
                                        <p:cTn id="66" dur="164" tmFilter="0, 0; 0.125,0.2665; 0.25,0.4; 0.375,0.465; 0.5,0.5;  0.625,0.535; 0.75,0.6; 0.875,0.7335; 1,1">
                                          <p:stCondLst>
                                            <p:cond delay="1656"/>
                                          </p:stCondLst>
                                        </p:cTn>
                                        <p:tgtEl>
                                          <p:spTgt spid="3">
                                            <p:txEl>
                                              <p:pRg st="4" end="4"/>
                                            </p:txEl>
                                          </p:spTgt>
                                        </p:tgtEl>
                                        <p:attrNameLst>
                                          <p:attrName>ppt_y</p:attrName>
                                        </p:attrNameLst>
                                      </p:cBhvr>
                                      <p:tavLst>
                                        <p:tav tm="0" fmla="#ppt_y-sin(pi*$)/81">
                                          <p:val>
                                            <p:fltVal val="0"/>
                                          </p:val>
                                        </p:tav>
                                        <p:tav tm="100000">
                                          <p:val>
                                            <p:fltVal val="1"/>
                                          </p:val>
                                        </p:tav>
                                      </p:tavLst>
                                    </p:anim>
                                    <p:animScale>
                                      <p:cBhvr>
                                        <p:cTn id="67" dur="26">
                                          <p:stCondLst>
                                            <p:cond delay="650"/>
                                          </p:stCondLst>
                                        </p:cTn>
                                        <p:tgtEl>
                                          <p:spTgt spid="3">
                                            <p:txEl>
                                              <p:pRg st="4" end="4"/>
                                            </p:txEl>
                                          </p:spTgt>
                                        </p:tgtEl>
                                      </p:cBhvr>
                                      <p:to x="100000" y="60000"/>
                                    </p:animScale>
                                    <p:animScale>
                                      <p:cBhvr>
                                        <p:cTn id="68" dur="166" decel="50000">
                                          <p:stCondLst>
                                            <p:cond delay="676"/>
                                          </p:stCondLst>
                                        </p:cTn>
                                        <p:tgtEl>
                                          <p:spTgt spid="3">
                                            <p:txEl>
                                              <p:pRg st="4" end="4"/>
                                            </p:txEl>
                                          </p:spTgt>
                                        </p:tgtEl>
                                      </p:cBhvr>
                                      <p:to x="100000" y="100000"/>
                                    </p:animScale>
                                    <p:animScale>
                                      <p:cBhvr>
                                        <p:cTn id="69" dur="26">
                                          <p:stCondLst>
                                            <p:cond delay="1312"/>
                                          </p:stCondLst>
                                        </p:cTn>
                                        <p:tgtEl>
                                          <p:spTgt spid="3">
                                            <p:txEl>
                                              <p:pRg st="4" end="4"/>
                                            </p:txEl>
                                          </p:spTgt>
                                        </p:tgtEl>
                                      </p:cBhvr>
                                      <p:to x="100000" y="80000"/>
                                    </p:animScale>
                                    <p:animScale>
                                      <p:cBhvr>
                                        <p:cTn id="70" dur="166" decel="50000">
                                          <p:stCondLst>
                                            <p:cond delay="1338"/>
                                          </p:stCondLst>
                                        </p:cTn>
                                        <p:tgtEl>
                                          <p:spTgt spid="3">
                                            <p:txEl>
                                              <p:pRg st="4" end="4"/>
                                            </p:txEl>
                                          </p:spTgt>
                                        </p:tgtEl>
                                      </p:cBhvr>
                                      <p:to x="100000" y="100000"/>
                                    </p:animScale>
                                    <p:animScale>
                                      <p:cBhvr>
                                        <p:cTn id="71" dur="26">
                                          <p:stCondLst>
                                            <p:cond delay="1642"/>
                                          </p:stCondLst>
                                        </p:cTn>
                                        <p:tgtEl>
                                          <p:spTgt spid="3">
                                            <p:txEl>
                                              <p:pRg st="4" end="4"/>
                                            </p:txEl>
                                          </p:spTgt>
                                        </p:tgtEl>
                                      </p:cBhvr>
                                      <p:to x="100000" y="90000"/>
                                    </p:animScale>
                                    <p:animScale>
                                      <p:cBhvr>
                                        <p:cTn id="72" dur="166" decel="50000">
                                          <p:stCondLst>
                                            <p:cond delay="1668"/>
                                          </p:stCondLst>
                                        </p:cTn>
                                        <p:tgtEl>
                                          <p:spTgt spid="3">
                                            <p:txEl>
                                              <p:pRg st="4" end="4"/>
                                            </p:txEl>
                                          </p:spTgt>
                                        </p:tgtEl>
                                      </p:cBhvr>
                                      <p:to x="100000" y="100000"/>
                                    </p:animScale>
                                    <p:animScale>
                                      <p:cBhvr>
                                        <p:cTn id="73" dur="26">
                                          <p:stCondLst>
                                            <p:cond delay="1808"/>
                                          </p:stCondLst>
                                        </p:cTn>
                                        <p:tgtEl>
                                          <p:spTgt spid="3">
                                            <p:txEl>
                                              <p:pRg st="4" end="4"/>
                                            </p:txEl>
                                          </p:spTgt>
                                        </p:tgtEl>
                                      </p:cBhvr>
                                      <p:to x="100000" y="95000"/>
                                    </p:animScale>
                                    <p:animScale>
                                      <p:cBhvr>
                                        <p:cTn id="74" dur="166" decel="50000">
                                          <p:stCondLst>
                                            <p:cond delay="1834"/>
                                          </p:stCondLst>
                                        </p:cTn>
                                        <p:tgtEl>
                                          <p:spTgt spid="3">
                                            <p:txEl>
                                              <p:pRg st="4" end="4"/>
                                            </p:txEl>
                                          </p:spTgt>
                                        </p:tgtEl>
                                      </p:cBhvr>
                                      <p:to x="100000" y="100000"/>
                                    </p:animScale>
                                  </p:childTnLst>
                                </p:cTn>
                              </p:par>
                            </p:childTnLst>
                          </p:cTn>
                        </p:par>
                      </p:childTnLst>
                    </p:cTn>
                  </p:par>
                  <p:par>
                    <p:cTn id="75" fill="hold">
                      <p:stCondLst>
                        <p:cond delay="indefinite"/>
                      </p:stCondLst>
                      <p:childTnLst>
                        <p:par>
                          <p:cTn id="76" fill="hold">
                            <p:stCondLst>
                              <p:cond delay="0"/>
                            </p:stCondLst>
                            <p:childTnLst>
                              <p:par>
                                <p:cTn id="77" presetID="26" presetClass="entr" presetSubtype="0" fill="hold" grpId="0" nodeType="clickEffect">
                                  <p:stCondLst>
                                    <p:cond delay="0"/>
                                  </p:stCondLst>
                                  <p:childTnLst>
                                    <p:set>
                                      <p:cBhvr>
                                        <p:cTn id="78" dur="1" fill="hold">
                                          <p:stCondLst>
                                            <p:cond delay="0"/>
                                          </p:stCondLst>
                                        </p:cTn>
                                        <p:tgtEl>
                                          <p:spTgt spid="3">
                                            <p:txEl>
                                              <p:pRg st="5" end="5"/>
                                            </p:txEl>
                                          </p:spTgt>
                                        </p:tgtEl>
                                        <p:attrNameLst>
                                          <p:attrName>style.visibility</p:attrName>
                                        </p:attrNameLst>
                                      </p:cBhvr>
                                      <p:to>
                                        <p:strVal val="visible"/>
                                      </p:to>
                                    </p:set>
                                    <p:animEffect transition="in" filter="wipe(down)">
                                      <p:cBhvr>
                                        <p:cTn id="79" dur="580">
                                          <p:stCondLst>
                                            <p:cond delay="0"/>
                                          </p:stCondLst>
                                        </p:cTn>
                                        <p:tgtEl>
                                          <p:spTgt spid="3">
                                            <p:txEl>
                                              <p:pRg st="5" end="5"/>
                                            </p:txEl>
                                          </p:spTgt>
                                        </p:tgtEl>
                                      </p:cBhvr>
                                    </p:animEffect>
                                    <p:anim calcmode="lin" valueType="num">
                                      <p:cBhvr>
                                        <p:cTn id="80" dur="1822" tmFilter="0,0; 0.14,0.36; 0.43,0.73; 0.71,0.91; 1.0,1.0">
                                          <p:stCondLst>
                                            <p:cond delay="0"/>
                                          </p:stCondLst>
                                        </p:cTn>
                                        <p:tgtEl>
                                          <p:spTgt spid="3">
                                            <p:txEl>
                                              <p:pRg st="5" end="5"/>
                                            </p:txEl>
                                          </p:spTgt>
                                        </p:tgtEl>
                                        <p:attrNameLst>
                                          <p:attrName>ppt_x</p:attrName>
                                        </p:attrNameLst>
                                      </p:cBhvr>
                                      <p:tavLst>
                                        <p:tav tm="0">
                                          <p:val>
                                            <p:strVal val="#ppt_x-0.25"/>
                                          </p:val>
                                        </p:tav>
                                        <p:tav tm="100000">
                                          <p:val>
                                            <p:strVal val="#ppt_x"/>
                                          </p:val>
                                        </p:tav>
                                      </p:tavLst>
                                    </p:anim>
                                    <p:anim calcmode="lin" valueType="num">
                                      <p:cBhvr>
                                        <p:cTn id="81" dur="664" tmFilter="0.0,0.0; 0.25,0.07; 0.50,0.2; 0.75,0.467; 1.0,1.0">
                                          <p:stCondLst>
                                            <p:cond delay="0"/>
                                          </p:stCondLst>
                                        </p:cTn>
                                        <p:tgtEl>
                                          <p:spTgt spid="3">
                                            <p:txEl>
                                              <p:pRg st="5" end="5"/>
                                            </p:txEl>
                                          </p:spTgt>
                                        </p:tgtEl>
                                        <p:attrNameLst>
                                          <p:attrName>ppt_y</p:attrName>
                                        </p:attrNameLst>
                                      </p:cBhvr>
                                      <p:tavLst>
                                        <p:tav tm="0" fmla="#ppt_y-sin(pi*$)/3">
                                          <p:val>
                                            <p:fltVal val="0.5"/>
                                          </p:val>
                                        </p:tav>
                                        <p:tav tm="100000">
                                          <p:val>
                                            <p:fltVal val="1"/>
                                          </p:val>
                                        </p:tav>
                                      </p:tavLst>
                                    </p:anim>
                                    <p:anim calcmode="lin" valueType="num">
                                      <p:cBhvr>
                                        <p:cTn id="82" dur="664" tmFilter="0, 0; 0.125,0.2665; 0.25,0.4; 0.375,0.465; 0.5,0.5;  0.625,0.535; 0.75,0.6; 0.875,0.7335; 1,1">
                                          <p:stCondLst>
                                            <p:cond delay="664"/>
                                          </p:stCondLst>
                                        </p:cTn>
                                        <p:tgtEl>
                                          <p:spTgt spid="3">
                                            <p:txEl>
                                              <p:pRg st="5" end="5"/>
                                            </p:txEl>
                                          </p:spTgt>
                                        </p:tgtEl>
                                        <p:attrNameLst>
                                          <p:attrName>ppt_y</p:attrName>
                                        </p:attrNameLst>
                                      </p:cBhvr>
                                      <p:tavLst>
                                        <p:tav tm="0" fmla="#ppt_y-sin(pi*$)/9">
                                          <p:val>
                                            <p:fltVal val="0"/>
                                          </p:val>
                                        </p:tav>
                                        <p:tav tm="100000">
                                          <p:val>
                                            <p:fltVal val="1"/>
                                          </p:val>
                                        </p:tav>
                                      </p:tavLst>
                                    </p:anim>
                                    <p:anim calcmode="lin" valueType="num">
                                      <p:cBhvr>
                                        <p:cTn id="83" dur="332" tmFilter="0, 0; 0.125,0.2665; 0.25,0.4; 0.375,0.465; 0.5,0.5;  0.625,0.535; 0.75,0.6; 0.875,0.7335; 1,1">
                                          <p:stCondLst>
                                            <p:cond delay="1324"/>
                                          </p:stCondLst>
                                        </p:cTn>
                                        <p:tgtEl>
                                          <p:spTgt spid="3">
                                            <p:txEl>
                                              <p:pRg st="5" end="5"/>
                                            </p:txEl>
                                          </p:spTgt>
                                        </p:tgtEl>
                                        <p:attrNameLst>
                                          <p:attrName>ppt_y</p:attrName>
                                        </p:attrNameLst>
                                      </p:cBhvr>
                                      <p:tavLst>
                                        <p:tav tm="0" fmla="#ppt_y-sin(pi*$)/27">
                                          <p:val>
                                            <p:fltVal val="0"/>
                                          </p:val>
                                        </p:tav>
                                        <p:tav tm="100000">
                                          <p:val>
                                            <p:fltVal val="1"/>
                                          </p:val>
                                        </p:tav>
                                      </p:tavLst>
                                    </p:anim>
                                    <p:anim calcmode="lin" valueType="num">
                                      <p:cBhvr>
                                        <p:cTn id="84" dur="164" tmFilter="0, 0; 0.125,0.2665; 0.25,0.4; 0.375,0.465; 0.5,0.5;  0.625,0.535; 0.75,0.6; 0.875,0.7335; 1,1">
                                          <p:stCondLst>
                                            <p:cond delay="1656"/>
                                          </p:stCondLst>
                                        </p:cTn>
                                        <p:tgtEl>
                                          <p:spTgt spid="3">
                                            <p:txEl>
                                              <p:pRg st="5" end="5"/>
                                            </p:txEl>
                                          </p:spTgt>
                                        </p:tgtEl>
                                        <p:attrNameLst>
                                          <p:attrName>ppt_y</p:attrName>
                                        </p:attrNameLst>
                                      </p:cBhvr>
                                      <p:tavLst>
                                        <p:tav tm="0" fmla="#ppt_y-sin(pi*$)/81">
                                          <p:val>
                                            <p:fltVal val="0"/>
                                          </p:val>
                                        </p:tav>
                                        <p:tav tm="100000">
                                          <p:val>
                                            <p:fltVal val="1"/>
                                          </p:val>
                                        </p:tav>
                                      </p:tavLst>
                                    </p:anim>
                                    <p:animScale>
                                      <p:cBhvr>
                                        <p:cTn id="85" dur="26">
                                          <p:stCondLst>
                                            <p:cond delay="650"/>
                                          </p:stCondLst>
                                        </p:cTn>
                                        <p:tgtEl>
                                          <p:spTgt spid="3">
                                            <p:txEl>
                                              <p:pRg st="5" end="5"/>
                                            </p:txEl>
                                          </p:spTgt>
                                        </p:tgtEl>
                                      </p:cBhvr>
                                      <p:to x="100000" y="60000"/>
                                    </p:animScale>
                                    <p:animScale>
                                      <p:cBhvr>
                                        <p:cTn id="86" dur="166" decel="50000">
                                          <p:stCondLst>
                                            <p:cond delay="676"/>
                                          </p:stCondLst>
                                        </p:cTn>
                                        <p:tgtEl>
                                          <p:spTgt spid="3">
                                            <p:txEl>
                                              <p:pRg st="5" end="5"/>
                                            </p:txEl>
                                          </p:spTgt>
                                        </p:tgtEl>
                                      </p:cBhvr>
                                      <p:to x="100000" y="100000"/>
                                    </p:animScale>
                                    <p:animScale>
                                      <p:cBhvr>
                                        <p:cTn id="87" dur="26">
                                          <p:stCondLst>
                                            <p:cond delay="1312"/>
                                          </p:stCondLst>
                                        </p:cTn>
                                        <p:tgtEl>
                                          <p:spTgt spid="3">
                                            <p:txEl>
                                              <p:pRg st="5" end="5"/>
                                            </p:txEl>
                                          </p:spTgt>
                                        </p:tgtEl>
                                      </p:cBhvr>
                                      <p:to x="100000" y="80000"/>
                                    </p:animScale>
                                    <p:animScale>
                                      <p:cBhvr>
                                        <p:cTn id="88" dur="166" decel="50000">
                                          <p:stCondLst>
                                            <p:cond delay="1338"/>
                                          </p:stCondLst>
                                        </p:cTn>
                                        <p:tgtEl>
                                          <p:spTgt spid="3">
                                            <p:txEl>
                                              <p:pRg st="5" end="5"/>
                                            </p:txEl>
                                          </p:spTgt>
                                        </p:tgtEl>
                                      </p:cBhvr>
                                      <p:to x="100000" y="100000"/>
                                    </p:animScale>
                                    <p:animScale>
                                      <p:cBhvr>
                                        <p:cTn id="89" dur="26">
                                          <p:stCondLst>
                                            <p:cond delay="1642"/>
                                          </p:stCondLst>
                                        </p:cTn>
                                        <p:tgtEl>
                                          <p:spTgt spid="3">
                                            <p:txEl>
                                              <p:pRg st="5" end="5"/>
                                            </p:txEl>
                                          </p:spTgt>
                                        </p:tgtEl>
                                      </p:cBhvr>
                                      <p:to x="100000" y="90000"/>
                                    </p:animScale>
                                    <p:animScale>
                                      <p:cBhvr>
                                        <p:cTn id="90" dur="166" decel="50000">
                                          <p:stCondLst>
                                            <p:cond delay="1668"/>
                                          </p:stCondLst>
                                        </p:cTn>
                                        <p:tgtEl>
                                          <p:spTgt spid="3">
                                            <p:txEl>
                                              <p:pRg st="5" end="5"/>
                                            </p:txEl>
                                          </p:spTgt>
                                        </p:tgtEl>
                                      </p:cBhvr>
                                      <p:to x="100000" y="100000"/>
                                    </p:animScale>
                                    <p:animScale>
                                      <p:cBhvr>
                                        <p:cTn id="91" dur="26">
                                          <p:stCondLst>
                                            <p:cond delay="1808"/>
                                          </p:stCondLst>
                                        </p:cTn>
                                        <p:tgtEl>
                                          <p:spTgt spid="3">
                                            <p:txEl>
                                              <p:pRg st="5" end="5"/>
                                            </p:txEl>
                                          </p:spTgt>
                                        </p:tgtEl>
                                      </p:cBhvr>
                                      <p:to x="100000" y="95000"/>
                                    </p:animScale>
                                    <p:animScale>
                                      <p:cBhvr>
                                        <p:cTn id="92" dur="166" decel="50000">
                                          <p:stCondLst>
                                            <p:cond delay="1834"/>
                                          </p:stCondLst>
                                        </p:cTn>
                                        <p:tgtEl>
                                          <p:spTgt spid="3">
                                            <p:txEl>
                                              <p:pRg st="5" end="5"/>
                                            </p:txEl>
                                          </p:spTgt>
                                        </p:tgtEl>
                                      </p:cBhvr>
                                      <p:to x="100000" y="100000"/>
                                    </p:animScale>
                                  </p:childTnLst>
                                </p:cTn>
                              </p:par>
                            </p:childTnLst>
                          </p:cTn>
                        </p:par>
                      </p:childTnLst>
                    </p:cTn>
                  </p:par>
                  <p:par>
                    <p:cTn id="93" fill="hold">
                      <p:stCondLst>
                        <p:cond delay="indefinite"/>
                      </p:stCondLst>
                      <p:childTnLst>
                        <p:par>
                          <p:cTn id="94" fill="hold">
                            <p:stCondLst>
                              <p:cond delay="0"/>
                            </p:stCondLst>
                            <p:childTnLst>
                              <p:par>
                                <p:cTn id="95" presetID="26" presetClass="entr" presetSubtype="0" fill="hold" grpId="0" nodeType="clickEffect">
                                  <p:stCondLst>
                                    <p:cond delay="0"/>
                                  </p:stCondLst>
                                  <p:childTnLst>
                                    <p:set>
                                      <p:cBhvr>
                                        <p:cTn id="96" dur="1" fill="hold">
                                          <p:stCondLst>
                                            <p:cond delay="0"/>
                                          </p:stCondLst>
                                        </p:cTn>
                                        <p:tgtEl>
                                          <p:spTgt spid="3">
                                            <p:txEl>
                                              <p:pRg st="6" end="6"/>
                                            </p:txEl>
                                          </p:spTgt>
                                        </p:tgtEl>
                                        <p:attrNameLst>
                                          <p:attrName>style.visibility</p:attrName>
                                        </p:attrNameLst>
                                      </p:cBhvr>
                                      <p:to>
                                        <p:strVal val="visible"/>
                                      </p:to>
                                    </p:set>
                                    <p:animEffect transition="in" filter="wipe(down)">
                                      <p:cBhvr>
                                        <p:cTn id="97" dur="580">
                                          <p:stCondLst>
                                            <p:cond delay="0"/>
                                          </p:stCondLst>
                                        </p:cTn>
                                        <p:tgtEl>
                                          <p:spTgt spid="3">
                                            <p:txEl>
                                              <p:pRg st="6" end="6"/>
                                            </p:txEl>
                                          </p:spTgt>
                                        </p:tgtEl>
                                      </p:cBhvr>
                                    </p:animEffect>
                                    <p:anim calcmode="lin" valueType="num">
                                      <p:cBhvr>
                                        <p:cTn id="98" dur="1822" tmFilter="0,0; 0.14,0.36; 0.43,0.73; 0.71,0.91; 1.0,1.0">
                                          <p:stCondLst>
                                            <p:cond delay="0"/>
                                          </p:stCondLst>
                                        </p:cTn>
                                        <p:tgtEl>
                                          <p:spTgt spid="3">
                                            <p:txEl>
                                              <p:pRg st="6" end="6"/>
                                            </p:txEl>
                                          </p:spTgt>
                                        </p:tgtEl>
                                        <p:attrNameLst>
                                          <p:attrName>ppt_x</p:attrName>
                                        </p:attrNameLst>
                                      </p:cBhvr>
                                      <p:tavLst>
                                        <p:tav tm="0">
                                          <p:val>
                                            <p:strVal val="#ppt_x-0.25"/>
                                          </p:val>
                                        </p:tav>
                                        <p:tav tm="100000">
                                          <p:val>
                                            <p:strVal val="#ppt_x"/>
                                          </p:val>
                                        </p:tav>
                                      </p:tavLst>
                                    </p:anim>
                                    <p:anim calcmode="lin" valueType="num">
                                      <p:cBhvr>
                                        <p:cTn id="99" dur="664" tmFilter="0.0,0.0; 0.25,0.07; 0.50,0.2; 0.75,0.467; 1.0,1.0">
                                          <p:stCondLst>
                                            <p:cond delay="0"/>
                                          </p:stCondLst>
                                        </p:cTn>
                                        <p:tgtEl>
                                          <p:spTgt spid="3">
                                            <p:txEl>
                                              <p:pRg st="6" end="6"/>
                                            </p:txEl>
                                          </p:spTgt>
                                        </p:tgtEl>
                                        <p:attrNameLst>
                                          <p:attrName>ppt_y</p:attrName>
                                        </p:attrNameLst>
                                      </p:cBhvr>
                                      <p:tavLst>
                                        <p:tav tm="0" fmla="#ppt_y-sin(pi*$)/3">
                                          <p:val>
                                            <p:fltVal val="0.5"/>
                                          </p:val>
                                        </p:tav>
                                        <p:tav tm="100000">
                                          <p:val>
                                            <p:fltVal val="1"/>
                                          </p:val>
                                        </p:tav>
                                      </p:tavLst>
                                    </p:anim>
                                    <p:anim calcmode="lin" valueType="num">
                                      <p:cBhvr>
                                        <p:cTn id="100" dur="664" tmFilter="0, 0; 0.125,0.2665; 0.25,0.4; 0.375,0.465; 0.5,0.5;  0.625,0.535; 0.75,0.6; 0.875,0.7335; 1,1">
                                          <p:stCondLst>
                                            <p:cond delay="664"/>
                                          </p:stCondLst>
                                        </p:cTn>
                                        <p:tgtEl>
                                          <p:spTgt spid="3">
                                            <p:txEl>
                                              <p:pRg st="6" end="6"/>
                                            </p:txEl>
                                          </p:spTgt>
                                        </p:tgtEl>
                                        <p:attrNameLst>
                                          <p:attrName>ppt_y</p:attrName>
                                        </p:attrNameLst>
                                      </p:cBhvr>
                                      <p:tavLst>
                                        <p:tav tm="0" fmla="#ppt_y-sin(pi*$)/9">
                                          <p:val>
                                            <p:fltVal val="0"/>
                                          </p:val>
                                        </p:tav>
                                        <p:tav tm="100000">
                                          <p:val>
                                            <p:fltVal val="1"/>
                                          </p:val>
                                        </p:tav>
                                      </p:tavLst>
                                    </p:anim>
                                    <p:anim calcmode="lin" valueType="num">
                                      <p:cBhvr>
                                        <p:cTn id="101" dur="332" tmFilter="0, 0; 0.125,0.2665; 0.25,0.4; 0.375,0.465; 0.5,0.5;  0.625,0.535; 0.75,0.6; 0.875,0.7335; 1,1">
                                          <p:stCondLst>
                                            <p:cond delay="1324"/>
                                          </p:stCondLst>
                                        </p:cTn>
                                        <p:tgtEl>
                                          <p:spTgt spid="3">
                                            <p:txEl>
                                              <p:pRg st="6" end="6"/>
                                            </p:txEl>
                                          </p:spTgt>
                                        </p:tgtEl>
                                        <p:attrNameLst>
                                          <p:attrName>ppt_y</p:attrName>
                                        </p:attrNameLst>
                                      </p:cBhvr>
                                      <p:tavLst>
                                        <p:tav tm="0" fmla="#ppt_y-sin(pi*$)/27">
                                          <p:val>
                                            <p:fltVal val="0"/>
                                          </p:val>
                                        </p:tav>
                                        <p:tav tm="100000">
                                          <p:val>
                                            <p:fltVal val="1"/>
                                          </p:val>
                                        </p:tav>
                                      </p:tavLst>
                                    </p:anim>
                                    <p:anim calcmode="lin" valueType="num">
                                      <p:cBhvr>
                                        <p:cTn id="102" dur="164" tmFilter="0, 0; 0.125,0.2665; 0.25,0.4; 0.375,0.465; 0.5,0.5;  0.625,0.535; 0.75,0.6; 0.875,0.7335; 1,1">
                                          <p:stCondLst>
                                            <p:cond delay="1656"/>
                                          </p:stCondLst>
                                        </p:cTn>
                                        <p:tgtEl>
                                          <p:spTgt spid="3">
                                            <p:txEl>
                                              <p:pRg st="6" end="6"/>
                                            </p:txEl>
                                          </p:spTgt>
                                        </p:tgtEl>
                                        <p:attrNameLst>
                                          <p:attrName>ppt_y</p:attrName>
                                        </p:attrNameLst>
                                      </p:cBhvr>
                                      <p:tavLst>
                                        <p:tav tm="0" fmla="#ppt_y-sin(pi*$)/81">
                                          <p:val>
                                            <p:fltVal val="0"/>
                                          </p:val>
                                        </p:tav>
                                        <p:tav tm="100000">
                                          <p:val>
                                            <p:fltVal val="1"/>
                                          </p:val>
                                        </p:tav>
                                      </p:tavLst>
                                    </p:anim>
                                    <p:animScale>
                                      <p:cBhvr>
                                        <p:cTn id="103" dur="26">
                                          <p:stCondLst>
                                            <p:cond delay="650"/>
                                          </p:stCondLst>
                                        </p:cTn>
                                        <p:tgtEl>
                                          <p:spTgt spid="3">
                                            <p:txEl>
                                              <p:pRg st="6" end="6"/>
                                            </p:txEl>
                                          </p:spTgt>
                                        </p:tgtEl>
                                      </p:cBhvr>
                                      <p:to x="100000" y="60000"/>
                                    </p:animScale>
                                    <p:animScale>
                                      <p:cBhvr>
                                        <p:cTn id="104" dur="166" decel="50000">
                                          <p:stCondLst>
                                            <p:cond delay="676"/>
                                          </p:stCondLst>
                                        </p:cTn>
                                        <p:tgtEl>
                                          <p:spTgt spid="3">
                                            <p:txEl>
                                              <p:pRg st="6" end="6"/>
                                            </p:txEl>
                                          </p:spTgt>
                                        </p:tgtEl>
                                      </p:cBhvr>
                                      <p:to x="100000" y="100000"/>
                                    </p:animScale>
                                    <p:animScale>
                                      <p:cBhvr>
                                        <p:cTn id="105" dur="26">
                                          <p:stCondLst>
                                            <p:cond delay="1312"/>
                                          </p:stCondLst>
                                        </p:cTn>
                                        <p:tgtEl>
                                          <p:spTgt spid="3">
                                            <p:txEl>
                                              <p:pRg st="6" end="6"/>
                                            </p:txEl>
                                          </p:spTgt>
                                        </p:tgtEl>
                                      </p:cBhvr>
                                      <p:to x="100000" y="80000"/>
                                    </p:animScale>
                                    <p:animScale>
                                      <p:cBhvr>
                                        <p:cTn id="106" dur="166" decel="50000">
                                          <p:stCondLst>
                                            <p:cond delay="1338"/>
                                          </p:stCondLst>
                                        </p:cTn>
                                        <p:tgtEl>
                                          <p:spTgt spid="3">
                                            <p:txEl>
                                              <p:pRg st="6" end="6"/>
                                            </p:txEl>
                                          </p:spTgt>
                                        </p:tgtEl>
                                      </p:cBhvr>
                                      <p:to x="100000" y="100000"/>
                                    </p:animScale>
                                    <p:animScale>
                                      <p:cBhvr>
                                        <p:cTn id="107" dur="26">
                                          <p:stCondLst>
                                            <p:cond delay="1642"/>
                                          </p:stCondLst>
                                        </p:cTn>
                                        <p:tgtEl>
                                          <p:spTgt spid="3">
                                            <p:txEl>
                                              <p:pRg st="6" end="6"/>
                                            </p:txEl>
                                          </p:spTgt>
                                        </p:tgtEl>
                                      </p:cBhvr>
                                      <p:to x="100000" y="90000"/>
                                    </p:animScale>
                                    <p:animScale>
                                      <p:cBhvr>
                                        <p:cTn id="108" dur="166" decel="50000">
                                          <p:stCondLst>
                                            <p:cond delay="1668"/>
                                          </p:stCondLst>
                                        </p:cTn>
                                        <p:tgtEl>
                                          <p:spTgt spid="3">
                                            <p:txEl>
                                              <p:pRg st="6" end="6"/>
                                            </p:txEl>
                                          </p:spTgt>
                                        </p:tgtEl>
                                      </p:cBhvr>
                                      <p:to x="100000" y="100000"/>
                                    </p:animScale>
                                    <p:animScale>
                                      <p:cBhvr>
                                        <p:cTn id="109" dur="26">
                                          <p:stCondLst>
                                            <p:cond delay="1808"/>
                                          </p:stCondLst>
                                        </p:cTn>
                                        <p:tgtEl>
                                          <p:spTgt spid="3">
                                            <p:txEl>
                                              <p:pRg st="6" end="6"/>
                                            </p:txEl>
                                          </p:spTgt>
                                        </p:tgtEl>
                                      </p:cBhvr>
                                      <p:to x="100000" y="95000"/>
                                    </p:animScale>
                                    <p:animScale>
                                      <p:cBhvr>
                                        <p:cTn id="110" dur="166" decel="50000">
                                          <p:stCondLst>
                                            <p:cond delay="1834"/>
                                          </p:stCondLst>
                                        </p:cTn>
                                        <p:tgtEl>
                                          <p:spTgt spid="3">
                                            <p:txEl>
                                              <p:pRg st="6" end="6"/>
                                            </p:txEl>
                                          </p:spTgt>
                                        </p:tgtEl>
                                      </p:cBhvr>
                                      <p:to x="100000" y="100000"/>
                                    </p:animScale>
                                  </p:childTnLst>
                                </p:cTn>
                              </p:par>
                            </p:childTnLst>
                          </p:cTn>
                        </p:par>
                      </p:childTnLst>
                    </p:cTn>
                  </p:par>
                  <p:par>
                    <p:cTn id="111" fill="hold">
                      <p:stCondLst>
                        <p:cond delay="indefinite"/>
                      </p:stCondLst>
                      <p:childTnLst>
                        <p:par>
                          <p:cTn id="112" fill="hold">
                            <p:stCondLst>
                              <p:cond delay="0"/>
                            </p:stCondLst>
                            <p:childTnLst>
                              <p:par>
                                <p:cTn id="113" presetID="26" presetClass="entr" presetSubtype="0" fill="hold" grpId="0" nodeType="clickEffect">
                                  <p:stCondLst>
                                    <p:cond delay="0"/>
                                  </p:stCondLst>
                                  <p:childTnLst>
                                    <p:set>
                                      <p:cBhvr>
                                        <p:cTn id="114" dur="1" fill="hold">
                                          <p:stCondLst>
                                            <p:cond delay="0"/>
                                          </p:stCondLst>
                                        </p:cTn>
                                        <p:tgtEl>
                                          <p:spTgt spid="3">
                                            <p:txEl>
                                              <p:pRg st="7" end="7"/>
                                            </p:txEl>
                                          </p:spTgt>
                                        </p:tgtEl>
                                        <p:attrNameLst>
                                          <p:attrName>style.visibility</p:attrName>
                                        </p:attrNameLst>
                                      </p:cBhvr>
                                      <p:to>
                                        <p:strVal val="visible"/>
                                      </p:to>
                                    </p:set>
                                    <p:animEffect transition="in" filter="wipe(down)">
                                      <p:cBhvr>
                                        <p:cTn id="115" dur="580">
                                          <p:stCondLst>
                                            <p:cond delay="0"/>
                                          </p:stCondLst>
                                        </p:cTn>
                                        <p:tgtEl>
                                          <p:spTgt spid="3">
                                            <p:txEl>
                                              <p:pRg st="7" end="7"/>
                                            </p:txEl>
                                          </p:spTgt>
                                        </p:tgtEl>
                                      </p:cBhvr>
                                    </p:animEffect>
                                    <p:anim calcmode="lin" valueType="num">
                                      <p:cBhvr>
                                        <p:cTn id="116" dur="1822" tmFilter="0,0; 0.14,0.36; 0.43,0.73; 0.71,0.91; 1.0,1.0">
                                          <p:stCondLst>
                                            <p:cond delay="0"/>
                                          </p:stCondLst>
                                        </p:cTn>
                                        <p:tgtEl>
                                          <p:spTgt spid="3">
                                            <p:txEl>
                                              <p:pRg st="7" end="7"/>
                                            </p:txEl>
                                          </p:spTgt>
                                        </p:tgtEl>
                                        <p:attrNameLst>
                                          <p:attrName>ppt_x</p:attrName>
                                        </p:attrNameLst>
                                      </p:cBhvr>
                                      <p:tavLst>
                                        <p:tav tm="0">
                                          <p:val>
                                            <p:strVal val="#ppt_x-0.25"/>
                                          </p:val>
                                        </p:tav>
                                        <p:tav tm="100000">
                                          <p:val>
                                            <p:strVal val="#ppt_x"/>
                                          </p:val>
                                        </p:tav>
                                      </p:tavLst>
                                    </p:anim>
                                    <p:anim calcmode="lin" valueType="num">
                                      <p:cBhvr>
                                        <p:cTn id="117" dur="664" tmFilter="0.0,0.0; 0.25,0.07; 0.50,0.2; 0.75,0.467; 1.0,1.0">
                                          <p:stCondLst>
                                            <p:cond delay="0"/>
                                          </p:stCondLst>
                                        </p:cTn>
                                        <p:tgtEl>
                                          <p:spTgt spid="3">
                                            <p:txEl>
                                              <p:pRg st="7" end="7"/>
                                            </p:txEl>
                                          </p:spTgt>
                                        </p:tgtEl>
                                        <p:attrNameLst>
                                          <p:attrName>ppt_y</p:attrName>
                                        </p:attrNameLst>
                                      </p:cBhvr>
                                      <p:tavLst>
                                        <p:tav tm="0" fmla="#ppt_y-sin(pi*$)/3">
                                          <p:val>
                                            <p:fltVal val="0.5"/>
                                          </p:val>
                                        </p:tav>
                                        <p:tav tm="100000">
                                          <p:val>
                                            <p:fltVal val="1"/>
                                          </p:val>
                                        </p:tav>
                                      </p:tavLst>
                                    </p:anim>
                                    <p:anim calcmode="lin" valueType="num">
                                      <p:cBhvr>
                                        <p:cTn id="118" dur="664" tmFilter="0, 0; 0.125,0.2665; 0.25,0.4; 0.375,0.465; 0.5,0.5;  0.625,0.535; 0.75,0.6; 0.875,0.7335; 1,1">
                                          <p:stCondLst>
                                            <p:cond delay="664"/>
                                          </p:stCondLst>
                                        </p:cTn>
                                        <p:tgtEl>
                                          <p:spTgt spid="3">
                                            <p:txEl>
                                              <p:pRg st="7" end="7"/>
                                            </p:txEl>
                                          </p:spTgt>
                                        </p:tgtEl>
                                        <p:attrNameLst>
                                          <p:attrName>ppt_y</p:attrName>
                                        </p:attrNameLst>
                                      </p:cBhvr>
                                      <p:tavLst>
                                        <p:tav tm="0" fmla="#ppt_y-sin(pi*$)/9">
                                          <p:val>
                                            <p:fltVal val="0"/>
                                          </p:val>
                                        </p:tav>
                                        <p:tav tm="100000">
                                          <p:val>
                                            <p:fltVal val="1"/>
                                          </p:val>
                                        </p:tav>
                                      </p:tavLst>
                                    </p:anim>
                                    <p:anim calcmode="lin" valueType="num">
                                      <p:cBhvr>
                                        <p:cTn id="119" dur="332" tmFilter="0, 0; 0.125,0.2665; 0.25,0.4; 0.375,0.465; 0.5,0.5;  0.625,0.535; 0.75,0.6; 0.875,0.7335; 1,1">
                                          <p:stCondLst>
                                            <p:cond delay="1324"/>
                                          </p:stCondLst>
                                        </p:cTn>
                                        <p:tgtEl>
                                          <p:spTgt spid="3">
                                            <p:txEl>
                                              <p:pRg st="7" end="7"/>
                                            </p:txEl>
                                          </p:spTgt>
                                        </p:tgtEl>
                                        <p:attrNameLst>
                                          <p:attrName>ppt_y</p:attrName>
                                        </p:attrNameLst>
                                      </p:cBhvr>
                                      <p:tavLst>
                                        <p:tav tm="0" fmla="#ppt_y-sin(pi*$)/27">
                                          <p:val>
                                            <p:fltVal val="0"/>
                                          </p:val>
                                        </p:tav>
                                        <p:tav tm="100000">
                                          <p:val>
                                            <p:fltVal val="1"/>
                                          </p:val>
                                        </p:tav>
                                      </p:tavLst>
                                    </p:anim>
                                    <p:anim calcmode="lin" valueType="num">
                                      <p:cBhvr>
                                        <p:cTn id="120" dur="164" tmFilter="0, 0; 0.125,0.2665; 0.25,0.4; 0.375,0.465; 0.5,0.5;  0.625,0.535; 0.75,0.6; 0.875,0.7335; 1,1">
                                          <p:stCondLst>
                                            <p:cond delay="1656"/>
                                          </p:stCondLst>
                                        </p:cTn>
                                        <p:tgtEl>
                                          <p:spTgt spid="3">
                                            <p:txEl>
                                              <p:pRg st="7" end="7"/>
                                            </p:txEl>
                                          </p:spTgt>
                                        </p:tgtEl>
                                        <p:attrNameLst>
                                          <p:attrName>ppt_y</p:attrName>
                                        </p:attrNameLst>
                                      </p:cBhvr>
                                      <p:tavLst>
                                        <p:tav tm="0" fmla="#ppt_y-sin(pi*$)/81">
                                          <p:val>
                                            <p:fltVal val="0"/>
                                          </p:val>
                                        </p:tav>
                                        <p:tav tm="100000">
                                          <p:val>
                                            <p:fltVal val="1"/>
                                          </p:val>
                                        </p:tav>
                                      </p:tavLst>
                                    </p:anim>
                                    <p:animScale>
                                      <p:cBhvr>
                                        <p:cTn id="121" dur="26">
                                          <p:stCondLst>
                                            <p:cond delay="650"/>
                                          </p:stCondLst>
                                        </p:cTn>
                                        <p:tgtEl>
                                          <p:spTgt spid="3">
                                            <p:txEl>
                                              <p:pRg st="7" end="7"/>
                                            </p:txEl>
                                          </p:spTgt>
                                        </p:tgtEl>
                                      </p:cBhvr>
                                      <p:to x="100000" y="60000"/>
                                    </p:animScale>
                                    <p:animScale>
                                      <p:cBhvr>
                                        <p:cTn id="122" dur="166" decel="50000">
                                          <p:stCondLst>
                                            <p:cond delay="676"/>
                                          </p:stCondLst>
                                        </p:cTn>
                                        <p:tgtEl>
                                          <p:spTgt spid="3">
                                            <p:txEl>
                                              <p:pRg st="7" end="7"/>
                                            </p:txEl>
                                          </p:spTgt>
                                        </p:tgtEl>
                                      </p:cBhvr>
                                      <p:to x="100000" y="100000"/>
                                    </p:animScale>
                                    <p:animScale>
                                      <p:cBhvr>
                                        <p:cTn id="123" dur="26">
                                          <p:stCondLst>
                                            <p:cond delay="1312"/>
                                          </p:stCondLst>
                                        </p:cTn>
                                        <p:tgtEl>
                                          <p:spTgt spid="3">
                                            <p:txEl>
                                              <p:pRg st="7" end="7"/>
                                            </p:txEl>
                                          </p:spTgt>
                                        </p:tgtEl>
                                      </p:cBhvr>
                                      <p:to x="100000" y="80000"/>
                                    </p:animScale>
                                    <p:animScale>
                                      <p:cBhvr>
                                        <p:cTn id="124" dur="166" decel="50000">
                                          <p:stCondLst>
                                            <p:cond delay="1338"/>
                                          </p:stCondLst>
                                        </p:cTn>
                                        <p:tgtEl>
                                          <p:spTgt spid="3">
                                            <p:txEl>
                                              <p:pRg st="7" end="7"/>
                                            </p:txEl>
                                          </p:spTgt>
                                        </p:tgtEl>
                                      </p:cBhvr>
                                      <p:to x="100000" y="100000"/>
                                    </p:animScale>
                                    <p:animScale>
                                      <p:cBhvr>
                                        <p:cTn id="125" dur="26">
                                          <p:stCondLst>
                                            <p:cond delay="1642"/>
                                          </p:stCondLst>
                                        </p:cTn>
                                        <p:tgtEl>
                                          <p:spTgt spid="3">
                                            <p:txEl>
                                              <p:pRg st="7" end="7"/>
                                            </p:txEl>
                                          </p:spTgt>
                                        </p:tgtEl>
                                      </p:cBhvr>
                                      <p:to x="100000" y="90000"/>
                                    </p:animScale>
                                    <p:animScale>
                                      <p:cBhvr>
                                        <p:cTn id="126" dur="166" decel="50000">
                                          <p:stCondLst>
                                            <p:cond delay="1668"/>
                                          </p:stCondLst>
                                        </p:cTn>
                                        <p:tgtEl>
                                          <p:spTgt spid="3">
                                            <p:txEl>
                                              <p:pRg st="7" end="7"/>
                                            </p:txEl>
                                          </p:spTgt>
                                        </p:tgtEl>
                                      </p:cBhvr>
                                      <p:to x="100000" y="100000"/>
                                    </p:animScale>
                                    <p:animScale>
                                      <p:cBhvr>
                                        <p:cTn id="127" dur="26">
                                          <p:stCondLst>
                                            <p:cond delay="1808"/>
                                          </p:stCondLst>
                                        </p:cTn>
                                        <p:tgtEl>
                                          <p:spTgt spid="3">
                                            <p:txEl>
                                              <p:pRg st="7" end="7"/>
                                            </p:txEl>
                                          </p:spTgt>
                                        </p:tgtEl>
                                      </p:cBhvr>
                                      <p:to x="100000" y="95000"/>
                                    </p:animScale>
                                    <p:animScale>
                                      <p:cBhvr>
                                        <p:cTn id="128" dur="166" decel="50000">
                                          <p:stCondLst>
                                            <p:cond delay="1834"/>
                                          </p:stCondLst>
                                        </p:cTn>
                                        <p:tgtEl>
                                          <p:spTgt spid="3">
                                            <p:txEl>
                                              <p:pRg st="7" end="7"/>
                                            </p:txEl>
                                          </p:spTgt>
                                        </p:tgtEl>
                                      </p:cBhvr>
                                      <p:to x="100000" y="100000"/>
                                    </p:animScale>
                                  </p:childTnLst>
                                </p:cTn>
                              </p:par>
                            </p:childTnLst>
                          </p:cTn>
                        </p:par>
                      </p:childTnLst>
                    </p:cTn>
                  </p:par>
                  <p:par>
                    <p:cTn id="129" fill="hold">
                      <p:stCondLst>
                        <p:cond delay="indefinite"/>
                      </p:stCondLst>
                      <p:childTnLst>
                        <p:par>
                          <p:cTn id="130" fill="hold">
                            <p:stCondLst>
                              <p:cond delay="0"/>
                            </p:stCondLst>
                            <p:childTnLst>
                              <p:par>
                                <p:cTn id="131" presetID="26" presetClass="entr" presetSubtype="0" fill="hold" grpId="0" nodeType="clickEffect">
                                  <p:stCondLst>
                                    <p:cond delay="0"/>
                                  </p:stCondLst>
                                  <p:childTnLst>
                                    <p:set>
                                      <p:cBhvr>
                                        <p:cTn id="132" dur="1" fill="hold">
                                          <p:stCondLst>
                                            <p:cond delay="0"/>
                                          </p:stCondLst>
                                        </p:cTn>
                                        <p:tgtEl>
                                          <p:spTgt spid="3">
                                            <p:txEl>
                                              <p:pRg st="9" end="9"/>
                                            </p:txEl>
                                          </p:spTgt>
                                        </p:tgtEl>
                                        <p:attrNameLst>
                                          <p:attrName>style.visibility</p:attrName>
                                        </p:attrNameLst>
                                      </p:cBhvr>
                                      <p:to>
                                        <p:strVal val="visible"/>
                                      </p:to>
                                    </p:set>
                                    <p:animEffect transition="in" filter="wipe(down)">
                                      <p:cBhvr>
                                        <p:cTn id="133" dur="580">
                                          <p:stCondLst>
                                            <p:cond delay="0"/>
                                          </p:stCondLst>
                                        </p:cTn>
                                        <p:tgtEl>
                                          <p:spTgt spid="3">
                                            <p:txEl>
                                              <p:pRg st="9" end="9"/>
                                            </p:txEl>
                                          </p:spTgt>
                                        </p:tgtEl>
                                      </p:cBhvr>
                                    </p:animEffect>
                                    <p:anim calcmode="lin" valueType="num">
                                      <p:cBhvr>
                                        <p:cTn id="134" dur="1822" tmFilter="0,0; 0.14,0.36; 0.43,0.73; 0.71,0.91; 1.0,1.0">
                                          <p:stCondLst>
                                            <p:cond delay="0"/>
                                          </p:stCondLst>
                                        </p:cTn>
                                        <p:tgtEl>
                                          <p:spTgt spid="3">
                                            <p:txEl>
                                              <p:pRg st="9" end="9"/>
                                            </p:txEl>
                                          </p:spTgt>
                                        </p:tgtEl>
                                        <p:attrNameLst>
                                          <p:attrName>ppt_x</p:attrName>
                                        </p:attrNameLst>
                                      </p:cBhvr>
                                      <p:tavLst>
                                        <p:tav tm="0">
                                          <p:val>
                                            <p:strVal val="#ppt_x-0.25"/>
                                          </p:val>
                                        </p:tav>
                                        <p:tav tm="100000">
                                          <p:val>
                                            <p:strVal val="#ppt_x"/>
                                          </p:val>
                                        </p:tav>
                                      </p:tavLst>
                                    </p:anim>
                                    <p:anim calcmode="lin" valueType="num">
                                      <p:cBhvr>
                                        <p:cTn id="135" dur="664" tmFilter="0.0,0.0; 0.25,0.07; 0.50,0.2; 0.75,0.467; 1.0,1.0">
                                          <p:stCondLst>
                                            <p:cond delay="0"/>
                                          </p:stCondLst>
                                        </p:cTn>
                                        <p:tgtEl>
                                          <p:spTgt spid="3">
                                            <p:txEl>
                                              <p:pRg st="9" end="9"/>
                                            </p:txEl>
                                          </p:spTgt>
                                        </p:tgtEl>
                                        <p:attrNameLst>
                                          <p:attrName>ppt_y</p:attrName>
                                        </p:attrNameLst>
                                      </p:cBhvr>
                                      <p:tavLst>
                                        <p:tav tm="0" fmla="#ppt_y-sin(pi*$)/3">
                                          <p:val>
                                            <p:fltVal val="0.5"/>
                                          </p:val>
                                        </p:tav>
                                        <p:tav tm="100000">
                                          <p:val>
                                            <p:fltVal val="1"/>
                                          </p:val>
                                        </p:tav>
                                      </p:tavLst>
                                    </p:anim>
                                    <p:anim calcmode="lin" valueType="num">
                                      <p:cBhvr>
                                        <p:cTn id="136" dur="664" tmFilter="0, 0; 0.125,0.2665; 0.25,0.4; 0.375,0.465; 0.5,0.5;  0.625,0.535; 0.75,0.6; 0.875,0.7335; 1,1">
                                          <p:stCondLst>
                                            <p:cond delay="664"/>
                                          </p:stCondLst>
                                        </p:cTn>
                                        <p:tgtEl>
                                          <p:spTgt spid="3">
                                            <p:txEl>
                                              <p:pRg st="9" end="9"/>
                                            </p:txEl>
                                          </p:spTgt>
                                        </p:tgtEl>
                                        <p:attrNameLst>
                                          <p:attrName>ppt_y</p:attrName>
                                        </p:attrNameLst>
                                      </p:cBhvr>
                                      <p:tavLst>
                                        <p:tav tm="0" fmla="#ppt_y-sin(pi*$)/9">
                                          <p:val>
                                            <p:fltVal val="0"/>
                                          </p:val>
                                        </p:tav>
                                        <p:tav tm="100000">
                                          <p:val>
                                            <p:fltVal val="1"/>
                                          </p:val>
                                        </p:tav>
                                      </p:tavLst>
                                    </p:anim>
                                    <p:anim calcmode="lin" valueType="num">
                                      <p:cBhvr>
                                        <p:cTn id="137" dur="332" tmFilter="0, 0; 0.125,0.2665; 0.25,0.4; 0.375,0.465; 0.5,0.5;  0.625,0.535; 0.75,0.6; 0.875,0.7335; 1,1">
                                          <p:stCondLst>
                                            <p:cond delay="1324"/>
                                          </p:stCondLst>
                                        </p:cTn>
                                        <p:tgtEl>
                                          <p:spTgt spid="3">
                                            <p:txEl>
                                              <p:pRg st="9" end="9"/>
                                            </p:txEl>
                                          </p:spTgt>
                                        </p:tgtEl>
                                        <p:attrNameLst>
                                          <p:attrName>ppt_y</p:attrName>
                                        </p:attrNameLst>
                                      </p:cBhvr>
                                      <p:tavLst>
                                        <p:tav tm="0" fmla="#ppt_y-sin(pi*$)/27">
                                          <p:val>
                                            <p:fltVal val="0"/>
                                          </p:val>
                                        </p:tav>
                                        <p:tav tm="100000">
                                          <p:val>
                                            <p:fltVal val="1"/>
                                          </p:val>
                                        </p:tav>
                                      </p:tavLst>
                                    </p:anim>
                                    <p:anim calcmode="lin" valueType="num">
                                      <p:cBhvr>
                                        <p:cTn id="138" dur="164" tmFilter="0, 0; 0.125,0.2665; 0.25,0.4; 0.375,0.465; 0.5,0.5;  0.625,0.535; 0.75,0.6; 0.875,0.7335; 1,1">
                                          <p:stCondLst>
                                            <p:cond delay="1656"/>
                                          </p:stCondLst>
                                        </p:cTn>
                                        <p:tgtEl>
                                          <p:spTgt spid="3">
                                            <p:txEl>
                                              <p:pRg st="9" end="9"/>
                                            </p:txEl>
                                          </p:spTgt>
                                        </p:tgtEl>
                                        <p:attrNameLst>
                                          <p:attrName>ppt_y</p:attrName>
                                        </p:attrNameLst>
                                      </p:cBhvr>
                                      <p:tavLst>
                                        <p:tav tm="0" fmla="#ppt_y-sin(pi*$)/81">
                                          <p:val>
                                            <p:fltVal val="0"/>
                                          </p:val>
                                        </p:tav>
                                        <p:tav tm="100000">
                                          <p:val>
                                            <p:fltVal val="1"/>
                                          </p:val>
                                        </p:tav>
                                      </p:tavLst>
                                    </p:anim>
                                    <p:animScale>
                                      <p:cBhvr>
                                        <p:cTn id="139" dur="26">
                                          <p:stCondLst>
                                            <p:cond delay="650"/>
                                          </p:stCondLst>
                                        </p:cTn>
                                        <p:tgtEl>
                                          <p:spTgt spid="3">
                                            <p:txEl>
                                              <p:pRg st="9" end="9"/>
                                            </p:txEl>
                                          </p:spTgt>
                                        </p:tgtEl>
                                      </p:cBhvr>
                                      <p:to x="100000" y="60000"/>
                                    </p:animScale>
                                    <p:animScale>
                                      <p:cBhvr>
                                        <p:cTn id="140" dur="166" decel="50000">
                                          <p:stCondLst>
                                            <p:cond delay="676"/>
                                          </p:stCondLst>
                                        </p:cTn>
                                        <p:tgtEl>
                                          <p:spTgt spid="3">
                                            <p:txEl>
                                              <p:pRg st="9" end="9"/>
                                            </p:txEl>
                                          </p:spTgt>
                                        </p:tgtEl>
                                      </p:cBhvr>
                                      <p:to x="100000" y="100000"/>
                                    </p:animScale>
                                    <p:animScale>
                                      <p:cBhvr>
                                        <p:cTn id="141" dur="26">
                                          <p:stCondLst>
                                            <p:cond delay="1312"/>
                                          </p:stCondLst>
                                        </p:cTn>
                                        <p:tgtEl>
                                          <p:spTgt spid="3">
                                            <p:txEl>
                                              <p:pRg st="9" end="9"/>
                                            </p:txEl>
                                          </p:spTgt>
                                        </p:tgtEl>
                                      </p:cBhvr>
                                      <p:to x="100000" y="80000"/>
                                    </p:animScale>
                                    <p:animScale>
                                      <p:cBhvr>
                                        <p:cTn id="142" dur="166" decel="50000">
                                          <p:stCondLst>
                                            <p:cond delay="1338"/>
                                          </p:stCondLst>
                                        </p:cTn>
                                        <p:tgtEl>
                                          <p:spTgt spid="3">
                                            <p:txEl>
                                              <p:pRg st="9" end="9"/>
                                            </p:txEl>
                                          </p:spTgt>
                                        </p:tgtEl>
                                      </p:cBhvr>
                                      <p:to x="100000" y="100000"/>
                                    </p:animScale>
                                    <p:animScale>
                                      <p:cBhvr>
                                        <p:cTn id="143" dur="26">
                                          <p:stCondLst>
                                            <p:cond delay="1642"/>
                                          </p:stCondLst>
                                        </p:cTn>
                                        <p:tgtEl>
                                          <p:spTgt spid="3">
                                            <p:txEl>
                                              <p:pRg st="9" end="9"/>
                                            </p:txEl>
                                          </p:spTgt>
                                        </p:tgtEl>
                                      </p:cBhvr>
                                      <p:to x="100000" y="90000"/>
                                    </p:animScale>
                                    <p:animScale>
                                      <p:cBhvr>
                                        <p:cTn id="144" dur="166" decel="50000">
                                          <p:stCondLst>
                                            <p:cond delay="1668"/>
                                          </p:stCondLst>
                                        </p:cTn>
                                        <p:tgtEl>
                                          <p:spTgt spid="3">
                                            <p:txEl>
                                              <p:pRg st="9" end="9"/>
                                            </p:txEl>
                                          </p:spTgt>
                                        </p:tgtEl>
                                      </p:cBhvr>
                                      <p:to x="100000" y="100000"/>
                                    </p:animScale>
                                    <p:animScale>
                                      <p:cBhvr>
                                        <p:cTn id="145" dur="26">
                                          <p:stCondLst>
                                            <p:cond delay="1808"/>
                                          </p:stCondLst>
                                        </p:cTn>
                                        <p:tgtEl>
                                          <p:spTgt spid="3">
                                            <p:txEl>
                                              <p:pRg st="9" end="9"/>
                                            </p:txEl>
                                          </p:spTgt>
                                        </p:tgtEl>
                                      </p:cBhvr>
                                      <p:to x="100000" y="95000"/>
                                    </p:animScale>
                                    <p:animScale>
                                      <p:cBhvr>
                                        <p:cTn id="146" dur="166" decel="50000">
                                          <p:stCondLst>
                                            <p:cond delay="1834"/>
                                          </p:stCondLst>
                                        </p:cTn>
                                        <p:tgtEl>
                                          <p:spTgt spid="3">
                                            <p:txEl>
                                              <p:pRg st="9" end="9"/>
                                            </p:txEl>
                                          </p:spTgt>
                                        </p:tgtEl>
                                      </p:cBhvr>
                                      <p:to x="100000" y="100000"/>
                                    </p:animScale>
                                  </p:childTnLst>
                                </p:cTn>
                              </p:par>
                            </p:childTnLst>
                          </p:cTn>
                        </p:par>
                      </p:childTnLst>
                    </p:cTn>
                  </p:par>
                  <p:par>
                    <p:cTn id="147" fill="hold">
                      <p:stCondLst>
                        <p:cond delay="indefinite"/>
                      </p:stCondLst>
                      <p:childTnLst>
                        <p:par>
                          <p:cTn id="148" fill="hold">
                            <p:stCondLst>
                              <p:cond delay="0"/>
                            </p:stCondLst>
                            <p:childTnLst>
                              <p:par>
                                <p:cTn id="149" presetID="26" presetClass="entr" presetSubtype="0" fill="hold" grpId="0" nodeType="clickEffect">
                                  <p:stCondLst>
                                    <p:cond delay="0"/>
                                  </p:stCondLst>
                                  <p:childTnLst>
                                    <p:set>
                                      <p:cBhvr>
                                        <p:cTn id="150" dur="1" fill="hold">
                                          <p:stCondLst>
                                            <p:cond delay="0"/>
                                          </p:stCondLst>
                                        </p:cTn>
                                        <p:tgtEl>
                                          <p:spTgt spid="3">
                                            <p:txEl>
                                              <p:pRg st="10" end="10"/>
                                            </p:txEl>
                                          </p:spTgt>
                                        </p:tgtEl>
                                        <p:attrNameLst>
                                          <p:attrName>style.visibility</p:attrName>
                                        </p:attrNameLst>
                                      </p:cBhvr>
                                      <p:to>
                                        <p:strVal val="visible"/>
                                      </p:to>
                                    </p:set>
                                    <p:animEffect transition="in" filter="wipe(down)">
                                      <p:cBhvr>
                                        <p:cTn id="151" dur="580">
                                          <p:stCondLst>
                                            <p:cond delay="0"/>
                                          </p:stCondLst>
                                        </p:cTn>
                                        <p:tgtEl>
                                          <p:spTgt spid="3">
                                            <p:txEl>
                                              <p:pRg st="10" end="10"/>
                                            </p:txEl>
                                          </p:spTgt>
                                        </p:tgtEl>
                                      </p:cBhvr>
                                    </p:animEffect>
                                    <p:anim calcmode="lin" valueType="num">
                                      <p:cBhvr>
                                        <p:cTn id="152" dur="1822" tmFilter="0,0; 0.14,0.36; 0.43,0.73; 0.71,0.91; 1.0,1.0">
                                          <p:stCondLst>
                                            <p:cond delay="0"/>
                                          </p:stCondLst>
                                        </p:cTn>
                                        <p:tgtEl>
                                          <p:spTgt spid="3">
                                            <p:txEl>
                                              <p:pRg st="10" end="10"/>
                                            </p:txEl>
                                          </p:spTgt>
                                        </p:tgtEl>
                                        <p:attrNameLst>
                                          <p:attrName>ppt_x</p:attrName>
                                        </p:attrNameLst>
                                      </p:cBhvr>
                                      <p:tavLst>
                                        <p:tav tm="0">
                                          <p:val>
                                            <p:strVal val="#ppt_x-0.25"/>
                                          </p:val>
                                        </p:tav>
                                        <p:tav tm="100000">
                                          <p:val>
                                            <p:strVal val="#ppt_x"/>
                                          </p:val>
                                        </p:tav>
                                      </p:tavLst>
                                    </p:anim>
                                    <p:anim calcmode="lin" valueType="num">
                                      <p:cBhvr>
                                        <p:cTn id="153" dur="664" tmFilter="0.0,0.0; 0.25,0.07; 0.50,0.2; 0.75,0.467; 1.0,1.0">
                                          <p:stCondLst>
                                            <p:cond delay="0"/>
                                          </p:stCondLst>
                                        </p:cTn>
                                        <p:tgtEl>
                                          <p:spTgt spid="3">
                                            <p:txEl>
                                              <p:pRg st="10" end="10"/>
                                            </p:txEl>
                                          </p:spTgt>
                                        </p:tgtEl>
                                        <p:attrNameLst>
                                          <p:attrName>ppt_y</p:attrName>
                                        </p:attrNameLst>
                                      </p:cBhvr>
                                      <p:tavLst>
                                        <p:tav tm="0" fmla="#ppt_y-sin(pi*$)/3">
                                          <p:val>
                                            <p:fltVal val="0.5"/>
                                          </p:val>
                                        </p:tav>
                                        <p:tav tm="100000">
                                          <p:val>
                                            <p:fltVal val="1"/>
                                          </p:val>
                                        </p:tav>
                                      </p:tavLst>
                                    </p:anim>
                                    <p:anim calcmode="lin" valueType="num">
                                      <p:cBhvr>
                                        <p:cTn id="154" dur="664" tmFilter="0, 0; 0.125,0.2665; 0.25,0.4; 0.375,0.465; 0.5,0.5;  0.625,0.535; 0.75,0.6; 0.875,0.7335; 1,1">
                                          <p:stCondLst>
                                            <p:cond delay="664"/>
                                          </p:stCondLst>
                                        </p:cTn>
                                        <p:tgtEl>
                                          <p:spTgt spid="3">
                                            <p:txEl>
                                              <p:pRg st="10" end="10"/>
                                            </p:txEl>
                                          </p:spTgt>
                                        </p:tgtEl>
                                        <p:attrNameLst>
                                          <p:attrName>ppt_y</p:attrName>
                                        </p:attrNameLst>
                                      </p:cBhvr>
                                      <p:tavLst>
                                        <p:tav tm="0" fmla="#ppt_y-sin(pi*$)/9">
                                          <p:val>
                                            <p:fltVal val="0"/>
                                          </p:val>
                                        </p:tav>
                                        <p:tav tm="100000">
                                          <p:val>
                                            <p:fltVal val="1"/>
                                          </p:val>
                                        </p:tav>
                                      </p:tavLst>
                                    </p:anim>
                                    <p:anim calcmode="lin" valueType="num">
                                      <p:cBhvr>
                                        <p:cTn id="155" dur="332" tmFilter="0, 0; 0.125,0.2665; 0.25,0.4; 0.375,0.465; 0.5,0.5;  0.625,0.535; 0.75,0.6; 0.875,0.7335; 1,1">
                                          <p:stCondLst>
                                            <p:cond delay="1324"/>
                                          </p:stCondLst>
                                        </p:cTn>
                                        <p:tgtEl>
                                          <p:spTgt spid="3">
                                            <p:txEl>
                                              <p:pRg st="10" end="10"/>
                                            </p:txEl>
                                          </p:spTgt>
                                        </p:tgtEl>
                                        <p:attrNameLst>
                                          <p:attrName>ppt_y</p:attrName>
                                        </p:attrNameLst>
                                      </p:cBhvr>
                                      <p:tavLst>
                                        <p:tav tm="0" fmla="#ppt_y-sin(pi*$)/27">
                                          <p:val>
                                            <p:fltVal val="0"/>
                                          </p:val>
                                        </p:tav>
                                        <p:tav tm="100000">
                                          <p:val>
                                            <p:fltVal val="1"/>
                                          </p:val>
                                        </p:tav>
                                      </p:tavLst>
                                    </p:anim>
                                    <p:anim calcmode="lin" valueType="num">
                                      <p:cBhvr>
                                        <p:cTn id="156" dur="164" tmFilter="0, 0; 0.125,0.2665; 0.25,0.4; 0.375,0.465; 0.5,0.5;  0.625,0.535; 0.75,0.6; 0.875,0.7335; 1,1">
                                          <p:stCondLst>
                                            <p:cond delay="1656"/>
                                          </p:stCondLst>
                                        </p:cTn>
                                        <p:tgtEl>
                                          <p:spTgt spid="3">
                                            <p:txEl>
                                              <p:pRg st="10" end="10"/>
                                            </p:txEl>
                                          </p:spTgt>
                                        </p:tgtEl>
                                        <p:attrNameLst>
                                          <p:attrName>ppt_y</p:attrName>
                                        </p:attrNameLst>
                                      </p:cBhvr>
                                      <p:tavLst>
                                        <p:tav tm="0" fmla="#ppt_y-sin(pi*$)/81">
                                          <p:val>
                                            <p:fltVal val="0"/>
                                          </p:val>
                                        </p:tav>
                                        <p:tav tm="100000">
                                          <p:val>
                                            <p:fltVal val="1"/>
                                          </p:val>
                                        </p:tav>
                                      </p:tavLst>
                                    </p:anim>
                                    <p:animScale>
                                      <p:cBhvr>
                                        <p:cTn id="157" dur="26">
                                          <p:stCondLst>
                                            <p:cond delay="650"/>
                                          </p:stCondLst>
                                        </p:cTn>
                                        <p:tgtEl>
                                          <p:spTgt spid="3">
                                            <p:txEl>
                                              <p:pRg st="10" end="10"/>
                                            </p:txEl>
                                          </p:spTgt>
                                        </p:tgtEl>
                                      </p:cBhvr>
                                      <p:to x="100000" y="60000"/>
                                    </p:animScale>
                                    <p:animScale>
                                      <p:cBhvr>
                                        <p:cTn id="158" dur="166" decel="50000">
                                          <p:stCondLst>
                                            <p:cond delay="676"/>
                                          </p:stCondLst>
                                        </p:cTn>
                                        <p:tgtEl>
                                          <p:spTgt spid="3">
                                            <p:txEl>
                                              <p:pRg st="10" end="10"/>
                                            </p:txEl>
                                          </p:spTgt>
                                        </p:tgtEl>
                                      </p:cBhvr>
                                      <p:to x="100000" y="100000"/>
                                    </p:animScale>
                                    <p:animScale>
                                      <p:cBhvr>
                                        <p:cTn id="159" dur="26">
                                          <p:stCondLst>
                                            <p:cond delay="1312"/>
                                          </p:stCondLst>
                                        </p:cTn>
                                        <p:tgtEl>
                                          <p:spTgt spid="3">
                                            <p:txEl>
                                              <p:pRg st="10" end="10"/>
                                            </p:txEl>
                                          </p:spTgt>
                                        </p:tgtEl>
                                      </p:cBhvr>
                                      <p:to x="100000" y="80000"/>
                                    </p:animScale>
                                    <p:animScale>
                                      <p:cBhvr>
                                        <p:cTn id="160" dur="166" decel="50000">
                                          <p:stCondLst>
                                            <p:cond delay="1338"/>
                                          </p:stCondLst>
                                        </p:cTn>
                                        <p:tgtEl>
                                          <p:spTgt spid="3">
                                            <p:txEl>
                                              <p:pRg st="10" end="10"/>
                                            </p:txEl>
                                          </p:spTgt>
                                        </p:tgtEl>
                                      </p:cBhvr>
                                      <p:to x="100000" y="100000"/>
                                    </p:animScale>
                                    <p:animScale>
                                      <p:cBhvr>
                                        <p:cTn id="161" dur="26">
                                          <p:stCondLst>
                                            <p:cond delay="1642"/>
                                          </p:stCondLst>
                                        </p:cTn>
                                        <p:tgtEl>
                                          <p:spTgt spid="3">
                                            <p:txEl>
                                              <p:pRg st="10" end="10"/>
                                            </p:txEl>
                                          </p:spTgt>
                                        </p:tgtEl>
                                      </p:cBhvr>
                                      <p:to x="100000" y="90000"/>
                                    </p:animScale>
                                    <p:animScale>
                                      <p:cBhvr>
                                        <p:cTn id="162" dur="166" decel="50000">
                                          <p:stCondLst>
                                            <p:cond delay="1668"/>
                                          </p:stCondLst>
                                        </p:cTn>
                                        <p:tgtEl>
                                          <p:spTgt spid="3">
                                            <p:txEl>
                                              <p:pRg st="10" end="10"/>
                                            </p:txEl>
                                          </p:spTgt>
                                        </p:tgtEl>
                                      </p:cBhvr>
                                      <p:to x="100000" y="100000"/>
                                    </p:animScale>
                                    <p:animScale>
                                      <p:cBhvr>
                                        <p:cTn id="163" dur="26">
                                          <p:stCondLst>
                                            <p:cond delay="1808"/>
                                          </p:stCondLst>
                                        </p:cTn>
                                        <p:tgtEl>
                                          <p:spTgt spid="3">
                                            <p:txEl>
                                              <p:pRg st="10" end="10"/>
                                            </p:txEl>
                                          </p:spTgt>
                                        </p:tgtEl>
                                      </p:cBhvr>
                                      <p:to x="100000" y="95000"/>
                                    </p:animScale>
                                    <p:animScale>
                                      <p:cBhvr>
                                        <p:cTn id="164" dur="166" decel="50000">
                                          <p:stCondLst>
                                            <p:cond delay="1834"/>
                                          </p:stCondLst>
                                        </p:cTn>
                                        <p:tgtEl>
                                          <p:spTgt spid="3">
                                            <p:txEl>
                                              <p:pRg st="10" end="10"/>
                                            </p:txEl>
                                          </p:spTgt>
                                        </p:tgtEl>
                                      </p:cBhvr>
                                      <p:to x="100000" y="100000"/>
                                    </p:animScale>
                                  </p:childTnLst>
                                </p:cTn>
                              </p:par>
                            </p:childTnLst>
                          </p:cTn>
                        </p:par>
                      </p:childTnLst>
                    </p:cTn>
                  </p:par>
                  <p:par>
                    <p:cTn id="165" fill="hold">
                      <p:stCondLst>
                        <p:cond delay="indefinite"/>
                      </p:stCondLst>
                      <p:childTnLst>
                        <p:par>
                          <p:cTn id="166" fill="hold">
                            <p:stCondLst>
                              <p:cond delay="0"/>
                            </p:stCondLst>
                            <p:childTnLst>
                              <p:par>
                                <p:cTn id="167" presetID="26" presetClass="entr" presetSubtype="0" fill="hold" grpId="0" nodeType="clickEffect">
                                  <p:stCondLst>
                                    <p:cond delay="0"/>
                                  </p:stCondLst>
                                  <p:childTnLst>
                                    <p:set>
                                      <p:cBhvr>
                                        <p:cTn id="168" dur="1" fill="hold">
                                          <p:stCondLst>
                                            <p:cond delay="0"/>
                                          </p:stCondLst>
                                        </p:cTn>
                                        <p:tgtEl>
                                          <p:spTgt spid="3">
                                            <p:txEl>
                                              <p:pRg st="11" end="11"/>
                                            </p:txEl>
                                          </p:spTgt>
                                        </p:tgtEl>
                                        <p:attrNameLst>
                                          <p:attrName>style.visibility</p:attrName>
                                        </p:attrNameLst>
                                      </p:cBhvr>
                                      <p:to>
                                        <p:strVal val="visible"/>
                                      </p:to>
                                    </p:set>
                                    <p:animEffect transition="in" filter="wipe(down)">
                                      <p:cBhvr>
                                        <p:cTn id="169" dur="580">
                                          <p:stCondLst>
                                            <p:cond delay="0"/>
                                          </p:stCondLst>
                                        </p:cTn>
                                        <p:tgtEl>
                                          <p:spTgt spid="3">
                                            <p:txEl>
                                              <p:pRg st="11" end="11"/>
                                            </p:txEl>
                                          </p:spTgt>
                                        </p:tgtEl>
                                      </p:cBhvr>
                                    </p:animEffect>
                                    <p:anim calcmode="lin" valueType="num">
                                      <p:cBhvr>
                                        <p:cTn id="170" dur="1822" tmFilter="0,0; 0.14,0.36; 0.43,0.73; 0.71,0.91; 1.0,1.0">
                                          <p:stCondLst>
                                            <p:cond delay="0"/>
                                          </p:stCondLst>
                                        </p:cTn>
                                        <p:tgtEl>
                                          <p:spTgt spid="3">
                                            <p:txEl>
                                              <p:pRg st="11" end="11"/>
                                            </p:txEl>
                                          </p:spTgt>
                                        </p:tgtEl>
                                        <p:attrNameLst>
                                          <p:attrName>ppt_x</p:attrName>
                                        </p:attrNameLst>
                                      </p:cBhvr>
                                      <p:tavLst>
                                        <p:tav tm="0">
                                          <p:val>
                                            <p:strVal val="#ppt_x-0.25"/>
                                          </p:val>
                                        </p:tav>
                                        <p:tav tm="100000">
                                          <p:val>
                                            <p:strVal val="#ppt_x"/>
                                          </p:val>
                                        </p:tav>
                                      </p:tavLst>
                                    </p:anim>
                                    <p:anim calcmode="lin" valueType="num">
                                      <p:cBhvr>
                                        <p:cTn id="171" dur="664" tmFilter="0.0,0.0; 0.25,0.07; 0.50,0.2; 0.75,0.467; 1.0,1.0">
                                          <p:stCondLst>
                                            <p:cond delay="0"/>
                                          </p:stCondLst>
                                        </p:cTn>
                                        <p:tgtEl>
                                          <p:spTgt spid="3">
                                            <p:txEl>
                                              <p:pRg st="11" end="11"/>
                                            </p:txEl>
                                          </p:spTgt>
                                        </p:tgtEl>
                                        <p:attrNameLst>
                                          <p:attrName>ppt_y</p:attrName>
                                        </p:attrNameLst>
                                      </p:cBhvr>
                                      <p:tavLst>
                                        <p:tav tm="0" fmla="#ppt_y-sin(pi*$)/3">
                                          <p:val>
                                            <p:fltVal val="0.5"/>
                                          </p:val>
                                        </p:tav>
                                        <p:tav tm="100000">
                                          <p:val>
                                            <p:fltVal val="1"/>
                                          </p:val>
                                        </p:tav>
                                      </p:tavLst>
                                    </p:anim>
                                    <p:anim calcmode="lin" valueType="num">
                                      <p:cBhvr>
                                        <p:cTn id="172" dur="664" tmFilter="0, 0; 0.125,0.2665; 0.25,0.4; 0.375,0.465; 0.5,0.5;  0.625,0.535; 0.75,0.6; 0.875,0.7335; 1,1">
                                          <p:stCondLst>
                                            <p:cond delay="664"/>
                                          </p:stCondLst>
                                        </p:cTn>
                                        <p:tgtEl>
                                          <p:spTgt spid="3">
                                            <p:txEl>
                                              <p:pRg st="11" end="11"/>
                                            </p:txEl>
                                          </p:spTgt>
                                        </p:tgtEl>
                                        <p:attrNameLst>
                                          <p:attrName>ppt_y</p:attrName>
                                        </p:attrNameLst>
                                      </p:cBhvr>
                                      <p:tavLst>
                                        <p:tav tm="0" fmla="#ppt_y-sin(pi*$)/9">
                                          <p:val>
                                            <p:fltVal val="0"/>
                                          </p:val>
                                        </p:tav>
                                        <p:tav tm="100000">
                                          <p:val>
                                            <p:fltVal val="1"/>
                                          </p:val>
                                        </p:tav>
                                      </p:tavLst>
                                    </p:anim>
                                    <p:anim calcmode="lin" valueType="num">
                                      <p:cBhvr>
                                        <p:cTn id="173" dur="332" tmFilter="0, 0; 0.125,0.2665; 0.25,0.4; 0.375,0.465; 0.5,0.5;  0.625,0.535; 0.75,0.6; 0.875,0.7335; 1,1">
                                          <p:stCondLst>
                                            <p:cond delay="1324"/>
                                          </p:stCondLst>
                                        </p:cTn>
                                        <p:tgtEl>
                                          <p:spTgt spid="3">
                                            <p:txEl>
                                              <p:pRg st="11" end="11"/>
                                            </p:txEl>
                                          </p:spTgt>
                                        </p:tgtEl>
                                        <p:attrNameLst>
                                          <p:attrName>ppt_y</p:attrName>
                                        </p:attrNameLst>
                                      </p:cBhvr>
                                      <p:tavLst>
                                        <p:tav tm="0" fmla="#ppt_y-sin(pi*$)/27">
                                          <p:val>
                                            <p:fltVal val="0"/>
                                          </p:val>
                                        </p:tav>
                                        <p:tav tm="100000">
                                          <p:val>
                                            <p:fltVal val="1"/>
                                          </p:val>
                                        </p:tav>
                                      </p:tavLst>
                                    </p:anim>
                                    <p:anim calcmode="lin" valueType="num">
                                      <p:cBhvr>
                                        <p:cTn id="174" dur="164" tmFilter="0, 0; 0.125,0.2665; 0.25,0.4; 0.375,0.465; 0.5,0.5;  0.625,0.535; 0.75,0.6; 0.875,0.7335; 1,1">
                                          <p:stCondLst>
                                            <p:cond delay="1656"/>
                                          </p:stCondLst>
                                        </p:cTn>
                                        <p:tgtEl>
                                          <p:spTgt spid="3">
                                            <p:txEl>
                                              <p:pRg st="11" end="11"/>
                                            </p:txEl>
                                          </p:spTgt>
                                        </p:tgtEl>
                                        <p:attrNameLst>
                                          <p:attrName>ppt_y</p:attrName>
                                        </p:attrNameLst>
                                      </p:cBhvr>
                                      <p:tavLst>
                                        <p:tav tm="0" fmla="#ppt_y-sin(pi*$)/81">
                                          <p:val>
                                            <p:fltVal val="0"/>
                                          </p:val>
                                        </p:tav>
                                        <p:tav tm="100000">
                                          <p:val>
                                            <p:fltVal val="1"/>
                                          </p:val>
                                        </p:tav>
                                      </p:tavLst>
                                    </p:anim>
                                    <p:animScale>
                                      <p:cBhvr>
                                        <p:cTn id="175" dur="26">
                                          <p:stCondLst>
                                            <p:cond delay="650"/>
                                          </p:stCondLst>
                                        </p:cTn>
                                        <p:tgtEl>
                                          <p:spTgt spid="3">
                                            <p:txEl>
                                              <p:pRg st="11" end="11"/>
                                            </p:txEl>
                                          </p:spTgt>
                                        </p:tgtEl>
                                      </p:cBhvr>
                                      <p:to x="100000" y="60000"/>
                                    </p:animScale>
                                    <p:animScale>
                                      <p:cBhvr>
                                        <p:cTn id="176" dur="166" decel="50000">
                                          <p:stCondLst>
                                            <p:cond delay="676"/>
                                          </p:stCondLst>
                                        </p:cTn>
                                        <p:tgtEl>
                                          <p:spTgt spid="3">
                                            <p:txEl>
                                              <p:pRg st="11" end="11"/>
                                            </p:txEl>
                                          </p:spTgt>
                                        </p:tgtEl>
                                      </p:cBhvr>
                                      <p:to x="100000" y="100000"/>
                                    </p:animScale>
                                    <p:animScale>
                                      <p:cBhvr>
                                        <p:cTn id="177" dur="26">
                                          <p:stCondLst>
                                            <p:cond delay="1312"/>
                                          </p:stCondLst>
                                        </p:cTn>
                                        <p:tgtEl>
                                          <p:spTgt spid="3">
                                            <p:txEl>
                                              <p:pRg st="11" end="11"/>
                                            </p:txEl>
                                          </p:spTgt>
                                        </p:tgtEl>
                                      </p:cBhvr>
                                      <p:to x="100000" y="80000"/>
                                    </p:animScale>
                                    <p:animScale>
                                      <p:cBhvr>
                                        <p:cTn id="178" dur="166" decel="50000">
                                          <p:stCondLst>
                                            <p:cond delay="1338"/>
                                          </p:stCondLst>
                                        </p:cTn>
                                        <p:tgtEl>
                                          <p:spTgt spid="3">
                                            <p:txEl>
                                              <p:pRg st="11" end="11"/>
                                            </p:txEl>
                                          </p:spTgt>
                                        </p:tgtEl>
                                      </p:cBhvr>
                                      <p:to x="100000" y="100000"/>
                                    </p:animScale>
                                    <p:animScale>
                                      <p:cBhvr>
                                        <p:cTn id="179" dur="26">
                                          <p:stCondLst>
                                            <p:cond delay="1642"/>
                                          </p:stCondLst>
                                        </p:cTn>
                                        <p:tgtEl>
                                          <p:spTgt spid="3">
                                            <p:txEl>
                                              <p:pRg st="11" end="11"/>
                                            </p:txEl>
                                          </p:spTgt>
                                        </p:tgtEl>
                                      </p:cBhvr>
                                      <p:to x="100000" y="90000"/>
                                    </p:animScale>
                                    <p:animScale>
                                      <p:cBhvr>
                                        <p:cTn id="180" dur="166" decel="50000">
                                          <p:stCondLst>
                                            <p:cond delay="1668"/>
                                          </p:stCondLst>
                                        </p:cTn>
                                        <p:tgtEl>
                                          <p:spTgt spid="3">
                                            <p:txEl>
                                              <p:pRg st="11" end="11"/>
                                            </p:txEl>
                                          </p:spTgt>
                                        </p:tgtEl>
                                      </p:cBhvr>
                                      <p:to x="100000" y="100000"/>
                                    </p:animScale>
                                    <p:animScale>
                                      <p:cBhvr>
                                        <p:cTn id="181" dur="26">
                                          <p:stCondLst>
                                            <p:cond delay="1808"/>
                                          </p:stCondLst>
                                        </p:cTn>
                                        <p:tgtEl>
                                          <p:spTgt spid="3">
                                            <p:txEl>
                                              <p:pRg st="11" end="11"/>
                                            </p:txEl>
                                          </p:spTgt>
                                        </p:tgtEl>
                                      </p:cBhvr>
                                      <p:to x="100000" y="95000"/>
                                    </p:animScale>
                                    <p:animScale>
                                      <p:cBhvr>
                                        <p:cTn id="182" dur="166" decel="50000">
                                          <p:stCondLst>
                                            <p:cond delay="1834"/>
                                          </p:stCondLst>
                                        </p:cTn>
                                        <p:tgtEl>
                                          <p:spTgt spid="3">
                                            <p:txEl>
                                              <p:pRg st="11" end="11"/>
                                            </p:txEl>
                                          </p:spTgt>
                                        </p:tgtEl>
                                      </p:cBhvr>
                                      <p:to x="100000" y="100000"/>
                                    </p:animScale>
                                  </p:childTnLst>
                                </p:cTn>
                              </p:par>
                            </p:childTnLst>
                          </p:cTn>
                        </p:par>
                      </p:childTnLst>
                    </p:cTn>
                  </p:par>
                  <p:par>
                    <p:cTn id="183" fill="hold">
                      <p:stCondLst>
                        <p:cond delay="indefinite"/>
                      </p:stCondLst>
                      <p:childTnLst>
                        <p:par>
                          <p:cTn id="184" fill="hold">
                            <p:stCondLst>
                              <p:cond delay="0"/>
                            </p:stCondLst>
                            <p:childTnLst>
                              <p:par>
                                <p:cTn id="185" presetID="26" presetClass="entr" presetSubtype="0" fill="hold" grpId="0" nodeType="clickEffect">
                                  <p:stCondLst>
                                    <p:cond delay="0"/>
                                  </p:stCondLst>
                                  <p:childTnLst>
                                    <p:set>
                                      <p:cBhvr>
                                        <p:cTn id="186" dur="1" fill="hold">
                                          <p:stCondLst>
                                            <p:cond delay="0"/>
                                          </p:stCondLst>
                                        </p:cTn>
                                        <p:tgtEl>
                                          <p:spTgt spid="4"/>
                                        </p:tgtEl>
                                        <p:attrNameLst>
                                          <p:attrName>style.visibility</p:attrName>
                                        </p:attrNameLst>
                                      </p:cBhvr>
                                      <p:to>
                                        <p:strVal val="visible"/>
                                      </p:to>
                                    </p:set>
                                    <p:animEffect transition="in" filter="wipe(down)">
                                      <p:cBhvr>
                                        <p:cTn id="187" dur="580">
                                          <p:stCondLst>
                                            <p:cond delay="0"/>
                                          </p:stCondLst>
                                        </p:cTn>
                                        <p:tgtEl>
                                          <p:spTgt spid="4"/>
                                        </p:tgtEl>
                                      </p:cBhvr>
                                    </p:animEffect>
                                    <p:anim calcmode="lin" valueType="num">
                                      <p:cBhvr>
                                        <p:cTn id="18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18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9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9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9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93" dur="26">
                                          <p:stCondLst>
                                            <p:cond delay="650"/>
                                          </p:stCondLst>
                                        </p:cTn>
                                        <p:tgtEl>
                                          <p:spTgt spid="4"/>
                                        </p:tgtEl>
                                      </p:cBhvr>
                                      <p:to x="100000" y="60000"/>
                                    </p:animScale>
                                    <p:animScale>
                                      <p:cBhvr>
                                        <p:cTn id="194" dur="166" decel="50000">
                                          <p:stCondLst>
                                            <p:cond delay="676"/>
                                          </p:stCondLst>
                                        </p:cTn>
                                        <p:tgtEl>
                                          <p:spTgt spid="4"/>
                                        </p:tgtEl>
                                      </p:cBhvr>
                                      <p:to x="100000" y="100000"/>
                                    </p:animScale>
                                    <p:animScale>
                                      <p:cBhvr>
                                        <p:cTn id="195" dur="26">
                                          <p:stCondLst>
                                            <p:cond delay="1312"/>
                                          </p:stCondLst>
                                        </p:cTn>
                                        <p:tgtEl>
                                          <p:spTgt spid="4"/>
                                        </p:tgtEl>
                                      </p:cBhvr>
                                      <p:to x="100000" y="80000"/>
                                    </p:animScale>
                                    <p:animScale>
                                      <p:cBhvr>
                                        <p:cTn id="196" dur="166" decel="50000">
                                          <p:stCondLst>
                                            <p:cond delay="1338"/>
                                          </p:stCondLst>
                                        </p:cTn>
                                        <p:tgtEl>
                                          <p:spTgt spid="4"/>
                                        </p:tgtEl>
                                      </p:cBhvr>
                                      <p:to x="100000" y="100000"/>
                                    </p:animScale>
                                    <p:animScale>
                                      <p:cBhvr>
                                        <p:cTn id="197" dur="26">
                                          <p:stCondLst>
                                            <p:cond delay="1642"/>
                                          </p:stCondLst>
                                        </p:cTn>
                                        <p:tgtEl>
                                          <p:spTgt spid="4"/>
                                        </p:tgtEl>
                                      </p:cBhvr>
                                      <p:to x="100000" y="90000"/>
                                    </p:animScale>
                                    <p:animScale>
                                      <p:cBhvr>
                                        <p:cTn id="198" dur="166" decel="50000">
                                          <p:stCondLst>
                                            <p:cond delay="1668"/>
                                          </p:stCondLst>
                                        </p:cTn>
                                        <p:tgtEl>
                                          <p:spTgt spid="4"/>
                                        </p:tgtEl>
                                      </p:cBhvr>
                                      <p:to x="100000" y="100000"/>
                                    </p:animScale>
                                    <p:animScale>
                                      <p:cBhvr>
                                        <p:cTn id="199" dur="26">
                                          <p:stCondLst>
                                            <p:cond delay="1808"/>
                                          </p:stCondLst>
                                        </p:cTn>
                                        <p:tgtEl>
                                          <p:spTgt spid="4"/>
                                        </p:tgtEl>
                                      </p:cBhvr>
                                      <p:to x="100000" y="95000"/>
                                    </p:animScale>
                                    <p:animScale>
                                      <p:cBhvr>
                                        <p:cTn id="200" dur="166" decel="50000">
                                          <p:stCondLst>
                                            <p:cond delay="1834"/>
                                          </p:stCondLst>
                                        </p:cTn>
                                        <p:tgtEl>
                                          <p:spTgt spid="4"/>
                                        </p:tgtEl>
                                      </p:cBhvr>
                                      <p:to x="100000" y="100000"/>
                                    </p:animScale>
                                  </p:childTnLst>
                                </p:cTn>
                              </p:par>
                            </p:childTnLst>
                          </p:cTn>
                        </p:par>
                      </p:childTnLst>
                    </p:cTn>
                  </p:par>
                  <p:par>
                    <p:cTn id="201" fill="hold">
                      <p:stCondLst>
                        <p:cond delay="indefinite"/>
                      </p:stCondLst>
                      <p:childTnLst>
                        <p:par>
                          <p:cTn id="202" fill="hold">
                            <p:stCondLst>
                              <p:cond delay="0"/>
                            </p:stCondLst>
                            <p:childTnLst>
                              <p:par>
                                <p:cTn id="203" presetID="1" presetClass="entr" presetSubtype="0" fill="hold" grpId="0" nodeType="clickEffect">
                                  <p:stCondLst>
                                    <p:cond delay="0"/>
                                  </p:stCondLst>
                                  <p:childTnLst>
                                    <p:set>
                                      <p:cBhvr>
                                        <p:cTn id="204"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animBg="1"/>
      <p:bldP spid="5" grpId="0" animBg="1"/>
    </p:bldLst>
  </p:timing>
</p:sld>
</file>

<file path=ppt/slides/slide1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Box 1"/>
          <p:cNvSpPr txBox="1"/>
          <p:nvPr/>
        </p:nvSpPr>
        <p:spPr>
          <a:xfrm>
            <a:off x="1676400" y="533400"/>
            <a:ext cx="9906000" cy="3139321"/>
          </a:xfrm>
          <a:prstGeom prst="rect">
            <a:avLst/>
          </a:prstGeom>
          <a:noFill/>
        </p:spPr>
        <p:txBody>
          <a:bodyPr wrap="square" rtlCol="0">
            <a:spAutoFit/>
          </a:bodyPr>
          <a:lstStyle/>
          <a:p>
            <a:r>
              <a:rPr lang="en-US" dirty="0" smtClean="0"/>
              <a:t>An important task done by Constituent Assembly was adoption of Objectives Resolution; the purpose of this resolution was to provide an outline and bases for the future constitutions. This resolution was presented by the first prime minister of Pakistan Liaquat Ali Khan on March 7, but adopted on March 12, 1949. Its important point are given below. </a:t>
            </a:r>
          </a:p>
          <a:p>
            <a:pPr marL="342900" indent="-342900">
              <a:buAutoNum type="arabicPeriod"/>
            </a:pPr>
            <a:r>
              <a:rPr lang="en-US" dirty="0" smtClean="0"/>
              <a:t>Sovereignty belongs to Almighty Allah. Allah alone possess authority to rule over the entire university. He dedicates his authority to the chosen representatives [by the public].  </a:t>
            </a:r>
          </a:p>
          <a:p>
            <a:pPr marL="342900" indent="-342900">
              <a:buAutoNum type="arabicPeriod"/>
            </a:pPr>
            <a:r>
              <a:rPr lang="en-US" dirty="0" smtClean="0"/>
              <a:t>Objective resolution adopted Islamic Democracy against western democracy; this means that executives (prime minister and presidents) shall be Muslims only. </a:t>
            </a:r>
          </a:p>
          <a:p>
            <a:pPr marL="342900" indent="-342900">
              <a:buAutoNum type="arabicPeriod"/>
            </a:pPr>
            <a:r>
              <a:rPr lang="en-US" dirty="0"/>
              <a:t> </a:t>
            </a:r>
          </a:p>
        </p:txBody>
      </p:sp>
    </p:spTree>
    <p:extLst>
      <p:ext uri="{BB962C8B-B14F-4D97-AF65-F5344CB8AC3E}">
        <p14:creationId xmlns:p14="http://schemas.microsoft.com/office/powerpoint/2010/main" val="271900254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smtClean="0">
                <a:effectLst>
                  <a:outerShdw blurRad="38100" dist="38100" dir="2700000" algn="tl">
                    <a:srgbClr val="000000">
                      <a:alpha val="43137"/>
                    </a:srgbClr>
                  </a:outerShdw>
                </a:effectLst>
              </a:rPr>
              <a:t>Constitutions Making </a:t>
            </a:r>
            <a:endParaRPr lang="en-US" b="1" dirty="0">
              <a:effectLst>
                <a:outerShdw blurRad="38100" dist="38100" dir="2700000" algn="tl">
                  <a:srgbClr val="000000">
                    <a:alpha val="43137"/>
                  </a:srgbClr>
                </a:outerShdw>
              </a:effectLst>
            </a:endParaRP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1673269272"/>
              </p:ext>
            </p:extLst>
          </p:nvPr>
        </p:nvGraphicFramePr>
        <p:xfrm>
          <a:off x="677334" y="2133600"/>
          <a:ext cx="8915400" cy="3388360"/>
        </p:xfrm>
        <a:graphic>
          <a:graphicData uri="http://schemas.openxmlformats.org/drawingml/2006/table">
            <a:tbl>
              <a:tblPr firstRow="1" bandRow="1">
                <a:tableStyleId>{5202B0CA-FC54-4496-8BCA-5EF66A818D29}</a:tableStyleId>
              </a:tblPr>
              <a:tblGrid>
                <a:gridCol w="2971800"/>
                <a:gridCol w="2971800"/>
                <a:gridCol w="2971800"/>
              </a:tblGrid>
              <a:tr h="370840">
                <a:tc>
                  <a:txBody>
                    <a:bodyPr/>
                    <a:lstStyle/>
                    <a:p>
                      <a:r>
                        <a:rPr lang="en-US" dirty="0" smtClean="0"/>
                        <a:t>1956 </a:t>
                      </a:r>
                      <a:endParaRPr lang="en-US" dirty="0"/>
                    </a:p>
                  </a:txBody>
                  <a:tcPr/>
                </a:tc>
                <a:tc>
                  <a:txBody>
                    <a:bodyPr/>
                    <a:lstStyle/>
                    <a:p>
                      <a:r>
                        <a:rPr lang="en-US" dirty="0" smtClean="0"/>
                        <a:t>1962</a:t>
                      </a:r>
                      <a:endParaRPr lang="en-US" dirty="0"/>
                    </a:p>
                  </a:txBody>
                  <a:tcPr/>
                </a:tc>
                <a:tc>
                  <a:txBody>
                    <a:bodyPr/>
                    <a:lstStyle/>
                    <a:p>
                      <a:r>
                        <a:rPr lang="en-US" dirty="0" smtClean="0"/>
                        <a:t>1973</a:t>
                      </a:r>
                      <a:endParaRPr lang="en-US" dirty="0"/>
                    </a:p>
                  </a:txBody>
                  <a:tcPr/>
                </a:tc>
              </a:tr>
              <a:tr h="370840">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dirty="0" smtClean="0"/>
                        <a:t>P.M:</a:t>
                      </a:r>
                      <a:r>
                        <a:rPr lang="en-US" baseline="0" dirty="0" smtClean="0"/>
                        <a:t> </a:t>
                      </a:r>
                      <a:r>
                        <a:rPr lang="en-US" dirty="0" err="1" smtClean="0"/>
                        <a:t>Chaudri</a:t>
                      </a:r>
                      <a:r>
                        <a:rPr lang="en-US" baseline="0" dirty="0" smtClean="0"/>
                        <a:t> </a:t>
                      </a:r>
                      <a:r>
                        <a:rPr lang="en-US" baseline="0" dirty="0" err="1" smtClean="0"/>
                        <a:t>Rehmat</a:t>
                      </a:r>
                      <a:r>
                        <a:rPr lang="en-US" baseline="0" dirty="0" smtClean="0"/>
                        <a:t> Ali</a:t>
                      </a:r>
                      <a:endParaRPr lang="en-US" dirty="0" smtClean="0"/>
                    </a:p>
                    <a:p>
                      <a:endParaRPr lang="en-US" dirty="0"/>
                    </a:p>
                  </a:txBody>
                  <a:tcPr/>
                </a:tc>
                <a:tc>
                  <a:txBody>
                    <a:bodyPr/>
                    <a:lstStyle/>
                    <a:p>
                      <a:r>
                        <a:rPr lang="en-US" dirty="0" err="1" smtClean="0"/>
                        <a:t>Ayub</a:t>
                      </a:r>
                      <a:r>
                        <a:rPr lang="en-US" dirty="0" smtClean="0"/>
                        <a:t> Khan </a:t>
                      </a:r>
                      <a:endParaRPr lang="en-US" dirty="0"/>
                    </a:p>
                  </a:txBody>
                  <a:tcPr/>
                </a:tc>
                <a:tc>
                  <a:txBody>
                    <a:bodyPr/>
                    <a:lstStyle/>
                    <a:p>
                      <a:r>
                        <a:rPr lang="en-US" dirty="0" smtClean="0"/>
                        <a:t>Z.A Bhutto</a:t>
                      </a:r>
                      <a:endParaRPr lang="en-US" dirty="0"/>
                    </a:p>
                  </a:txBody>
                  <a:tcPr/>
                </a:tc>
              </a:tr>
              <a:tr h="370840">
                <a:tc>
                  <a:txBody>
                    <a:bodyPr/>
                    <a:lstStyle/>
                    <a:p>
                      <a:r>
                        <a:rPr lang="en-US" dirty="0" smtClean="0"/>
                        <a:t>Second C.A</a:t>
                      </a:r>
                      <a:r>
                        <a:rPr lang="en-US" baseline="0" dirty="0" smtClean="0"/>
                        <a:t> </a:t>
                      </a:r>
                      <a:endParaRPr lang="en-US" dirty="0"/>
                    </a:p>
                  </a:txBody>
                  <a:tcPr/>
                </a:tc>
                <a:tc>
                  <a:txBody>
                    <a:bodyPr/>
                    <a:lstStyle/>
                    <a:p>
                      <a:r>
                        <a:rPr lang="en-US" dirty="0" smtClean="0"/>
                        <a:t>Justice M.</a:t>
                      </a:r>
                      <a:r>
                        <a:rPr lang="en-US" baseline="0" dirty="0" smtClean="0"/>
                        <a:t> </a:t>
                      </a:r>
                      <a:r>
                        <a:rPr lang="en-US" baseline="0" dirty="0" err="1" smtClean="0"/>
                        <a:t>Shahabuddin</a:t>
                      </a:r>
                      <a:r>
                        <a:rPr lang="en-US" baseline="0" dirty="0" smtClean="0"/>
                        <a:t>: 17 Feb,  1960 </a:t>
                      </a:r>
                      <a:r>
                        <a:rPr lang="en-US" sz="1600" baseline="0" dirty="0" smtClean="0"/>
                        <a:t>(10-E, 10-W) </a:t>
                      </a:r>
                      <a:endParaRPr lang="en-US" sz="1600" dirty="0"/>
                    </a:p>
                  </a:txBody>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dirty="0" smtClean="0"/>
                        <a:t>M.A </a:t>
                      </a:r>
                      <a:r>
                        <a:rPr lang="en-US" dirty="0" err="1" smtClean="0"/>
                        <a:t>Kasuri</a:t>
                      </a:r>
                      <a:r>
                        <a:rPr lang="en-US" dirty="0" smtClean="0"/>
                        <a:t> 17 April, 1972 </a:t>
                      </a:r>
                      <a:r>
                        <a:rPr lang="en-US" sz="1600" baseline="0" dirty="0" smtClean="0"/>
                        <a:t>(25 members) </a:t>
                      </a:r>
                      <a:endParaRPr lang="en-US" sz="1600" dirty="0" smtClean="0"/>
                    </a:p>
                    <a:p>
                      <a:endParaRPr lang="en-US" dirty="0"/>
                    </a:p>
                  </a:txBody>
                  <a:tcPr/>
                </a:tc>
              </a:tr>
              <a:tr h="370840">
                <a:tc>
                  <a:txBody>
                    <a:bodyPr/>
                    <a:lstStyle/>
                    <a:p>
                      <a:r>
                        <a:rPr lang="en-US" dirty="0" smtClean="0"/>
                        <a:t>C.A adopted on 29 Feb, 1956</a:t>
                      </a:r>
                      <a:endParaRPr lang="en-US" dirty="0"/>
                    </a:p>
                  </a:txBody>
                  <a:tcPr/>
                </a:tc>
                <a:tc>
                  <a:txBody>
                    <a:bodyPr/>
                    <a:lstStyle/>
                    <a:p>
                      <a:r>
                        <a:rPr lang="en-US" dirty="0" err="1" smtClean="0"/>
                        <a:t>Quesionnaire</a:t>
                      </a:r>
                      <a:r>
                        <a:rPr lang="en-US" dirty="0" smtClean="0"/>
                        <a:t> 40 items, 9000 English, 19000 Urdu &amp; Bengali</a:t>
                      </a:r>
                      <a:endParaRPr lang="en-US" dirty="0"/>
                    </a:p>
                  </a:txBody>
                  <a:tcPr/>
                </a:tc>
                <a:tc>
                  <a:txBody>
                    <a:bodyPr/>
                    <a:lstStyle/>
                    <a:p>
                      <a:r>
                        <a:rPr lang="en-US" dirty="0" smtClean="0"/>
                        <a:t>N.A </a:t>
                      </a:r>
                      <a:r>
                        <a:rPr lang="en-US" dirty="0" err="1" smtClean="0"/>
                        <a:t>thourgh</a:t>
                      </a:r>
                      <a:r>
                        <a:rPr lang="en-US" dirty="0" smtClean="0"/>
                        <a:t> Bill Passed 10</a:t>
                      </a:r>
                      <a:r>
                        <a:rPr lang="en-US" baseline="0" dirty="0" smtClean="0"/>
                        <a:t> April,  1973</a:t>
                      </a:r>
                      <a:endParaRPr lang="en-US" dirty="0"/>
                    </a:p>
                  </a:txBody>
                  <a:tcPr/>
                </a:tc>
              </a:tr>
              <a:tr h="370840">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600" dirty="0" smtClean="0"/>
                        <a:t>Enforcement:</a:t>
                      </a:r>
                      <a:r>
                        <a:rPr lang="en-US" sz="1600" baseline="0" dirty="0" smtClean="0"/>
                        <a:t> 23 March, 1956</a:t>
                      </a:r>
                      <a:endParaRPr lang="en-US" sz="1600" dirty="0" smtClean="0"/>
                    </a:p>
                    <a:p>
                      <a:endParaRPr lang="en-US" sz="1600" dirty="0"/>
                    </a:p>
                  </a:txBody>
                  <a:tcPr/>
                </a:tc>
                <a:tc>
                  <a:txBody>
                    <a:bodyPr/>
                    <a:lstStyle/>
                    <a:p>
                      <a:r>
                        <a:rPr lang="en-US" sz="1600" dirty="0" smtClean="0"/>
                        <a:t>Enforcement:</a:t>
                      </a:r>
                      <a:r>
                        <a:rPr lang="en-US" sz="1600" baseline="0" dirty="0" smtClean="0"/>
                        <a:t> 8 June 1962</a:t>
                      </a:r>
                      <a:endParaRPr lang="en-US" sz="1600" dirty="0"/>
                    </a:p>
                  </a:txBody>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600" dirty="0" smtClean="0"/>
                        <a:t>Enforcement:</a:t>
                      </a:r>
                      <a:r>
                        <a:rPr lang="en-US" sz="1600" baseline="0" dirty="0" smtClean="0"/>
                        <a:t> 14 August, 1973</a:t>
                      </a:r>
                      <a:endParaRPr lang="en-US" sz="1600" dirty="0" smtClean="0"/>
                    </a:p>
                    <a:p>
                      <a:endParaRPr lang="en-US" sz="1600" dirty="0"/>
                    </a:p>
                  </a:txBody>
                  <a:tcPr/>
                </a:tc>
              </a:tr>
            </a:tbl>
          </a:graphicData>
        </a:graphic>
      </p:graphicFrame>
    </p:spTree>
    <p:extLst>
      <p:ext uri="{BB962C8B-B14F-4D97-AF65-F5344CB8AC3E}">
        <p14:creationId xmlns:p14="http://schemas.microsoft.com/office/powerpoint/2010/main" val="2578743592"/>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rotWithShape="1">
          <a:blip r:embed="rId3">
            <a:extLst>
              <a:ext uri="{28A0092B-C50C-407E-A947-70E740481C1C}">
                <a14:useLocalDpi xmlns:a14="http://schemas.microsoft.com/office/drawing/2010/main" val="0"/>
              </a:ext>
            </a:extLst>
          </a:blip>
          <a:srcRect b="47742"/>
          <a:stretch/>
        </p:blipFill>
        <p:spPr>
          <a:xfrm>
            <a:off x="685800" y="381000"/>
            <a:ext cx="7620000" cy="5715000"/>
          </a:xfrm>
          <a:prstGeom prst="rect">
            <a:avLst/>
          </a:prstGeom>
        </p:spPr>
      </p:pic>
      <p:cxnSp>
        <p:nvCxnSpPr>
          <p:cNvPr id="5" name="Straight Connector 4"/>
          <p:cNvCxnSpPr/>
          <p:nvPr/>
        </p:nvCxnSpPr>
        <p:spPr>
          <a:xfrm>
            <a:off x="5715000" y="5562600"/>
            <a:ext cx="685800" cy="0"/>
          </a:xfrm>
          <a:prstGeom prst="line">
            <a:avLst/>
          </a:prstGeom>
        </p:spPr>
        <p:style>
          <a:lnRef idx="3">
            <a:schemeClr val="dk1"/>
          </a:lnRef>
          <a:fillRef idx="0">
            <a:schemeClr val="dk1"/>
          </a:fillRef>
          <a:effectRef idx="2">
            <a:schemeClr val="dk1"/>
          </a:effectRef>
          <a:fontRef idx="minor">
            <a:schemeClr val="tx1"/>
          </a:fontRef>
        </p:style>
      </p:cxnSp>
      <p:cxnSp>
        <p:nvCxnSpPr>
          <p:cNvPr id="7" name="Straight Connector 6"/>
          <p:cNvCxnSpPr/>
          <p:nvPr/>
        </p:nvCxnSpPr>
        <p:spPr>
          <a:xfrm>
            <a:off x="1447800" y="5943600"/>
            <a:ext cx="1219200" cy="0"/>
          </a:xfrm>
          <a:prstGeom prst="line">
            <a:avLst/>
          </a:prstGeom>
        </p:spPr>
        <p:style>
          <a:lnRef idx="3">
            <a:schemeClr val="dk1"/>
          </a:lnRef>
          <a:fillRef idx="0">
            <a:schemeClr val="dk1"/>
          </a:fillRef>
          <a:effectRef idx="2">
            <a:schemeClr val="dk1"/>
          </a:effectRef>
          <a:fontRef idx="minor">
            <a:schemeClr val="tx1"/>
          </a:fontRef>
        </p:style>
      </p:cxnSp>
    </p:spTree>
    <p:extLst>
      <p:ext uri="{BB962C8B-B14F-4D97-AF65-F5344CB8AC3E}">
        <p14:creationId xmlns:p14="http://schemas.microsoft.com/office/powerpoint/2010/main" val="3006089382"/>
      </p:ext>
    </p:extLst>
  </p:cSld>
  <p:clrMapOvr>
    <a:masterClrMapping/>
  </p:clrMapOvr>
  <mc:AlternateContent xmlns:mc="http://schemas.openxmlformats.org/markup-compatibility/2006" xmlns:p14="http://schemas.microsoft.com/office/powerpoint/2010/main">
    <mc:Choice Requires="p14">
      <p:transition spd="slow" p14:dur="3000">
        <p14:honeycomb/>
      </p:transition>
    </mc:Choice>
    <mc:Fallback xmlns="">
      <p:transition spd="slow">
        <p:fade/>
      </p:transition>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57200" y="304800"/>
            <a:ext cx="8458200" cy="5486400"/>
          </a:xfrm>
          <a:prstGeom prst="rect">
            <a:avLst/>
          </a:prstGeom>
        </p:spPr>
      </p:pic>
    </p:spTree>
    <p:extLst>
      <p:ext uri="{BB962C8B-B14F-4D97-AF65-F5344CB8AC3E}">
        <p14:creationId xmlns:p14="http://schemas.microsoft.com/office/powerpoint/2010/main" val="310710962"/>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81000" y="685800"/>
            <a:ext cx="8572500" cy="4762500"/>
          </a:xfrm>
          <a:prstGeom prst="rect">
            <a:avLst/>
          </a:prstGeom>
        </p:spPr>
      </p:pic>
    </p:spTree>
    <p:extLst>
      <p:ext uri="{BB962C8B-B14F-4D97-AF65-F5344CB8AC3E}">
        <p14:creationId xmlns:p14="http://schemas.microsoft.com/office/powerpoint/2010/main" val="294306554"/>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Diagram 3"/>
          <p:cNvGraphicFramePr/>
          <p:nvPr/>
        </p:nvGraphicFramePr>
        <p:xfrm>
          <a:off x="685800" y="228600"/>
          <a:ext cx="8229600" cy="64770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5" name="Left Arrow 4"/>
          <p:cNvSpPr/>
          <p:nvPr/>
        </p:nvSpPr>
        <p:spPr>
          <a:xfrm>
            <a:off x="7565408" y="251346"/>
            <a:ext cx="2569191" cy="1752600"/>
          </a:xfrm>
          <a:prstGeom prst="left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dirty="0" smtClean="0"/>
              <a:t>Sovereignty to Allah, Democracy, minorities,  </a:t>
            </a:r>
            <a:endParaRPr lang="en-US" dirty="0"/>
          </a:p>
        </p:txBody>
      </p:sp>
      <p:sp>
        <p:nvSpPr>
          <p:cNvPr id="6" name="Left Arrow 5"/>
          <p:cNvSpPr/>
          <p:nvPr/>
        </p:nvSpPr>
        <p:spPr>
          <a:xfrm>
            <a:off x="7565409" y="1874292"/>
            <a:ext cx="2569190" cy="1752600"/>
          </a:xfrm>
          <a:prstGeom prst="left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dirty="0" smtClean="0"/>
              <a:t>Accession of states, elected representatives </a:t>
            </a:r>
            <a:endParaRPr lang="en-US" dirty="0"/>
          </a:p>
        </p:txBody>
      </p:sp>
      <p:sp>
        <p:nvSpPr>
          <p:cNvPr id="7" name="Left Arrow 6"/>
          <p:cNvSpPr/>
          <p:nvPr/>
        </p:nvSpPr>
        <p:spPr>
          <a:xfrm>
            <a:off x="7543799" y="3601871"/>
            <a:ext cx="2590799" cy="1752600"/>
          </a:xfrm>
          <a:prstGeom prst="left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dirty="0" smtClean="0"/>
              <a:t>Urdu, its 1</a:t>
            </a:r>
            <a:r>
              <a:rPr lang="en-US" baseline="30000" dirty="0" smtClean="0"/>
              <a:t>st</a:t>
            </a:r>
            <a:r>
              <a:rPr lang="en-US" dirty="0" smtClean="0"/>
              <a:t> BPC </a:t>
            </a:r>
            <a:endParaRPr lang="en-US" dirty="0"/>
          </a:p>
        </p:txBody>
      </p:sp>
      <p:sp>
        <p:nvSpPr>
          <p:cNvPr id="8" name="Left Arrow 7"/>
          <p:cNvSpPr/>
          <p:nvPr/>
        </p:nvSpPr>
        <p:spPr>
          <a:xfrm>
            <a:off x="7543800" y="5247563"/>
            <a:ext cx="2590798" cy="1752600"/>
          </a:xfrm>
          <a:prstGeom prst="left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dirty="0" smtClean="0"/>
              <a:t>Parliamentary </a:t>
            </a:r>
            <a:endParaRPr lang="en-US" dirty="0"/>
          </a:p>
        </p:txBody>
      </p:sp>
      <p:sp>
        <p:nvSpPr>
          <p:cNvPr id="9" name="Vertical Scroll 8"/>
          <p:cNvSpPr/>
          <p:nvPr/>
        </p:nvSpPr>
        <p:spPr>
          <a:xfrm>
            <a:off x="10134600" y="838200"/>
            <a:ext cx="2057400" cy="5105400"/>
          </a:xfrm>
          <a:prstGeom prst="verticalScroll">
            <a:avLst/>
          </a:prstGeom>
          <a:effectLst>
            <a:glow rad="228600">
              <a:schemeClr val="accent2">
                <a:satMod val="175000"/>
                <a:alpha val="40000"/>
              </a:schemeClr>
            </a:glow>
          </a:effectLst>
        </p:spPr>
        <p:style>
          <a:lnRef idx="1">
            <a:schemeClr val="dk1"/>
          </a:lnRef>
          <a:fillRef idx="2">
            <a:schemeClr val="dk1"/>
          </a:fillRef>
          <a:effectRef idx="1">
            <a:schemeClr val="dk1"/>
          </a:effectRef>
          <a:fontRef idx="minor">
            <a:schemeClr val="dk1"/>
          </a:fontRef>
        </p:style>
        <p:txBody>
          <a:bodyPr rtlCol="0" anchor="ctr"/>
          <a:lstStyle/>
          <a:p>
            <a:pPr algn="ctr"/>
            <a:r>
              <a:rPr lang="en-US" dirty="0" smtClean="0"/>
              <a:t>Lets Compare Objectives Resolution with the Challenges</a:t>
            </a:r>
            <a:endParaRPr lang="en-US" dirty="0"/>
          </a:p>
        </p:txBody>
      </p:sp>
      <p:graphicFrame>
        <p:nvGraphicFramePr>
          <p:cNvPr id="10" name="Diagram 9"/>
          <p:cNvGraphicFramePr/>
          <p:nvPr>
            <p:extLst>
              <p:ext uri="{D42A27DB-BD31-4B8C-83A1-F6EECF244321}">
                <p14:modId xmlns:p14="http://schemas.microsoft.com/office/powerpoint/2010/main" val="480272256"/>
              </p:ext>
            </p:extLst>
          </p:nvPr>
        </p:nvGraphicFramePr>
        <p:xfrm>
          <a:off x="7399361" y="762000"/>
          <a:ext cx="4800600" cy="3657600"/>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spTree>
    <p:extLst>
      <p:ext uri="{BB962C8B-B14F-4D97-AF65-F5344CB8AC3E}">
        <p14:creationId xmlns:p14="http://schemas.microsoft.com/office/powerpoint/2010/main" val="2440502608"/>
      </p:ext>
    </p:extLst>
  </p:cSld>
  <p:clrMapOvr>
    <a:masterClrMapping/>
  </p:clrMapOvr>
  <mc:AlternateContent xmlns:mc="http://schemas.openxmlformats.org/markup-compatibility/2006" xmlns:p14="http://schemas.microsoft.com/office/powerpoint/2010/main">
    <mc:Choice Requires="p14">
      <p:transition spd="slow" p14:dur="3000">
        <p14:honeycomb/>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5" presetClass="path" presetSubtype="0" accel="50000" decel="50000" fill="hold" grpId="0" nodeType="clickEffect">
                                  <p:stCondLst>
                                    <p:cond delay="0"/>
                                  </p:stCondLst>
                                  <p:childTnLst>
                                    <p:animMotion origin="layout" path="M 5E-6 -4.44444E-6 L -0.84063 -0.01967 " pathEditMode="relative" rAng="0" ptsTypes="AA">
                                      <p:cBhvr>
                                        <p:cTn id="6" dur="2000" fill="hold"/>
                                        <p:tgtEl>
                                          <p:spTgt spid="9"/>
                                        </p:tgtEl>
                                        <p:attrNameLst>
                                          <p:attrName>ppt_x</p:attrName>
                                          <p:attrName>ppt_y</p:attrName>
                                        </p:attrNameLst>
                                      </p:cBhvr>
                                      <p:rCtr x="-42031" y="-995"/>
                                    </p:animMotion>
                                  </p:childTnLst>
                                </p:cTn>
                              </p:par>
                            </p:childTnLst>
                          </p:cTn>
                        </p:par>
                      </p:childTnLst>
                    </p:cTn>
                  </p:par>
                  <p:par>
                    <p:cTn id="7" fill="hold">
                      <p:stCondLst>
                        <p:cond delay="indefinite"/>
                      </p:stCondLst>
                      <p:childTnLst>
                        <p:par>
                          <p:cTn id="8" fill="hold">
                            <p:stCondLst>
                              <p:cond delay="0"/>
                            </p:stCondLst>
                            <p:childTnLst>
                              <p:par>
                                <p:cTn id="9" presetID="26"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wipe(down)">
                                      <p:cBhvr>
                                        <p:cTn id="11" dur="580">
                                          <p:stCondLst>
                                            <p:cond delay="0"/>
                                          </p:stCondLst>
                                        </p:cTn>
                                        <p:tgtEl>
                                          <p:spTgt spid="5"/>
                                        </p:tgtEl>
                                      </p:cBhvr>
                                    </p:animEffect>
                                    <p:anim calcmode="lin" valueType="num">
                                      <p:cBhvr>
                                        <p:cTn id="12" dur="1822" tmFilter="0,0; 0.14,0.36; 0.43,0.73; 0.71,0.91; 1.0,1.0">
                                          <p:stCondLst>
                                            <p:cond delay="0"/>
                                          </p:stCondLst>
                                        </p:cTn>
                                        <p:tgtEl>
                                          <p:spTgt spid="5"/>
                                        </p:tgtEl>
                                        <p:attrNameLst>
                                          <p:attrName>ppt_x</p:attrName>
                                        </p:attrNameLst>
                                      </p:cBhvr>
                                      <p:tavLst>
                                        <p:tav tm="0">
                                          <p:val>
                                            <p:strVal val="#ppt_x-0.25"/>
                                          </p:val>
                                        </p:tav>
                                        <p:tav tm="100000">
                                          <p:val>
                                            <p:strVal val="#ppt_x"/>
                                          </p:val>
                                        </p:tav>
                                      </p:tavLst>
                                    </p:anim>
                                    <p:anim calcmode="lin" valueType="num">
                                      <p:cBhvr>
                                        <p:cTn id="13" dur="664" tmFilter="0.0,0.0; 0.25,0.07; 0.50,0.2; 0.75,0.467; 1.0,1.0">
                                          <p:stCondLst>
                                            <p:cond delay="0"/>
                                          </p:stCondLst>
                                        </p:cTn>
                                        <p:tgtEl>
                                          <p:spTgt spid="5"/>
                                        </p:tgtEl>
                                        <p:attrNameLst>
                                          <p:attrName>ppt_y</p:attrName>
                                        </p:attrNameLst>
                                      </p:cBhvr>
                                      <p:tavLst>
                                        <p:tav tm="0" fmla="#ppt_y-sin(pi*$)/3">
                                          <p:val>
                                            <p:fltVal val="0.5"/>
                                          </p:val>
                                        </p:tav>
                                        <p:tav tm="100000">
                                          <p:val>
                                            <p:fltVal val="1"/>
                                          </p:val>
                                        </p:tav>
                                      </p:tavLst>
                                    </p:anim>
                                    <p:anim calcmode="lin" valueType="num">
                                      <p:cBhvr>
                                        <p:cTn id="14" dur="664" tmFilter="0, 0; 0.125,0.2665; 0.25,0.4; 0.375,0.465; 0.5,0.5;  0.625,0.535; 0.75,0.6; 0.875,0.7335; 1,1">
                                          <p:stCondLst>
                                            <p:cond delay="664"/>
                                          </p:stCondLst>
                                        </p:cTn>
                                        <p:tgtEl>
                                          <p:spTgt spid="5"/>
                                        </p:tgtEl>
                                        <p:attrNameLst>
                                          <p:attrName>ppt_y</p:attrName>
                                        </p:attrNameLst>
                                      </p:cBhvr>
                                      <p:tavLst>
                                        <p:tav tm="0" fmla="#ppt_y-sin(pi*$)/9">
                                          <p:val>
                                            <p:fltVal val="0"/>
                                          </p:val>
                                        </p:tav>
                                        <p:tav tm="100000">
                                          <p:val>
                                            <p:fltVal val="1"/>
                                          </p:val>
                                        </p:tav>
                                      </p:tavLst>
                                    </p:anim>
                                    <p:anim calcmode="lin" valueType="num">
                                      <p:cBhvr>
                                        <p:cTn id="15" dur="332" tmFilter="0, 0; 0.125,0.2665; 0.25,0.4; 0.375,0.465; 0.5,0.5;  0.625,0.535; 0.75,0.6; 0.875,0.7335; 1,1">
                                          <p:stCondLst>
                                            <p:cond delay="1324"/>
                                          </p:stCondLst>
                                        </p:cTn>
                                        <p:tgtEl>
                                          <p:spTgt spid="5"/>
                                        </p:tgtEl>
                                        <p:attrNameLst>
                                          <p:attrName>ppt_y</p:attrName>
                                        </p:attrNameLst>
                                      </p:cBhvr>
                                      <p:tavLst>
                                        <p:tav tm="0" fmla="#ppt_y-sin(pi*$)/27">
                                          <p:val>
                                            <p:fltVal val="0"/>
                                          </p:val>
                                        </p:tav>
                                        <p:tav tm="100000">
                                          <p:val>
                                            <p:fltVal val="1"/>
                                          </p:val>
                                        </p:tav>
                                      </p:tavLst>
                                    </p:anim>
                                    <p:anim calcmode="lin" valueType="num">
                                      <p:cBhvr>
                                        <p:cTn id="16" dur="164" tmFilter="0, 0; 0.125,0.2665; 0.25,0.4; 0.375,0.465; 0.5,0.5;  0.625,0.535; 0.75,0.6; 0.875,0.7335; 1,1">
                                          <p:stCondLst>
                                            <p:cond delay="1656"/>
                                          </p:stCondLst>
                                        </p:cTn>
                                        <p:tgtEl>
                                          <p:spTgt spid="5"/>
                                        </p:tgtEl>
                                        <p:attrNameLst>
                                          <p:attrName>ppt_y</p:attrName>
                                        </p:attrNameLst>
                                      </p:cBhvr>
                                      <p:tavLst>
                                        <p:tav tm="0" fmla="#ppt_y-sin(pi*$)/81">
                                          <p:val>
                                            <p:fltVal val="0"/>
                                          </p:val>
                                        </p:tav>
                                        <p:tav tm="100000">
                                          <p:val>
                                            <p:fltVal val="1"/>
                                          </p:val>
                                        </p:tav>
                                      </p:tavLst>
                                    </p:anim>
                                    <p:animScale>
                                      <p:cBhvr>
                                        <p:cTn id="17" dur="26">
                                          <p:stCondLst>
                                            <p:cond delay="650"/>
                                          </p:stCondLst>
                                        </p:cTn>
                                        <p:tgtEl>
                                          <p:spTgt spid="5"/>
                                        </p:tgtEl>
                                      </p:cBhvr>
                                      <p:to x="100000" y="60000"/>
                                    </p:animScale>
                                    <p:animScale>
                                      <p:cBhvr>
                                        <p:cTn id="18" dur="166" decel="50000">
                                          <p:stCondLst>
                                            <p:cond delay="676"/>
                                          </p:stCondLst>
                                        </p:cTn>
                                        <p:tgtEl>
                                          <p:spTgt spid="5"/>
                                        </p:tgtEl>
                                      </p:cBhvr>
                                      <p:to x="100000" y="100000"/>
                                    </p:animScale>
                                    <p:animScale>
                                      <p:cBhvr>
                                        <p:cTn id="19" dur="26">
                                          <p:stCondLst>
                                            <p:cond delay="1312"/>
                                          </p:stCondLst>
                                        </p:cTn>
                                        <p:tgtEl>
                                          <p:spTgt spid="5"/>
                                        </p:tgtEl>
                                      </p:cBhvr>
                                      <p:to x="100000" y="80000"/>
                                    </p:animScale>
                                    <p:animScale>
                                      <p:cBhvr>
                                        <p:cTn id="20" dur="166" decel="50000">
                                          <p:stCondLst>
                                            <p:cond delay="1338"/>
                                          </p:stCondLst>
                                        </p:cTn>
                                        <p:tgtEl>
                                          <p:spTgt spid="5"/>
                                        </p:tgtEl>
                                      </p:cBhvr>
                                      <p:to x="100000" y="100000"/>
                                    </p:animScale>
                                    <p:animScale>
                                      <p:cBhvr>
                                        <p:cTn id="21" dur="26">
                                          <p:stCondLst>
                                            <p:cond delay="1642"/>
                                          </p:stCondLst>
                                        </p:cTn>
                                        <p:tgtEl>
                                          <p:spTgt spid="5"/>
                                        </p:tgtEl>
                                      </p:cBhvr>
                                      <p:to x="100000" y="90000"/>
                                    </p:animScale>
                                    <p:animScale>
                                      <p:cBhvr>
                                        <p:cTn id="22" dur="166" decel="50000">
                                          <p:stCondLst>
                                            <p:cond delay="1668"/>
                                          </p:stCondLst>
                                        </p:cTn>
                                        <p:tgtEl>
                                          <p:spTgt spid="5"/>
                                        </p:tgtEl>
                                      </p:cBhvr>
                                      <p:to x="100000" y="100000"/>
                                    </p:animScale>
                                    <p:animScale>
                                      <p:cBhvr>
                                        <p:cTn id="23" dur="26">
                                          <p:stCondLst>
                                            <p:cond delay="1808"/>
                                          </p:stCondLst>
                                        </p:cTn>
                                        <p:tgtEl>
                                          <p:spTgt spid="5"/>
                                        </p:tgtEl>
                                      </p:cBhvr>
                                      <p:to x="100000" y="95000"/>
                                    </p:animScale>
                                    <p:animScale>
                                      <p:cBhvr>
                                        <p:cTn id="24" dur="166" decel="50000">
                                          <p:stCondLst>
                                            <p:cond delay="1834"/>
                                          </p:stCondLst>
                                        </p:cTn>
                                        <p:tgtEl>
                                          <p:spTgt spid="5"/>
                                        </p:tgtEl>
                                      </p:cBhvr>
                                      <p:to x="100000" y="100000"/>
                                    </p:animScale>
                                  </p:childTnLst>
                                </p:cTn>
                              </p:par>
                            </p:childTnLst>
                          </p:cTn>
                        </p:par>
                      </p:childTnLst>
                    </p:cTn>
                  </p:par>
                  <p:par>
                    <p:cTn id="25" fill="hold">
                      <p:stCondLst>
                        <p:cond delay="indefinite"/>
                      </p:stCondLst>
                      <p:childTnLst>
                        <p:par>
                          <p:cTn id="26" fill="hold">
                            <p:stCondLst>
                              <p:cond delay="0"/>
                            </p:stCondLst>
                            <p:childTnLst>
                              <p:par>
                                <p:cTn id="27" presetID="26" presetClass="entr" presetSubtype="0" fill="hold" grpId="0" nodeType="clickEffect">
                                  <p:stCondLst>
                                    <p:cond delay="0"/>
                                  </p:stCondLst>
                                  <p:childTnLst>
                                    <p:set>
                                      <p:cBhvr>
                                        <p:cTn id="28" dur="1" fill="hold">
                                          <p:stCondLst>
                                            <p:cond delay="0"/>
                                          </p:stCondLst>
                                        </p:cTn>
                                        <p:tgtEl>
                                          <p:spTgt spid="10"/>
                                        </p:tgtEl>
                                        <p:attrNameLst>
                                          <p:attrName>style.visibility</p:attrName>
                                        </p:attrNameLst>
                                      </p:cBhvr>
                                      <p:to>
                                        <p:strVal val="visible"/>
                                      </p:to>
                                    </p:set>
                                    <p:animEffect transition="in" filter="wipe(down)">
                                      <p:cBhvr>
                                        <p:cTn id="29" dur="580">
                                          <p:stCondLst>
                                            <p:cond delay="0"/>
                                          </p:stCondLst>
                                        </p:cTn>
                                        <p:tgtEl>
                                          <p:spTgt spid="10"/>
                                        </p:tgtEl>
                                      </p:cBhvr>
                                    </p:animEffect>
                                    <p:anim calcmode="lin" valueType="num">
                                      <p:cBhvr>
                                        <p:cTn id="30" dur="1822" tmFilter="0,0; 0.14,0.36; 0.43,0.73; 0.71,0.91; 1.0,1.0">
                                          <p:stCondLst>
                                            <p:cond delay="0"/>
                                          </p:stCondLst>
                                        </p:cTn>
                                        <p:tgtEl>
                                          <p:spTgt spid="10"/>
                                        </p:tgtEl>
                                        <p:attrNameLst>
                                          <p:attrName>ppt_x</p:attrName>
                                        </p:attrNameLst>
                                      </p:cBhvr>
                                      <p:tavLst>
                                        <p:tav tm="0">
                                          <p:val>
                                            <p:strVal val="#ppt_x-0.25"/>
                                          </p:val>
                                        </p:tav>
                                        <p:tav tm="100000">
                                          <p:val>
                                            <p:strVal val="#ppt_x"/>
                                          </p:val>
                                        </p:tav>
                                      </p:tavLst>
                                    </p:anim>
                                    <p:anim calcmode="lin" valueType="num">
                                      <p:cBhvr>
                                        <p:cTn id="31" dur="664" tmFilter="0.0,0.0; 0.25,0.07; 0.50,0.2; 0.75,0.467; 1.0,1.0">
                                          <p:stCondLst>
                                            <p:cond delay="0"/>
                                          </p:stCondLst>
                                        </p:cTn>
                                        <p:tgtEl>
                                          <p:spTgt spid="10"/>
                                        </p:tgtEl>
                                        <p:attrNameLst>
                                          <p:attrName>ppt_y</p:attrName>
                                        </p:attrNameLst>
                                      </p:cBhvr>
                                      <p:tavLst>
                                        <p:tav tm="0" fmla="#ppt_y-sin(pi*$)/3">
                                          <p:val>
                                            <p:fltVal val="0.5"/>
                                          </p:val>
                                        </p:tav>
                                        <p:tav tm="100000">
                                          <p:val>
                                            <p:fltVal val="1"/>
                                          </p:val>
                                        </p:tav>
                                      </p:tavLst>
                                    </p:anim>
                                    <p:anim calcmode="lin" valueType="num">
                                      <p:cBhvr>
                                        <p:cTn id="32" dur="664" tmFilter="0, 0; 0.125,0.2665; 0.25,0.4; 0.375,0.465; 0.5,0.5;  0.625,0.535; 0.75,0.6; 0.875,0.7335; 1,1">
                                          <p:stCondLst>
                                            <p:cond delay="664"/>
                                          </p:stCondLst>
                                        </p:cTn>
                                        <p:tgtEl>
                                          <p:spTgt spid="10"/>
                                        </p:tgtEl>
                                        <p:attrNameLst>
                                          <p:attrName>ppt_y</p:attrName>
                                        </p:attrNameLst>
                                      </p:cBhvr>
                                      <p:tavLst>
                                        <p:tav tm="0" fmla="#ppt_y-sin(pi*$)/9">
                                          <p:val>
                                            <p:fltVal val="0"/>
                                          </p:val>
                                        </p:tav>
                                        <p:tav tm="100000">
                                          <p:val>
                                            <p:fltVal val="1"/>
                                          </p:val>
                                        </p:tav>
                                      </p:tavLst>
                                    </p:anim>
                                    <p:anim calcmode="lin" valueType="num">
                                      <p:cBhvr>
                                        <p:cTn id="33" dur="332" tmFilter="0, 0; 0.125,0.2665; 0.25,0.4; 0.375,0.465; 0.5,0.5;  0.625,0.535; 0.75,0.6; 0.875,0.7335; 1,1">
                                          <p:stCondLst>
                                            <p:cond delay="1324"/>
                                          </p:stCondLst>
                                        </p:cTn>
                                        <p:tgtEl>
                                          <p:spTgt spid="10"/>
                                        </p:tgtEl>
                                        <p:attrNameLst>
                                          <p:attrName>ppt_y</p:attrName>
                                        </p:attrNameLst>
                                      </p:cBhvr>
                                      <p:tavLst>
                                        <p:tav tm="0" fmla="#ppt_y-sin(pi*$)/27">
                                          <p:val>
                                            <p:fltVal val="0"/>
                                          </p:val>
                                        </p:tav>
                                        <p:tav tm="100000">
                                          <p:val>
                                            <p:fltVal val="1"/>
                                          </p:val>
                                        </p:tav>
                                      </p:tavLst>
                                    </p:anim>
                                    <p:anim calcmode="lin" valueType="num">
                                      <p:cBhvr>
                                        <p:cTn id="34" dur="164" tmFilter="0, 0; 0.125,0.2665; 0.25,0.4; 0.375,0.465; 0.5,0.5;  0.625,0.535; 0.75,0.6; 0.875,0.7335; 1,1">
                                          <p:stCondLst>
                                            <p:cond delay="1656"/>
                                          </p:stCondLst>
                                        </p:cTn>
                                        <p:tgtEl>
                                          <p:spTgt spid="10"/>
                                        </p:tgtEl>
                                        <p:attrNameLst>
                                          <p:attrName>ppt_y</p:attrName>
                                        </p:attrNameLst>
                                      </p:cBhvr>
                                      <p:tavLst>
                                        <p:tav tm="0" fmla="#ppt_y-sin(pi*$)/81">
                                          <p:val>
                                            <p:fltVal val="0"/>
                                          </p:val>
                                        </p:tav>
                                        <p:tav tm="100000">
                                          <p:val>
                                            <p:fltVal val="1"/>
                                          </p:val>
                                        </p:tav>
                                      </p:tavLst>
                                    </p:anim>
                                    <p:animScale>
                                      <p:cBhvr>
                                        <p:cTn id="35" dur="26">
                                          <p:stCondLst>
                                            <p:cond delay="650"/>
                                          </p:stCondLst>
                                        </p:cTn>
                                        <p:tgtEl>
                                          <p:spTgt spid="10"/>
                                        </p:tgtEl>
                                      </p:cBhvr>
                                      <p:to x="100000" y="60000"/>
                                    </p:animScale>
                                    <p:animScale>
                                      <p:cBhvr>
                                        <p:cTn id="36" dur="166" decel="50000">
                                          <p:stCondLst>
                                            <p:cond delay="676"/>
                                          </p:stCondLst>
                                        </p:cTn>
                                        <p:tgtEl>
                                          <p:spTgt spid="10"/>
                                        </p:tgtEl>
                                      </p:cBhvr>
                                      <p:to x="100000" y="100000"/>
                                    </p:animScale>
                                    <p:animScale>
                                      <p:cBhvr>
                                        <p:cTn id="37" dur="26">
                                          <p:stCondLst>
                                            <p:cond delay="1312"/>
                                          </p:stCondLst>
                                        </p:cTn>
                                        <p:tgtEl>
                                          <p:spTgt spid="10"/>
                                        </p:tgtEl>
                                      </p:cBhvr>
                                      <p:to x="100000" y="80000"/>
                                    </p:animScale>
                                    <p:animScale>
                                      <p:cBhvr>
                                        <p:cTn id="38" dur="166" decel="50000">
                                          <p:stCondLst>
                                            <p:cond delay="1338"/>
                                          </p:stCondLst>
                                        </p:cTn>
                                        <p:tgtEl>
                                          <p:spTgt spid="10"/>
                                        </p:tgtEl>
                                      </p:cBhvr>
                                      <p:to x="100000" y="100000"/>
                                    </p:animScale>
                                    <p:animScale>
                                      <p:cBhvr>
                                        <p:cTn id="39" dur="26">
                                          <p:stCondLst>
                                            <p:cond delay="1642"/>
                                          </p:stCondLst>
                                        </p:cTn>
                                        <p:tgtEl>
                                          <p:spTgt spid="10"/>
                                        </p:tgtEl>
                                      </p:cBhvr>
                                      <p:to x="100000" y="90000"/>
                                    </p:animScale>
                                    <p:animScale>
                                      <p:cBhvr>
                                        <p:cTn id="40" dur="166" decel="50000">
                                          <p:stCondLst>
                                            <p:cond delay="1668"/>
                                          </p:stCondLst>
                                        </p:cTn>
                                        <p:tgtEl>
                                          <p:spTgt spid="10"/>
                                        </p:tgtEl>
                                      </p:cBhvr>
                                      <p:to x="100000" y="100000"/>
                                    </p:animScale>
                                    <p:animScale>
                                      <p:cBhvr>
                                        <p:cTn id="41" dur="26">
                                          <p:stCondLst>
                                            <p:cond delay="1808"/>
                                          </p:stCondLst>
                                        </p:cTn>
                                        <p:tgtEl>
                                          <p:spTgt spid="10"/>
                                        </p:tgtEl>
                                      </p:cBhvr>
                                      <p:to x="100000" y="95000"/>
                                    </p:animScale>
                                    <p:animScale>
                                      <p:cBhvr>
                                        <p:cTn id="42" dur="166" decel="50000">
                                          <p:stCondLst>
                                            <p:cond delay="1834"/>
                                          </p:stCondLst>
                                        </p:cTn>
                                        <p:tgtEl>
                                          <p:spTgt spid="10"/>
                                        </p:tgtEl>
                                      </p:cBhvr>
                                      <p:to x="100000" y="100000"/>
                                    </p:animScale>
                                  </p:childTnLst>
                                </p:cTn>
                              </p:par>
                            </p:childTnLst>
                          </p:cTn>
                        </p:par>
                      </p:childTnLst>
                    </p:cTn>
                  </p:par>
                  <p:par>
                    <p:cTn id="43" fill="hold">
                      <p:stCondLst>
                        <p:cond delay="indefinite"/>
                      </p:stCondLst>
                      <p:childTnLst>
                        <p:par>
                          <p:cTn id="44" fill="hold">
                            <p:stCondLst>
                              <p:cond delay="0"/>
                            </p:stCondLst>
                            <p:childTnLst>
                              <p:par>
                                <p:cTn id="45" presetID="1" presetClass="exit" presetSubtype="0" fill="hold" grpId="1" nodeType="clickEffect">
                                  <p:stCondLst>
                                    <p:cond delay="0"/>
                                  </p:stCondLst>
                                  <p:childTnLst>
                                    <p:set>
                                      <p:cBhvr>
                                        <p:cTn id="46" dur="1" fill="hold">
                                          <p:stCondLst>
                                            <p:cond delay="0"/>
                                          </p:stCondLst>
                                        </p:cTn>
                                        <p:tgtEl>
                                          <p:spTgt spid="10"/>
                                        </p:tgtEl>
                                        <p:attrNameLst>
                                          <p:attrName>style.visibility</p:attrName>
                                        </p:attrNameLst>
                                      </p:cBhvr>
                                      <p:to>
                                        <p:strVal val="hidden"/>
                                      </p:to>
                                    </p:set>
                                  </p:childTnLst>
                                </p:cTn>
                              </p:par>
                            </p:childTnLst>
                          </p:cTn>
                        </p:par>
                      </p:childTnLst>
                    </p:cTn>
                  </p:par>
                  <p:par>
                    <p:cTn id="47" fill="hold">
                      <p:stCondLst>
                        <p:cond delay="indefinite"/>
                      </p:stCondLst>
                      <p:childTnLst>
                        <p:par>
                          <p:cTn id="48" fill="hold">
                            <p:stCondLst>
                              <p:cond delay="0"/>
                            </p:stCondLst>
                            <p:childTnLst>
                              <p:par>
                                <p:cTn id="49" presetID="26" presetClass="entr" presetSubtype="0" fill="hold" grpId="0" nodeType="clickEffect">
                                  <p:stCondLst>
                                    <p:cond delay="0"/>
                                  </p:stCondLst>
                                  <p:childTnLst>
                                    <p:set>
                                      <p:cBhvr>
                                        <p:cTn id="50" dur="1" fill="hold">
                                          <p:stCondLst>
                                            <p:cond delay="0"/>
                                          </p:stCondLst>
                                        </p:cTn>
                                        <p:tgtEl>
                                          <p:spTgt spid="6"/>
                                        </p:tgtEl>
                                        <p:attrNameLst>
                                          <p:attrName>style.visibility</p:attrName>
                                        </p:attrNameLst>
                                      </p:cBhvr>
                                      <p:to>
                                        <p:strVal val="visible"/>
                                      </p:to>
                                    </p:set>
                                    <p:animEffect transition="in" filter="wipe(down)">
                                      <p:cBhvr>
                                        <p:cTn id="51" dur="580">
                                          <p:stCondLst>
                                            <p:cond delay="0"/>
                                          </p:stCondLst>
                                        </p:cTn>
                                        <p:tgtEl>
                                          <p:spTgt spid="6"/>
                                        </p:tgtEl>
                                      </p:cBhvr>
                                    </p:animEffect>
                                    <p:anim calcmode="lin" valueType="num">
                                      <p:cBhvr>
                                        <p:cTn id="52" dur="1822" tmFilter="0,0; 0.14,0.36; 0.43,0.73; 0.71,0.91; 1.0,1.0">
                                          <p:stCondLst>
                                            <p:cond delay="0"/>
                                          </p:stCondLst>
                                        </p:cTn>
                                        <p:tgtEl>
                                          <p:spTgt spid="6"/>
                                        </p:tgtEl>
                                        <p:attrNameLst>
                                          <p:attrName>ppt_x</p:attrName>
                                        </p:attrNameLst>
                                      </p:cBhvr>
                                      <p:tavLst>
                                        <p:tav tm="0">
                                          <p:val>
                                            <p:strVal val="#ppt_x-0.25"/>
                                          </p:val>
                                        </p:tav>
                                        <p:tav tm="100000">
                                          <p:val>
                                            <p:strVal val="#ppt_x"/>
                                          </p:val>
                                        </p:tav>
                                      </p:tavLst>
                                    </p:anim>
                                    <p:anim calcmode="lin" valueType="num">
                                      <p:cBhvr>
                                        <p:cTn id="53" dur="664" tmFilter="0.0,0.0; 0.25,0.07; 0.50,0.2; 0.75,0.467; 1.0,1.0">
                                          <p:stCondLst>
                                            <p:cond delay="0"/>
                                          </p:stCondLst>
                                        </p:cTn>
                                        <p:tgtEl>
                                          <p:spTgt spid="6"/>
                                        </p:tgtEl>
                                        <p:attrNameLst>
                                          <p:attrName>ppt_y</p:attrName>
                                        </p:attrNameLst>
                                      </p:cBhvr>
                                      <p:tavLst>
                                        <p:tav tm="0" fmla="#ppt_y-sin(pi*$)/3">
                                          <p:val>
                                            <p:fltVal val="0.5"/>
                                          </p:val>
                                        </p:tav>
                                        <p:tav tm="100000">
                                          <p:val>
                                            <p:fltVal val="1"/>
                                          </p:val>
                                        </p:tav>
                                      </p:tavLst>
                                    </p:anim>
                                    <p:anim calcmode="lin" valueType="num">
                                      <p:cBhvr>
                                        <p:cTn id="54" dur="664" tmFilter="0, 0; 0.125,0.2665; 0.25,0.4; 0.375,0.465; 0.5,0.5;  0.625,0.535; 0.75,0.6; 0.875,0.7335; 1,1">
                                          <p:stCondLst>
                                            <p:cond delay="664"/>
                                          </p:stCondLst>
                                        </p:cTn>
                                        <p:tgtEl>
                                          <p:spTgt spid="6"/>
                                        </p:tgtEl>
                                        <p:attrNameLst>
                                          <p:attrName>ppt_y</p:attrName>
                                        </p:attrNameLst>
                                      </p:cBhvr>
                                      <p:tavLst>
                                        <p:tav tm="0" fmla="#ppt_y-sin(pi*$)/9">
                                          <p:val>
                                            <p:fltVal val="0"/>
                                          </p:val>
                                        </p:tav>
                                        <p:tav tm="100000">
                                          <p:val>
                                            <p:fltVal val="1"/>
                                          </p:val>
                                        </p:tav>
                                      </p:tavLst>
                                    </p:anim>
                                    <p:anim calcmode="lin" valueType="num">
                                      <p:cBhvr>
                                        <p:cTn id="55" dur="332" tmFilter="0, 0; 0.125,0.2665; 0.25,0.4; 0.375,0.465; 0.5,0.5;  0.625,0.535; 0.75,0.6; 0.875,0.7335; 1,1">
                                          <p:stCondLst>
                                            <p:cond delay="1324"/>
                                          </p:stCondLst>
                                        </p:cTn>
                                        <p:tgtEl>
                                          <p:spTgt spid="6"/>
                                        </p:tgtEl>
                                        <p:attrNameLst>
                                          <p:attrName>ppt_y</p:attrName>
                                        </p:attrNameLst>
                                      </p:cBhvr>
                                      <p:tavLst>
                                        <p:tav tm="0" fmla="#ppt_y-sin(pi*$)/27">
                                          <p:val>
                                            <p:fltVal val="0"/>
                                          </p:val>
                                        </p:tav>
                                        <p:tav tm="100000">
                                          <p:val>
                                            <p:fltVal val="1"/>
                                          </p:val>
                                        </p:tav>
                                      </p:tavLst>
                                    </p:anim>
                                    <p:anim calcmode="lin" valueType="num">
                                      <p:cBhvr>
                                        <p:cTn id="56" dur="164" tmFilter="0, 0; 0.125,0.2665; 0.25,0.4; 0.375,0.465; 0.5,0.5;  0.625,0.535; 0.75,0.6; 0.875,0.7335; 1,1">
                                          <p:stCondLst>
                                            <p:cond delay="1656"/>
                                          </p:stCondLst>
                                        </p:cTn>
                                        <p:tgtEl>
                                          <p:spTgt spid="6"/>
                                        </p:tgtEl>
                                        <p:attrNameLst>
                                          <p:attrName>ppt_y</p:attrName>
                                        </p:attrNameLst>
                                      </p:cBhvr>
                                      <p:tavLst>
                                        <p:tav tm="0" fmla="#ppt_y-sin(pi*$)/81">
                                          <p:val>
                                            <p:fltVal val="0"/>
                                          </p:val>
                                        </p:tav>
                                        <p:tav tm="100000">
                                          <p:val>
                                            <p:fltVal val="1"/>
                                          </p:val>
                                        </p:tav>
                                      </p:tavLst>
                                    </p:anim>
                                    <p:animScale>
                                      <p:cBhvr>
                                        <p:cTn id="57" dur="26">
                                          <p:stCondLst>
                                            <p:cond delay="650"/>
                                          </p:stCondLst>
                                        </p:cTn>
                                        <p:tgtEl>
                                          <p:spTgt spid="6"/>
                                        </p:tgtEl>
                                      </p:cBhvr>
                                      <p:to x="100000" y="60000"/>
                                    </p:animScale>
                                    <p:animScale>
                                      <p:cBhvr>
                                        <p:cTn id="58" dur="166" decel="50000">
                                          <p:stCondLst>
                                            <p:cond delay="676"/>
                                          </p:stCondLst>
                                        </p:cTn>
                                        <p:tgtEl>
                                          <p:spTgt spid="6"/>
                                        </p:tgtEl>
                                      </p:cBhvr>
                                      <p:to x="100000" y="100000"/>
                                    </p:animScale>
                                    <p:animScale>
                                      <p:cBhvr>
                                        <p:cTn id="59" dur="26">
                                          <p:stCondLst>
                                            <p:cond delay="1312"/>
                                          </p:stCondLst>
                                        </p:cTn>
                                        <p:tgtEl>
                                          <p:spTgt spid="6"/>
                                        </p:tgtEl>
                                      </p:cBhvr>
                                      <p:to x="100000" y="80000"/>
                                    </p:animScale>
                                    <p:animScale>
                                      <p:cBhvr>
                                        <p:cTn id="60" dur="166" decel="50000">
                                          <p:stCondLst>
                                            <p:cond delay="1338"/>
                                          </p:stCondLst>
                                        </p:cTn>
                                        <p:tgtEl>
                                          <p:spTgt spid="6"/>
                                        </p:tgtEl>
                                      </p:cBhvr>
                                      <p:to x="100000" y="100000"/>
                                    </p:animScale>
                                    <p:animScale>
                                      <p:cBhvr>
                                        <p:cTn id="61" dur="26">
                                          <p:stCondLst>
                                            <p:cond delay="1642"/>
                                          </p:stCondLst>
                                        </p:cTn>
                                        <p:tgtEl>
                                          <p:spTgt spid="6"/>
                                        </p:tgtEl>
                                      </p:cBhvr>
                                      <p:to x="100000" y="90000"/>
                                    </p:animScale>
                                    <p:animScale>
                                      <p:cBhvr>
                                        <p:cTn id="62" dur="166" decel="50000">
                                          <p:stCondLst>
                                            <p:cond delay="1668"/>
                                          </p:stCondLst>
                                        </p:cTn>
                                        <p:tgtEl>
                                          <p:spTgt spid="6"/>
                                        </p:tgtEl>
                                      </p:cBhvr>
                                      <p:to x="100000" y="100000"/>
                                    </p:animScale>
                                    <p:animScale>
                                      <p:cBhvr>
                                        <p:cTn id="63" dur="26">
                                          <p:stCondLst>
                                            <p:cond delay="1808"/>
                                          </p:stCondLst>
                                        </p:cTn>
                                        <p:tgtEl>
                                          <p:spTgt spid="6"/>
                                        </p:tgtEl>
                                      </p:cBhvr>
                                      <p:to x="100000" y="95000"/>
                                    </p:animScale>
                                    <p:animScale>
                                      <p:cBhvr>
                                        <p:cTn id="64" dur="166" decel="50000">
                                          <p:stCondLst>
                                            <p:cond delay="1834"/>
                                          </p:stCondLst>
                                        </p:cTn>
                                        <p:tgtEl>
                                          <p:spTgt spid="6"/>
                                        </p:tgtEl>
                                      </p:cBhvr>
                                      <p:to x="100000" y="100000"/>
                                    </p:animScale>
                                  </p:childTnLst>
                                </p:cTn>
                              </p:par>
                            </p:childTnLst>
                          </p:cTn>
                        </p:par>
                      </p:childTnLst>
                    </p:cTn>
                  </p:par>
                  <p:par>
                    <p:cTn id="65" fill="hold">
                      <p:stCondLst>
                        <p:cond delay="indefinite"/>
                      </p:stCondLst>
                      <p:childTnLst>
                        <p:par>
                          <p:cTn id="66" fill="hold">
                            <p:stCondLst>
                              <p:cond delay="0"/>
                            </p:stCondLst>
                            <p:childTnLst>
                              <p:par>
                                <p:cTn id="67" presetID="26" presetClass="entr" presetSubtype="0" fill="hold" grpId="0" nodeType="clickEffect">
                                  <p:stCondLst>
                                    <p:cond delay="0"/>
                                  </p:stCondLst>
                                  <p:childTnLst>
                                    <p:set>
                                      <p:cBhvr>
                                        <p:cTn id="68" dur="1" fill="hold">
                                          <p:stCondLst>
                                            <p:cond delay="0"/>
                                          </p:stCondLst>
                                        </p:cTn>
                                        <p:tgtEl>
                                          <p:spTgt spid="7"/>
                                        </p:tgtEl>
                                        <p:attrNameLst>
                                          <p:attrName>style.visibility</p:attrName>
                                        </p:attrNameLst>
                                      </p:cBhvr>
                                      <p:to>
                                        <p:strVal val="visible"/>
                                      </p:to>
                                    </p:set>
                                    <p:animEffect transition="in" filter="wipe(down)">
                                      <p:cBhvr>
                                        <p:cTn id="69" dur="580">
                                          <p:stCondLst>
                                            <p:cond delay="0"/>
                                          </p:stCondLst>
                                        </p:cTn>
                                        <p:tgtEl>
                                          <p:spTgt spid="7"/>
                                        </p:tgtEl>
                                      </p:cBhvr>
                                    </p:animEffect>
                                    <p:anim calcmode="lin" valueType="num">
                                      <p:cBhvr>
                                        <p:cTn id="70" dur="1822" tmFilter="0,0; 0.14,0.36; 0.43,0.73; 0.71,0.91; 1.0,1.0">
                                          <p:stCondLst>
                                            <p:cond delay="0"/>
                                          </p:stCondLst>
                                        </p:cTn>
                                        <p:tgtEl>
                                          <p:spTgt spid="7"/>
                                        </p:tgtEl>
                                        <p:attrNameLst>
                                          <p:attrName>ppt_x</p:attrName>
                                        </p:attrNameLst>
                                      </p:cBhvr>
                                      <p:tavLst>
                                        <p:tav tm="0">
                                          <p:val>
                                            <p:strVal val="#ppt_x-0.25"/>
                                          </p:val>
                                        </p:tav>
                                        <p:tav tm="100000">
                                          <p:val>
                                            <p:strVal val="#ppt_x"/>
                                          </p:val>
                                        </p:tav>
                                      </p:tavLst>
                                    </p:anim>
                                    <p:anim calcmode="lin" valueType="num">
                                      <p:cBhvr>
                                        <p:cTn id="71" dur="664" tmFilter="0.0,0.0; 0.25,0.07; 0.50,0.2; 0.75,0.467; 1.0,1.0">
                                          <p:stCondLst>
                                            <p:cond delay="0"/>
                                          </p:stCondLst>
                                        </p:cTn>
                                        <p:tgtEl>
                                          <p:spTgt spid="7"/>
                                        </p:tgtEl>
                                        <p:attrNameLst>
                                          <p:attrName>ppt_y</p:attrName>
                                        </p:attrNameLst>
                                      </p:cBhvr>
                                      <p:tavLst>
                                        <p:tav tm="0" fmla="#ppt_y-sin(pi*$)/3">
                                          <p:val>
                                            <p:fltVal val="0.5"/>
                                          </p:val>
                                        </p:tav>
                                        <p:tav tm="100000">
                                          <p:val>
                                            <p:fltVal val="1"/>
                                          </p:val>
                                        </p:tav>
                                      </p:tavLst>
                                    </p:anim>
                                    <p:anim calcmode="lin" valueType="num">
                                      <p:cBhvr>
                                        <p:cTn id="72" dur="664" tmFilter="0, 0; 0.125,0.2665; 0.25,0.4; 0.375,0.465; 0.5,0.5;  0.625,0.535; 0.75,0.6; 0.875,0.7335; 1,1">
                                          <p:stCondLst>
                                            <p:cond delay="664"/>
                                          </p:stCondLst>
                                        </p:cTn>
                                        <p:tgtEl>
                                          <p:spTgt spid="7"/>
                                        </p:tgtEl>
                                        <p:attrNameLst>
                                          <p:attrName>ppt_y</p:attrName>
                                        </p:attrNameLst>
                                      </p:cBhvr>
                                      <p:tavLst>
                                        <p:tav tm="0" fmla="#ppt_y-sin(pi*$)/9">
                                          <p:val>
                                            <p:fltVal val="0"/>
                                          </p:val>
                                        </p:tav>
                                        <p:tav tm="100000">
                                          <p:val>
                                            <p:fltVal val="1"/>
                                          </p:val>
                                        </p:tav>
                                      </p:tavLst>
                                    </p:anim>
                                    <p:anim calcmode="lin" valueType="num">
                                      <p:cBhvr>
                                        <p:cTn id="73" dur="332" tmFilter="0, 0; 0.125,0.2665; 0.25,0.4; 0.375,0.465; 0.5,0.5;  0.625,0.535; 0.75,0.6; 0.875,0.7335; 1,1">
                                          <p:stCondLst>
                                            <p:cond delay="1324"/>
                                          </p:stCondLst>
                                        </p:cTn>
                                        <p:tgtEl>
                                          <p:spTgt spid="7"/>
                                        </p:tgtEl>
                                        <p:attrNameLst>
                                          <p:attrName>ppt_y</p:attrName>
                                        </p:attrNameLst>
                                      </p:cBhvr>
                                      <p:tavLst>
                                        <p:tav tm="0" fmla="#ppt_y-sin(pi*$)/27">
                                          <p:val>
                                            <p:fltVal val="0"/>
                                          </p:val>
                                        </p:tav>
                                        <p:tav tm="100000">
                                          <p:val>
                                            <p:fltVal val="1"/>
                                          </p:val>
                                        </p:tav>
                                      </p:tavLst>
                                    </p:anim>
                                    <p:anim calcmode="lin" valueType="num">
                                      <p:cBhvr>
                                        <p:cTn id="74" dur="164" tmFilter="0, 0; 0.125,0.2665; 0.25,0.4; 0.375,0.465; 0.5,0.5;  0.625,0.535; 0.75,0.6; 0.875,0.7335; 1,1">
                                          <p:stCondLst>
                                            <p:cond delay="1656"/>
                                          </p:stCondLst>
                                        </p:cTn>
                                        <p:tgtEl>
                                          <p:spTgt spid="7"/>
                                        </p:tgtEl>
                                        <p:attrNameLst>
                                          <p:attrName>ppt_y</p:attrName>
                                        </p:attrNameLst>
                                      </p:cBhvr>
                                      <p:tavLst>
                                        <p:tav tm="0" fmla="#ppt_y-sin(pi*$)/81">
                                          <p:val>
                                            <p:fltVal val="0"/>
                                          </p:val>
                                        </p:tav>
                                        <p:tav tm="100000">
                                          <p:val>
                                            <p:fltVal val="1"/>
                                          </p:val>
                                        </p:tav>
                                      </p:tavLst>
                                    </p:anim>
                                    <p:animScale>
                                      <p:cBhvr>
                                        <p:cTn id="75" dur="26">
                                          <p:stCondLst>
                                            <p:cond delay="650"/>
                                          </p:stCondLst>
                                        </p:cTn>
                                        <p:tgtEl>
                                          <p:spTgt spid="7"/>
                                        </p:tgtEl>
                                      </p:cBhvr>
                                      <p:to x="100000" y="60000"/>
                                    </p:animScale>
                                    <p:animScale>
                                      <p:cBhvr>
                                        <p:cTn id="76" dur="166" decel="50000">
                                          <p:stCondLst>
                                            <p:cond delay="676"/>
                                          </p:stCondLst>
                                        </p:cTn>
                                        <p:tgtEl>
                                          <p:spTgt spid="7"/>
                                        </p:tgtEl>
                                      </p:cBhvr>
                                      <p:to x="100000" y="100000"/>
                                    </p:animScale>
                                    <p:animScale>
                                      <p:cBhvr>
                                        <p:cTn id="77" dur="26">
                                          <p:stCondLst>
                                            <p:cond delay="1312"/>
                                          </p:stCondLst>
                                        </p:cTn>
                                        <p:tgtEl>
                                          <p:spTgt spid="7"/>
                                        </p:tgtEl>
                                      </p:cBhvr>
                                      <p:to x="100000" y="80000"/>
                                    </p:animScale>
                                    <p:animScale>
                                      <p:cBhvr>
                                        <p:cTn id="78" dur="166" decel="50000">
                                          <p:stCondLst>
                                            <p:cond delay="1338"/>
                                          </p:stCondLst>
                                        </p:cTn>
                                        <p:tgtEl>
                                          <p:spTgt spid="7"/>
                                        </p:tgtEl>
                                      </p:cBhvr>
                                      <p:to x="100000" y="100000"/>
                                    </p:animScale>
                                    <p:animScale>
                                      <p:cBhvr>
                                        <p:cTn id="79" dur="26">
                                          <p:stCondLst>
                                            <p:cond delay="1642"/>
                                          </p:stCondLst>
                                        </p:cTn>
                                        <p:tgtEl>
                                          <p:spTgt spid="7"/>
                                        </p:tgtEl>
                                      </p:cBhvr>
                                      <p:to x="100000" y="90000"/>
                                    </p:animScale>
                                    <p:animScale>
                                      <p:cBhvr>
                                        <p:cTn id="80" dur="166" decel="50000">
                                          <p:stCondLst>
                                            <p:cond delay="1668"/>
                                          </p:stCondLst>
                                        </p:cTn>
                                        <p:tgtEl>
                                          <p:spTgt spid="7"/>
                                        </p:tgtEl>
                                      </p:cBhvr>
                                      <p:to x="100000" y="100000"/>
                                    </p:animScale>
                                    <p:animScale>
                                      <p:cBhvr>
                                        <p:cTn id="81" dur="26">
                                          <p:stCondLst>
                                            <p:cond delay="1808"/>
                                          </p:stCondLst>
                                        </p:cTn>
                                        <p:tgtEl>
                                          <p:spTgt spid="7"/>
                                        </p:tgtEl>
                                      </p:cBhvr>
                                      <p:to x="100000" y="95000"/>
                                    </p:animScale>
                                    <p:animScale>
                                      <p:cBhvr>
                                        <p:cTn id="82" dur="166" decel="50000">
                                          <p:stCondLst>
                                            <p:cond delay="1834"/>
                                          </p:stCondLst>
                                        </p:cTn>
                                        <p:tgtEl>
                                          <p:spTgt spid="7"/>
                                        </p:tgtEl>
                                      </p:cBhvr>
                                      <p:to x="100000" y="100000"/>
                                    </p:animScale>
                                  </p:childTnLst>
                                </p:cTn>
                              </p:par>
                            </p:childTnLst>
                          </p:cTn>
                        </p:par>
                      </p:childTnLst>
                    </p:cTn>
                  </p:par>
                  <p:par>
                    <p:cTn id="83" fill="hold">
                      <p:stCondLst>
                        <p:cond delay="indefinite"/>
                      </p:stCondLst>
                      <p:childTnLst>
                        <p:par>
                          <p:cTn id="84" fill="hold">
                            <p:stCondLst>
                              <p:cond delay="0"/>
                            </p:stCondLst>
                            <p:childTnLst>
                              <p:par>
                                <p:cTn id="85" presetID="26" presetClass="entr" presetSubtype="0" fill="hold" grpId="0" nodeType="clickEffect">
                                  <p:stCondLst>
                                    <p:cond delay="0"/>
                                  </p:stCondLst>
                                  <p:childTnLst>
                                    <p:set>
                                      <p:cBhvr>
                                        <p:cTn id="86" dur="1" fill="hold">
                                          <p:stCondLst>
                                            <p:cond delay="0"/>
                                          </p:stCondLst>
                                        </p:cTn>
                                        <p:tgtEl>
                                          <p:spTgt spid="8"/>
                                        </p:tgtEl>
                                        <p:attrNameLst>
                                          <p:attrName>style.visibility</p:attrName>
                                        </p:attrNameLst>
                                      </p:cBhvr>
                                      <p:to>
                                        <p:strVal val="visible"/>
                                      </p:to>
                                    </p:set>
                                    <p:animEffect transition="in" filter="wipe(down)">
                                      <p:cBhvr>
                                        <p:cTn id="87" dur="580">
                                          <p:stCondLst>
                                            <p:cond delay="0"/>
                                          </p:stCondLst>
                                        </p:cTn>
                                        <p:tgtEl>
                                          <p:spTgt spid="8"/>
                                        </p:tgtEl>
                                      </p:cBhvr>
                                    </p:animEffect>
                                    <p:anim calcmode="lin" valueType="num">
                                      <p:cBhvr>
                                        <p:cTn id="88" dur="1822" tmFilter="0,0; 0.14,0.36; 0.43,0.73; 0.71,0.91; 1.0,1.0">
                                          <p:stCondLst>
                                            <p:cond delay="0"/>
                                          </p:stCondLst>
                                        </p:cTn>
                                        <p:tgtEl>
                                          <p:spTgt spid="8"/>
                                        </p:tgtEl>
                                        <p:attrNameLst>
                                          <p:attrName>ppt_x</p:attrName>
                                        </p:attrNameLst>
                                      </p:cBhvr>
                                      <p:tavLst>
                                        <p:tav tm="0">
                                          <p:val>
                                            <p:strVal val="#ppt_x-0.25"/>
                                          </p:val>
                                        </p:tav>
                                        <p:tav tm="100000">
                                          <p:val>
                                            <p:strVal val="#ppt_x"/>
                                          </p:val>
                                        </p:tav>
                                      </p:tavLst>
                                    </p:anim>
                                    <p:anim calcmode="lin" valueType="num">
                                      <p:cBhvr>
                                        <p:cTn id="89" dur="664" tmFilter="0.0,0.0; 0.25,0.07; 0.50,0.2; 0.75,0.467; 1.0,1.0">
                                          <p:stCondLst>
                                            <p:cond delay="0"/>
                                          </p:stCondLst>
                                        </p:cTn>
                                        <p:tgtEl>
                                          <p:spTgt spid="8"/>
                                        </p:tgtEl>
                                        <p:attrNameLst>
                                          <p:attrName>ppt_y</p:attrName>
                                        </p:attrNameLst>
                                      </p:cBhvr>
                                      <p:tavLst>
                                        <p:tav tm="0" fmla="#ppt_y-sin(pi*$)/3">
                                          <p:val>
                                            <p:fltVal val="0.5"/>
                                          </p:val>
                                        </p:tav>
                                        <p:tav tm="100000">
                                          <p:val>
                                            <p:fltVal val="1"/>
                                          </p:val>
                                        </p:tav>
                                      </p:tavLst>
                                    </p:anim>
                                    <p:anim calcmode="lin" valueType="num">
                                      <p:cBhvr>
                                        <p:cTn id="90" dur="664" tmFilter="0, 0; 0.125,0.2665; 0.25,0.4; 0.375,0.465; 0.5,0.5;  0.625,0.535; 0.75,0.6; 0.875,0.7335; 1,1">
                                          <p:stCondLst>
                                            <p:cond delay="664"/>
                                          </p:stCondLst>
                                        </p:cTn>
                                        <p:tgtEl>
                                          <p:spTgt spid="8"/>
                                        </p:tgtEl>
                                        <p:attrNameLst>
                                          <p:attrName>ppt_y</p:attrName>
                                        </p:attrNameLst>
                                      </p:cBhvr>
                                      <p:tavLst>
                                        <p:tav tm="0" fmla="#ppt_y-sin(pi*$)/9">
                                          <p:val>
                                            <p:fltVal val="0"/>
                                          </p:val>
                                        </p:tav>
                                        <p:tav tm="100000">
                                          <p:val>
                                            <p:fltVal val="1"/>
                                          </p:val>
                                        </p:tav>
                                      </p:tavLst>
                                    </p:anim>
                                    <p:anim calcmode="lin" valueType="num">
                                      <p:cBhvr>
                                        <p:cTn id="91" dur="332" tmFilter="0, 0; 0.125,0.2665; 0.25,0.4; 0.375,0.465; 0.5,0.5;  0.625,0.535; 0.75,0.6; 0.875,0.7335; 1,1">
                                          <p:stCondLst>
                                            <p:cond delay="1324"/>
                                          </p:stCondLst>
                                        </p:cTn>
                                        <p:tgtEl>
                                          <p:spTgt spid="8"/>
                                        </p:tgtEl>
                                        <p:attrNameLst>
                                          <p:attrName>ppt_y</p:attrName>
                                        </p:attrNameLst>
                                      </p:cBhvr>
                                      <p:tavLst>
                                        <p:tav tm="0" fmla="#ppt_y-sin(pi*$)/27">
                                          <p:val>
                                            <p:fltVal val="0"/>
                                          </p:val>
                                        </p:tav>
                                        <p:tav tm="100000">
                                          <p:val>
                                            <p:fltVal val="1"/>
                                          </p:val>
                                        </p:tav>
                                      </p:tavLst>
                                    </p:anim>
                                    <p:anim calcmode="lin" valueType="num">
                                      <p:cBhvr>
                                        <p:cTn id="92" dur="164" tmFilter="0, 0; 0.125,0.2665; 0.25,0.4; 0.375,0.465; 0.5,0.5;  0.625,0.535; 0.75,0.6; 0.875,0.7335; 1,1">
                                          <p:stCondLst>
                                            <p:cond delay="1656"/>
                                          </p:stCondLst>
                                        </p:cTn>
                                        <p:tgtEl>
                                          <p:spTgt spid="8"/>
                                        </p:tgtEl>
                                        <p:attrNameLst>
                                          <p:attrName>ppt_y</p:attrName>
                                        </p:attrNameLst>
                                      </p:cBhvr>
                                      <p:tavLst>
                                        <p:tav tm="0" fmla="#ppt_y-sin(pi*$)/81">
                                          <p:val>
                                            <p:fltVal val="0"/>
                                          </p:val>
                                        </p:tav>
                                        <p:tav tm="100000">
                                          <p:val>
                                            <p:fltVal val="1"/>
                                          </p:val>
                                        </p:tav>
                                      </p:tavLst>
                                    </p:anim>
                                    <p:animScale>
                                      <p:cBhvr>
                                        <p:cTn id="93" dur="26">
                                          <p:stCondLst>
                                            <p:cond delay="650"/>
                                          </p:stCondLst>
                                        </p:cTn>
                                        <p:tgtEl>
                                          <p:spTgt spid="8"/>
                                        </p:tgtEl>
                                      </p:cBhvr>
                                      <p:to x="100000" y="60000"/>
                                    </p:animScale>
                                    <p:animScale>
                                      <p:cBhvr>
                                        <p:cTn id="94" dur="166" decel="50000">
                                          <p:stCondLst>
                                            <p:cond delay="676"/>
                                          </p:stCondLst>
                                        </p:cTn>
                                        <p:tgtEl>
                                          <p:spTgt spid="8"/>
                                        </p:tgtEl>
                                      </p:cBhvr>
                                      <p:to x="100000" y="100000"/>
                                    </p:animScale>
                                    <p:animScale>
                                      <p:cBhvr>
                                        <p:cTn id="95" dur="26">
                                          <p:stCondLst>
                                            <p:cond delay="1312"/>
                                          </p:stCondLst>
                                        </p:cTn>
                                        <p:tgtEl>
                                          <p:spTgt spid="8"/>
                                        </p:tgtEl>
                                      </p:cBhvr>
                                      <p:to x="100000" y="80000"/>
                                    </p:animScale>
                                    <p:animScale>
                                      <p:cBhvr>
                                        <p:cTn id="96" dur="166" decel="50000">
                                          <p:stCondLst>
                                            <p:cond delay="1338"/>
                                          </p:stCondLst>
                                        </p:cTn>
                                        <p:tgtEl>
                                          <p:spTgt spid="8"/>
                                        </p:tgtEl>
                                      </p:cBhvr>
                                      <p:to x="100000" y="100000"/>
                                    </p:animScale>
                                    <p:animScale>
                                      <p:cBhvr>
                                        <p:cTn id="97" dur="26">
                                          <p:stCondLst>
                                            <p:cond delay="1642"/>
                                          </p:stCondLst>
                                        </p:cTn>
                                        <p:tgtEl>
                                          <p:spTgt spid="8"/>
                                        </p:tgtEl>
                                      </p:cBhvr>
                                      <p:to x="100000" y="90000"/>
                                    </p:animScale>
                                    <p:animScale>
                                      <p:cBhvr>
                                        <p:cTn id="98" dur="166" decel="50000">
                                          <p:stCondLst>
                                            <p:cond delay="1668"/>
                                          </p:stCondLst>
                                        </p:cTn>
                                        <p:tgtEl>
                                          <p:spTgt spid="8"/>
                                        </p:tgtEl>
                                      </p:cBhvr>
                                      <p:to x="100000" y="100000"/>
                                    </p:animScale>
                                    <p:animScale>
                                      <p:cBhvr>
                                        <p:cTn id="99" dur="26">
                                          <p:stCondLst>
                                            <p:cond delay="1808"/>
                                          </p:stCondLst>
                                        </p:cTn>
                                        <p:tgtEl>
                                          <p:spTgt spid="8"/>
                                        </p:tgtEl>
                                      </p:cBhvr>
                                      <p:to x="100000" y="95000"/>
                                    </p:animScale>
                                    <p:animScale>
                                      <p:cBhvr>
                                        <p:cTn id="100" dur="166" decel="50000">
                                          <p:stCondLst>
                                            <p:cond delay="1834"/>
                                          </p:stCondLst>
                                        </p:cTn>
                                        <p:tgtEl>
                                          <p:spTgt spid="8"/>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Graphic spid="10" grpId="0">
        <p:bldAsOne/>
      </p:bldGraphic>
      <p:bldGraphic spid="10" grpId="1">
        <p:bldAsOne/>
      </p:bldGraphic>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Diagram 2"/>
          <p:cNvGraphicFramePr/>
          <p:nvPr>
            <p:extLst>
              <p:ext uri="{D42A27DB-BD31-4B8C-83A1-F6EECF244321}">
                <p14:modId xmlns:p14="http://schemas.microsoft.com/office/powerpoint/2010/main" val="2257377554"/>
              </p:ext>
            </p:extLst>
          </p:nvPr>
        </p:nvGraphicFramePr>
        <p:xfrm>
          <a:off x="0" y="228600"/>
          <a:ext cx="12039600" cy="64008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4" name="Right Arrow 3"/>
          <p:cNvSpPr/>
          <p:nvPr/>
        </p:nvSpPr>
        <p:spPr>
          <a:xfrm>
            <a:off x="1676400" y="1143000"/>
            <a:ext cx="1981200" cy="1752600"/>
          </a:xfrm>
          <a:prstGeom prst="rightArrow">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b="1" dirty="0" err="1" smtClean="0">
                <a:effectLst>
                  <a:outerShdw blurRad="38100" dist="38100" dir="2700000" algn="tl">
                    <a:srgbClr val="000000">
                      <a:alpha val="43137"/>
                    </a:srgbClr>
                  </a:outerShdw>
                </a:effectLst>
              </a:rPr>
              <a:t>Bogra</a:t>
            </a:r>
            <a:r>
              <a:rPr lang="en-US" b="1" dirty="0" smtClean="0">
                <a:effectLst>
                  <a:outerShdw blurRad="38100" dist="38100" dir="2700000" algn="tl">
                    <a:srgbClr val="000000">
                      <a:alpha val="43137"/>
                    </a:srgbClr>
                  </a:outerShdw>
                </a:effectLst>
              </a:rPr>
              <a:t> Formula 7 Oct, 1953</a:t>
            </a:r>
            <a:endParaRPr lang="en-US" b="1" dirty="0">
              <a:effectLst>
                <a:outerShdw blurRad="38100" dist="38100" dir="2700000" algn="tl">
                  <a:srgbClr val="000000">
                    <a:alpha val="43137"/>
                  </a:srgbClr>
                </a:outerShdw>
              </a:effectLst>
            </a:endParaRPr>
          </a:p>
        </p:txBody>
      </p:sp>
      <p:sp>
        <p:nvSpPr>
          <p:cNvPr id="2" name="Left Arrow 1"/>
          <p:cNvSpPr/>
          <p:nvPr/>
        </p:nvSpPr>
        <p:spPr>
          <a:xfrm>
            <a:off x="533400" y="152400"/>
            <a:ext cx="2133600" cy="1676400"/>
          </a:xfrm>
          <a:prstGeom prst="leftArrow">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smtClean="0"/>
              <a:t>Khawaja dismissed April 16, 1953</a:t>
            </a:r>
            <a:endParaRPr lang="en-US" dirty="0"/>
          </a:p>
        </p:txBody>
      </p:sp>
    </p:spTree>
    <p:extLst>
      <p:ext uri="{BB962C8B-B14F-4D97-AF65-F5344CB8AC3E}">
        <p14:creationId xmlns:p14="http://schemas.microsoft.com/office/powerpoint/2010/main" val="849653070"/>
      </p:ext>
    </p:extLst>
  </p:cSld>
  <p:clrMapOvr>
    <a:masterClrMapping/>
  </p:clrMapOvr>
  <mc:AlternateContent xmlns:mc="http://schemas.openxmlformats.org/markup-compatibility/2006" xmlns:p14="http://schemas.microsoft.com/office/powerpoint/2010/main">
    <mc:Choice Requires="p14">
      <p:transition spd="slow" p14:dur="3000">
        <p14:glitter pattern="hexagon"/>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Diagram 3"/>
          <p:cNvGraphicFramePr/>
          <p:nvPr/>
        </p:nvGraphicFramePr>
        <p:xfrm>
          <a:off x="685800" y="228600"/>
          <a:ext cx="8229600" cy="64770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5" name="Left Arrow 4"/>
          <p:cNvSpPr/>
          <p:nvPr/>
        </p:nvSpPr>
        <p:spPr>
          <a:xfrm>
            <a:off x="7565408" y="251346"/>
            <a:ext cx="2569191" cy="1752600"/>
          </a:xfrm>
          <a:prstGeom prst="left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dirty="0" smtClean="0"/>
              <a:t>Sovereignty to Allah, Democracy, minorities,  </a:t>
            </a:r>
            <a:endParaRPr lang="en-US" dirty="0"/>
          </a:p>
        </p:txBody>
      </p:sp>
      <p:sp>
        <p:nvSpPr>
          <p:cNvPr id="6" name="Left Arrow 5"/>
          <p:cNvSpPr/>
          <p:nvPr/>
        </p:nvSpPr>
        <p:spPr>
          <a:xfrm>
            <a:off x="7565409" y="1874292"/>
            <a:ext cx="2569190" cy="1752600"/>
          </a:xfrm>
          <a:prstGeom prst="left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dirty="0" smtClean="0"/>
              <a:t>One Unit, Parity Formula </a:t>
            </a:r>
            <a:endParaRPr lang="en-US" dirty="0"/>
          </a:p>
        </p:txBody>
      </p:sp>
      <p:sp>
        <p:nvSpPr>
          <p:cNvPr id="7" name="Left Arrow 6"/>
          <p:cNvSpPr/>
          <p:nvPr/>
        </p:nvSpPr>
        <p:spPr>
          <a:xfrm>
            <a:off x="7543799" y="3601871"/>
            <a:ext cx="2590799" cy="1752600"/>
          </a:xfrm>
          <a:prstGeom prst="left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dirty="0" smtClean="0"/>
              <a:t>Urdu</a:t>
            </a:r>
            <a:r>
              <a:rPr lang="en-US" dirty="0"/>
              <a:t> </a:t>
            </a:r>
            <a:r>
              <a:rPr lang="en-US" dirty="0" smtClean="0"/>
              <a:t>+ Bengali</a:t>
            </a:r>
            <a:endParaRPr lang="en-US" dirty="0"/>
          </a:p>
        </p:txBody>
      </p:sp>
      <p:sp>
        <p:nvSpPr>
          <p:cNvPr id="8" name="Left Arrow 7"/>
          <p:cNvSpPr/>
          <p:nvPr/>
        </p:nvSpPr>
        <p:spPr>
          <a:xfrm>
            <a:off x="7543800" y="5247563"/>
            <a:ext cx="2590798" cy="1752600"/>
          </a:xfrm>
          <a:prstGeom prst="left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dirty="0" smtClean="0"/>
              <a:t>Parliamentary </a:t>
            </a:r>
            <a:endParaRPr lang="en-US" dirty="0"/>
          </a:p>
        </p:txBody>
      </p:sp>
      <p:sp>
        <p:nvSpPr>
          <p:cNvPr id="9" name="Vertical Scroll 8"/>
          <p:cNvSpPr/>
          <p:nvPr/>
        </p:nvSpPr>
        <p:spPr>
          <a:xfrm>
            <a:off x="10134600" y="838200"/>
            <a:ext cx="2057400" cy="5105400"/>
          </a:xfrm>
          <a:prstGeom prst="verticalScroll">
            <a:avLst/>
          </a:prstGeom>
          <a:effectLst>
            <a:glow rad="228600">
              <a:schemeClr val="accent2">
                <a:satMod val="175000"/>
                <a:alpha val="40000"/>
              </a:schemeClr>
            </a:glow>
          </a:effectLst>
        </p:spPr>
        <p:style>
          <a:lnRef idx="1">
            <a:schemeClr val="dk1"/>
          </a:lnRef>
          <a:fillRef idx="2">
            <a:schemeClr val="dk1"/>
          </a:fillRef>
          <a:effectRef idx="1">
            <a:schemeClr val="dk1"/>
          </a:effectRef>
          <a:fontRef idx="minor">
            <a:schemeClr val="dk1"/>
          </a:fontRef>
        </p:style>
        <p:txBody>
          <a:bodyPr rtlCol="0" anchor="ctr"/>
          <a:lstStyle/>
          <a:p>
            <a:pPr algn="ctr"/>
            <a:r>
              <a:rPr lang="en-US" dirty="0" smtClean="0"/>
              <a:t>Lets Compare </a:t>
            </a:r>
            <a:r>
              <a:rPr lang="en-US" dirty="0" err="1" smtClean="0"/>
              <a:t>Bogra</a:t>
            </a:r>
            <a:r>
              <a:rPr lang="en-US" dirty="0" smtClean="0"/>
              <a:t> Formula </a:t>
            </a:r>
          </a:p>
          <a:p>
            <a:pPr algn="ctr"/>
            <a:r>
              <a:rPr lang="en-US" dirty="0" smtClean="0"/>
              <a:t>with the Challenges</a:t>
            </a:r>
            <a:endParaRPr lang="en-US" dirty="0"/>
          </a:p>
        </p:txBody>
      </p:sp>
    </p:spTree>
    <p:extLst>
      <p:ext uri="{BB962C8B-B14F-4D97-AF65-F5344CB8AC3E}">
        <p14:creationId xmlns:p14="http://schemas.microsoft.com/office/powerpoint/2010/main" val="3864755940"/>
      </p:ext>
    </p:extLst>
  </p:cSld>
  <p:clrMapOvr>
    <a:masterClrMapping/>
  </p:clrMapOvr>
  <mc:AlternateContent xmlns:mc="http://schemas.openxmlformats.org/markup-compatibility/2006" xmlns:p14="http://schemas.microsoft.com/office/powerpoint/2010/main">
    <mc:Choice Requires="p14">
      <p:transition spd="slow" p14:dur="3000">
        <p14:honeycomb/>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5" presetClass="path" presetSubtype="0" accel="50000" decel="50000" fill="hold" grpId="0" nodeType="clickEffect">
                                  <p:stCondLst>
                                    <p:cond delay="0"/>
                                  </p:stCondLst>
                                  <p:childTnLst>
                                    <p:animMotion origin="layout" path="M 5E-6 -4.44444E-6 L -0.84063 -0.01967 " pathEditMode="relative" rAng="0" ptsTypes="AA">
                                      <p:cBhvr>
                                        <p:cTn id="6" dur="2000" fill="hold"/>
                                        <p:tgtEl>
                                          <p:spTgt spid="9"/>
                                        </p:tgtEl>
                                        <p:attrNameLst>
                                          <p:attrName>ppt_x</p:attrName>
                                          <p:attrName>ppt_y</p:attrName>
                                        </p:attrNameLst>
                                      </p:cBhvr>
                                      <p:rCtr x="-42031" y="-995"/>
                                    </p:animMotion>
                                  </p:childTnLst>
                                </p:cTn>
                              </p:par>
                            </p:childTnLst>
                          </p:cTn>
                        </p:par>
                      </p:childTnLst>
                    </p:cTn>
                  </p:par>
                  <p:par>
                    <p:cTn id="7" fill="hold">
                      <p:stCondLst>
                        <p:cond delay="indefinite"/>
                      </p:stCondLst>
                      <p:childTnLst>
                        <p:par>
                          <p:cTn id="8" fill="hold">
                            <p:stCondLst>
                              <p:cond delay="0"/>
                            </p:stCondLst>
                            <p:childTnLst>
                              <p:par>
                                <p:cTn id="9" presetID="26"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wipe(down)">
                                      <p:cBhvr>
                                        <p:cTn id="11" dur="580">
                                          <p:stCondLst>
                                            <p:cond delay="0"/>
                                          </p:stCondLst>
                                        </p:cTn>
                                        <p:tgtEl>
                                          <p:spTgt spid="5"/>
                                        </p:tgtEl>
                                      </p:cBhvr>
                                    </p:animEffect>
                                    <p:anim calcmode="lin" valueType="num">
                                      <p:cBhvr>
                                        <p:cTn id="12" dur="1822" tmFilter="0,0; 0.14,0.36; 0.43,0.73; 0.71,0.91; 1.0,1.0">
                                          <p:stCondLst>
                                            <p:cond delay="0"/>
                                          </p:stCondLst>
                                        </p:cTn>
                                        <p:tgtEl>
                                          <p:spTgt spid="5"/>
                                        </p:tgtEl>
                                        <p:attrNameLst>
                                          <p:attrName>ppt_x</p:attrName>
                                        </p:attrNameLst>
                                      </p:cBhvr>
                                      <p:tavLst>
                                        <p:tav tm="0">
                                          <p:val>
                                            <p:strVal val="#ppt_x-0.25"/>
                                          </p:val>
                                        </p:tav>
                                        <p:tav tm="100000">
                                          <p:val>
                                            <p:strVal val="#ppt_x"/>
                                          </p:val>
                                        </p:tav>
                                      </p:tavLst>
                                    </p:anim>
                                    <p:anim calcmode="lin" valueType="num">
                                      <p:cBhvr>
                                        <p:cTn id="13" dur="664" tmFilter="0.0,0.0; 0.25,0.07; 0.50,0.2; 0.75,0.467; 1.0,1.0">
                                          <p:stCondLst>
                                            <p:cond delay="0"/>
                                          </p:stCondLst>
                                        </p:cTn>
                                        <p:tgtEl>
                                          <p:spTgt spid="5"/>
                                        </p:tgtEl>
                                        <p:attrNameLst>
                                          <p:attrName>ppt_y</p:attrName>
                                        </p:attrNameLst>
                                      </p:cBhvr>
                                      <p:tavLst>
                                        <p:tav tm="0" fmla="#ppt_y-sin(pi*$)/3">
                                          <p:val>
                                            <p:fltVal val="0.5"/>
                                          </p:val>
                                        </p:tav>
                                        <p:tav tm="100000">
                                          <p:val>
                                            <p:fltVal val="1"/>
                                          </p:val>
                                        </p:tav>
                                      </p:tavLst>
                                    </p:anim>
                                    <p:anim calcmode="lin" valueType="num">
                                      <p:cBhvr>
                                        <p:cTn id="14" dur="664" tmFilter="0, 0; 0.125,0.2665; 0.25,0.4; 0.375,0.465; 0.5,0.5;  0.625,0.535; 0.75,0.6; 0.875,0.7335; 1,1">
                                          <p:stCondLst>
                                            <p:cond delay="664"/>
                                          </p:stCondLst>
                                        </p:cTn>
                                        <p:tgtEl>
                                          <p:spTgt spid="5"/>
                                        </p:tgtEl>
                                        <p:attrNameLst>
                                          <p:attrName>ppt_y</p:attrName>
                                        </p:attrNameLst>
                                      </p:cBhvr>
                                      <p:tavLst>
                                        <p:tav tm="0" fmla="#ppt_y-sin(pi*$)/9">
                                          <p:val>
                                            <p:fltVal val="0"/>
                                          </p:val>
                                        </p:tav>
                                        <p:tav tm="100000">
                                          <p:val>
                                            <p:fltVal val="1"/>
                                          </p:val>
                                        </p:tav>
                                      </p:tavLst>
                                    </p:anim>
                                    <p:anim calcmode="lin" valueType="num">
                                      <p:cBhvr>
                                        <p:cTn id="15" dur="332" tmFilter="0, 0; 0.125,0.2665; 0.25,0.4; 0.375,0.465; 0.5,0.5;  0.625,0.535; 0.75,0.6; 0.875,0.7335; 1,1">
                                          <p:stCondLst>
                                            <p:cond delay="1324"/>
                                          </p:stCondLst>
                                        </p:cTn>
                                        <p:tgtEl>
                                          <p:spTgt spid="5"/>
                                        </p:tgtEl>
                                        <p:attrNameLst>
                                          <p:attrName>ppt_y</p:attrName>
                                        </p:attrNameLst>
                                      </p:cBhvr>
                                      <p:tavLst>
                                        <p:tav tm="0" fmla="#ppt_y-sin(pi*$)/27">
                                          <p:val>
                                            <p:fltVal val="0"/>
                                          </p:val>
                                        </p:tav>
                                        <p:tav tm="100000">
                                          <p:val>
                                            <p:fltVal val="1"/>
                                          </p:val>
                                        </p:tav>
                                      </p:tavLst>
                                    </p:anim>
                                    <p:anim calcmode="lin" valueType="num">
                                      <p:cBhvr>
                                        <p:cTn id="16" dur="164" tmFilter="0, 0; 0.125,0.2665; 0.25,0.4; 0.375,0.465; 0.5,0.5;  0.625,0.535; 0.75,0.6; 0.875,0.7335; 1,1">
                                          <p:stCondLst>
                                            <p:cond delay="1656"/>
                                          </p:stCondLst>
                                        </p:cTn>
                                        <p:tgtEl>
                                          <p:spTgt spid="5"/>
                                        </p:tgtEl>
                                        <p:attrNameLst>
                                          <p:attrName>ppt_y</p:attrName>
                                        </p:attrNameLst>
                                      </p:cBhvr>
                                      <p:tavLst>
                                        <p:tav tm="0" fmla="#ppt_y-sin(pi*$)/81">
                                          <p:val>
                                            <p:fltVal val="0"/>
                                          </p:val>
                                        </p:tav>
                                        <p:tav tm="100000">
                                          <p:val>
                                            <p:fltVal val="1"/>
                                          </p:val>
                                        </p:tav>
                                      </p:tavLst>
                                    </p:anim>
                                    <p:animScale>
                                      <p:cBhvr>
                                        <p:cTn id="17" dur="26">
                                          <p:stCondLst>
                                            <p:cond delay="650"/>
                                          </p:stCondLst>
                                        </p:cTn>
                                        <p:tgtEl>
                                          <p:spTgt spid="5"/>
                                        </p:tgtEl>
                                      </p:cBhvr>
                                      <p:to x="100000" y="60000"/>
                                    </p:animScale>
                                    <p:animScale>
                                      <p:cBhvr>
                                        <p:cTn id="18" dur="166" decel="50000">
                                          <p:stCondLst>
                                            <p:cond delay="676"/>
                                          </p:stCondLst>
                                        </p:cTn>
                                        <p:tgtEl>
                                          <p:spTgt spid="5"/>
                                        </p:tgtEl>
                                      </p:cBhvr>
                                      <p:to x="100000" y="100000"/>
                                    </p:animScale>
                                    <p:animScale>
                                      <p:cBhvr>
                                        <p:cTn id="19" dur="26">
                                          <p:stCondLst>
                                            <p:cond delay="1312"/>
                                          </p:stCondLst>
                                        </p:cTn>
                                        <p:tgtEl>
                                          <p:spTgt spid="5"/>
                                        </p:tgtEl>
                                      </p:cBhvr>
                                      <p:to x="100000" y="80000"/>
                                    </p:animScale>
                                    <p:animScale>
                                      <p:cBhvr>
                                        <p:cTn id="20" dur="166" decel="50000">
                                          <p:stCondLst>
                                            <p:cond delay="1338"/>
                                          </p:stCondLst>
                                        </p:cTn>
                                        <p:tgtEl>
                                          <p:spTgt spid="5"/>
                                        </p:tgtEl>
                                      </p:cBhvr>
                                      <p:to x="100000" y="100000"/>
                                    </p:animScale>
                                    <p:animScale>
                                      <p:cBhvr>
                                        <p:cTn id="21" dur="26">
                                          <p:stCondLst>
                                            <p:cond delay="1642"/>
                                          </p:stCondLst>
                                        </p:cTn>
                                        <p:tgtEl>
                                          <p:spTgt spid="5"/>
                                        </p:tgtEl>
                                      </p:cBhvr>
                                      <p:to x="100000" y="90000"/>
                                    </p:animScale>
                                    <p:animScale>
                                      <p:cBhvr>
                                        <p:cTn id="22" dur="166" decel="50000">
                                          <p:stCondLst>
                                            <p:cond delay="1668"/>
                                          </p:stCondLst>
                                        </p:cTn>
                                        <p:tgtEl>
                                          <p:spTgt spid="5"/>
                                        </p:tgtEl>
                                      </p:cBhvr>
                                      <p:to x="100000" y="100000"/>
                                    </p:animScale>
                                    <p:animScale>
                                      <p:cBhvr>
                                        <p:cTn id="23" dur="26">
                                          <p:stCondLst>
                                            <p:cond delay="1808"/>
                                          </p:stCondLst>
                                        </p:cTn>
                                        <p:tgtEl>
                                          <p:spTgt spid="5"/>
                                        </p:tgtEl>
                                      </p:cBhvr>
                                      <p:to x="100000" y="95000"/>
                                    </p:animScale>
                                    <p:animScale>
                                      <p:cBhvr>
                                        <p:cTn id="24" dur="166" decel="50000">
                                          <p:stCondLst>
                                            <p:cond delay="1834"/>
                                          </p:stCondLst>
                                        </p:cTn>
                                        <p:tgtEl>
                                          <p:spTgt spid="5"/>
                                        </p:tgtEl>
                                      </p:cBhvr>
                                      <p:to x="100000" y="100000"/>
                                    </p:animScale>
                                  </p:childTnLst>
                                </p:cTn>
                              </p:par>
                            </p:childTnLst>
                          </p:cTn>
                        </p:par>
                      </p:childTnLst>
                    </p:cTn>
                  </p:par>
                  <p:par>
                    <p:cTn id="25" fill="hold">
                      <p:stCondLst>
                        <p:cond delay="indefinite"/>
                      </p:stCondLst>
                      <p:childTnLst>
                        <p:par>
                          <p:cTn id="26" fill="hold">
                            <p:stCondLst>
                              <p:cond delay="0"/>
                            </p:stCondLst>
                            <p:childTnLst>
                              <p:par>
                                <p:cTn id="27" presetID="26" presetClass="entr" presetSubtype="0" fill="hold" grpId="0" nodeType="clickEffect">
                                  <p:stCondLst>
                                    <p:cond delay="0"/>
                                  </p:stCondLst>
                                  <p:childTnLst>
                                    <p:set>
                                      <p:cBhvr>
                                        <p:cTn id="28" dur="1" fill="hold">
                                          <p:stCondLst>
                                            <p:cond delay="0"/>
                                          </p:stCondLst>
                                        </p:cTn>
                                        <p:tgtEl>
                                          <p:spTgt spid="6"/>
                                        </p:tgtEl>
                                        <p:attrNameLst>
                                          <p:attrName>style.visibility</p:attrName>
                                        </p:attrNameLst>
                                      </p:cBhvr>
                                      <p:to>
                                        <p:strVal val="visible"/>
                                      </p:to>
                                    </p:set>
                                    <p:animEffect transition="in" filter="wipe(down)">
                                      <p:cBhvr>
                                        <p:cTn id="29" dur="580">
                                          <p:stCondLst>
                                            <p:cond delay="0"/>
                                          </p:stCondLst>
                                        </p:cTn>
                                        <p:tgtEl>
                                          <p:spTgt spid="6"/>
                                        </p:tgtEl>
                                      </p:cBhvr>
                                    </p:animEffect>
                                    <p:anim calcmode="lin" valueType="num">
                                      <p:cBhvr>
                                        <p:cTn id="30" dur="1822" tmFilter="0,0; 0.14,0.36; 0.43,0.73; 0.71,0.91; 1.0,1.0">
                                          <p:stCondLst>
                                            <p:cond delay="0"/>
                                          </p:stCondLst>
                                        </p:cTn>
                                        <p:tgtEl>
                                          <p:spTgt spid="6"/>
                                        </p:tgtEl>
                                        <p:attrNameLst>
                                          <p:attrName>ppt_x</p:attrName>
                                        </p:attrNameLst>
                                      </p:cBhvr>
                                      <p:tavLst>
                                        <p:tav tm="0">
                                          <p:val>
                                            <p:strVal val="#ppt_x-0.25"/>
                                          </p:val>
                                        </p:tav>
                                        <p:tav tm="100000">
                                          <p:val>
                                            <p:strVal val="#ppt_x"/>
                                          </p:val>
                                        </p:tav>
                                      </p:tavLst>
                                    </p:anim>
                                    <p:anim calcmode="lin" valueType="num">
                                      <p:cBhvr>
                                        <p:cTn id="31" dur="664" tmFilter="0.0,0.0; 0.25,0.07; 0.50,0.2; 0.75,0.467; 1.0,1.0">
                                          <p:stCondLst>
                                            <p:cond delay="0"/>
                                          </p:stCondLst>
                                        </p:cTn>
                                        <p:tgtEl>
                                          <p:spTgt spid="6"/>
                                        </p:tgtEl>
                                        <p:attrNameLst>
                                          <p:attrName>ppt_y</p:attrName>
                                        </p:attrNameLst>
                                      </p:cBhvr>
                                      <p:tavLst>
                                        <p:tav tm="0" fmla="#ppt_y-sin(pi*$)/3">
                                          <p:val>
                                            <p:fltVal val="0.5"/>
                                          </p:val>
                                        </p:tav>
                                        <p:tav tm="100000">
                                          <p:val>
                                            <p:fltVal val="1"/>
                                          </p:val>
                                        </p:tav>
                                      </p:tavLst>
                                    </p:anim>
                                    <p:anim calcmode="lin" valueType="num">
                                      <p:cBhvr>
                                        <p:cTn id="32" dur="664" tmFilter="0, 0; 0.125,0.2665; 0.25,0.4; 0.375,0.465; 0.5,0.5;  0.625,0.535; 0.75,0.6; 0.875,0.7335; 1,1">
                                          <p:stCondLst>
                                            <p:cond delay="664"/>
                                          </p:stCondLst>
                                        </p:cTn>
                                        <p:tgtEl>
                                          <p:spTgt spid="6"/>
                                        </p:tgtEl>
                                        <p:attrNameLst>
                                          <p:attrName>ppt_y</p:attrName>
                                        </p:attrNameLst>
                                      </p:cBhvr>
                                      <p:tavLst>
                                        <p:tav tm="0" fmla="#ppt_y-sin(pi*$)/9">
                                          <p:val>
                                            <p:fltVal val="0"/>
                                          </p:val>
                                        </p:tav>
                                        <p:tav tm="100000">
                                          <p:val>
                                            <p:fltVal val="1"/>
                                          </p:val>
                                        </p:tav>
                                      </p:tavLst>
                                    </p:anim>
                                    <p:anim calcmode="lin" valueType="num">
                                      <p:cBhvr>
                                        <p:cTn id="33" dur="332" tmFilter="0, 0; 0.125,0.2665; 0.25,0.4; 0.375,0.465; 0.5,0.5;  0.625,0.535; 0.75,0.6; 0.875,0.7335; 1,1">
                                          <p:stCondLst>
                                            <p:cond delay="1324"/>
                                          </p:stCondLst>
                                        </p:cTn>
                                        <p:tgtEl>
                                          <p:spTgt spid="6"/>
                                        </p:tgtEl>
                                        <p:attrNameLst>
                                          <p:attrName>ppt_y</p:attrName>
                                        </p:attrNameLst>
                                      </p:cBhvr>
                                      <p:tavLst>
                                        <p:tav tm="0" fmla="#ppt_y-sin(pi*$)/27">
                                          <p:val>
                                            <p:fltVal val="0"/>
                                          </p:val>
                                        </p:tav>
                                        <p:tav tm="100000">
                                          <p:val>
                                            <p:fltVal val="1"/>
                                          </p:val>
                                        </p:tav>
                                      </p:tavLst>
                                    </p:anim>
                                    <p:anim calcmode="lin" valueType="num">
                                      <p:cBhvr>
                                        <p:cTn id="34" dur="164" tmFilter="0, 0; 0.125,0.2665; 0.25,0.4; 0.375,0.465; 0.5,0.5;  0.625,0.535; 0.75,0.6; 0.875,0.7335; 1,1">
                                          <p:stCondLst>
                                            <p:cond delay="1656"/>
                                          </p:stCondLst>
                                        </p:cTn>
                                        <p:tgtEl>
                                          <p:spTgt spid="6"/>
                                        </p:tgtEl>
                                        <p:attrNameLst>
                                          <p:attrName>ppt_y</p:attrName>
                                        </p:attrNameLst>
                                      </p:cBhvr>
                                      <p:tavLst>
                                        <p:tav tm="0" fmla="#ppt_y-sin(pi*$)/81">
                                          <p:val>
                                            <p:fltVal val="0"/>
                                          </p:val>
                                        </p:tav>
                                        <p:tav tm="100000">
                                          <p:val>
                                            <p:fltVal val="1"/>
                                          </p:val>
                                        </p:tav>
                                      </p:tavLst>
                                    </p:anim>
                                    <p:animScale>
                                      <p:cBhvr>
                                        <p:cTn id="35" dur="26">
                                          <p:stCondLst>
                                            <p:cond delay="650"/>
                                          </p:stCondLst>
                                        </p:cTn>
                                        <p:tgtEl>
                                          <p:spTgt spid="6"/>
                                        </p:tgtEl>
                                      </p:cBhvr>
                                      <p:to x="100000" y="60000"/>
                                    </p:animScale>
                                    <p:animScale>
                                      <p:cBhvr>
                                        <p:cTn id="36" dur="166" decel="50000">
                                          <p:stCondLst>
                                            <p:cond delay="676"/>
                                          </p:stCondLst>
                                        </p:cTn>
                                        <p:tgtEl>
                                          <p:spTgt spid="6"/>
                                        </p:tgtEl>
                                      </p:cBhvr>
                                      <p:to x="100000" y="100000"/>
                                    </p:animScale>
                                    <p:animScale>
                                      <p:cBhvr>
                                        <p:cTn id="37" dur="26">
                                          <p:stCondLst>
                                            <p:cond delay="1312"/>
                                          </p:stCondLst>
                                        </p:cTn>
                                        <p:tgtEl>
                                          <p:spTgt spid="6"/>
                                        </p:tgtEl>
                                      </p:cBhvr>
                                      <p:to x="100000" y="80000"/>
                                    </p:animScale>
                                    <p:animScale>
                                      <p:cBhvr>
                                        <p:cTn id="38" dur="166" decel="50000">
                                          <p:stCondLst>
                                            <p:cond delay="1338"/>
                                          </p:stCondLst>
                                        </p:cTn>
                                        <p:tgtEl>
                                          <p:spTgt spid="6"/>
                                        </p:tgtEl>
                                      </p:cBhvr>
                                      <p:to x="100000" y="100000"/>
                                    </p:animScale>
                                    <p:animScale>
                                      <p:cBhvr>
                                        <p:cTn id="39" dur="26">
                                          <p:stCondLst>
                                            <p:cond delay="1642"/>
                                          </p:stCondLst>
                                        </p:cTn>
                                        <p:tgtEl>
                                          <p:spTgt spid="6"/>
                                        </p:tgtEl>
                                      </p:cBhvr>
                                      <p:to x="100000" y="90000"/>
                                    </p:animScale>
                                    <p:animScale>
                                      <p:cBhvr>
                                        <p:cTn id="40" dur="166" decel="50000">
                                          <p:stCondLst>
                                            <p:cond delay="1668"/>
                                          </p:stCondLst>
                                        </p:cTn>
                                        <p:tgtEl>
                                          <p:spTgt spid="6"/>
                                        </p:tgtEl>
                                      </p:cBhvr>
                                      <p:to x="100000" y="100000"/>
                                    </p:animScale>
                                    <p:animScale>
                                      <p:cBhvr>
                                        <p:cTn id="41" dur="26">
                                          <p:stCondLst>
                                            <p:cond delay="1808"/>
                                          </p:stCondLst>
                                        </p:cTn>
                                        <p:tgtEl>
                                          <p:spTgt spid="6"/>
                                        </p:tgtEl>
                                      </p:cBhvr>
                                      <p:to x="100000" y="95000"/>
                                    </p:animScale>
                                    <p:animScale>
                                      <p:cBhvr>
                                        <p:cTn id="42" dur="166" decel="50000">
                                          <p:stCondLst>
                                            <p:cond delay="1834"/>
                                          </p:stCondLst>
                                        </p:cTn>
                                        <p:tgtEl>
                                          <p:spTgt spid="6"/>
                                        </p:tgtEl>
                                      </p:cBhvr>
                                      <p:to x="100000" y="100000"/>
                                    </p:animScale>
                                  </p:childTnLst>
                                </p:cTn>
                              </p:par>
                            </p:childTnLst>
                          </p:cTn>
                        </p:par>
                      </p:childTnLst>
                    </p:cTn>
                  </p:par>
                  <p:par>
                    <p:cTn id="43" fill="hold">
                      <p:stCondLst>
                        <p:cond delay="indefinite"/>
                      </p:stCondLst>
                      <p:childTnLst>
                        <p:par>
                          <p:cTn id="44" fill="hold">
                            <p:stCondLst>
                              <p:cond delay="0"/>
                            </p:stCondLst>
                            <p:childTnLst>
                              <p:par>
                                <p:cTn id="45" presetID="26" presetClass="entr" presetSubtype="0" fill="hold" grpId="0" nodeType="clickEffect">
                                  <p:stCondLst>
                                    <p:cond delay="0"/>
                                  </p:stCondLst>
                                  <p:childTnLst>
                                    <p:set>
                                      <p:cBhvr>
                                        <p:cTn id="46" dur="1" fill="hold">
                                          <p:stCondLst>
                                            <p:cond delay="0"/>
                                          </p:stCondLst>
                                        </p:cTn>
                                        <p:tgtEl>
                                          <p:spTgt spid="7"/>
                                        </p:tgtEl>
                                        <p:attrNameLst>
                                          <p:attrName>style.visibility</p:attrName>
                                        </p:attrNameLst>
                                      </p:cBhvr>
                                      <p:to>
                                        <p:strVal val="visible"/>
                                      </p:to>
                                    </p:set>
                                    <p:animEffect transition="in" filter="wipe(down)">
                                      <p:cBhvr>
                                        <p:cTn id="47" dur="580">
                                          <p:stCondLst>
                                            <p:cond delay="0"/>
                                          </p:stCondLst>
                                        </p:cTn>
                                        <p:tgtEl>
                                          <p:spTgt spid="7"/>
                                        </p:tgtEl>
                                      </p:cBhvr>
                                    </p:animEffect>
                                    <p:anim calcmode="lin" valueType="num">
                                      <p:cBhvr>
                                        <p:cTn id="48" dur="1822" tmFilter="0,0; 0.14,0.36; 0.43,0.73; 0.71,0.91; 1.0,1.0">
                                          <p:stCondLst>
                                            <p:cond delay="0"/>
                                          </p:stCondLst>
                                        </p:cTn>
                                        <p:tgtEl>
                                          <p:spTgt spid="7"/>
                                        </p:tgtEl>
                                        <p:attrNameLst>
                                          <p:attrName>ppt_x</p:attrName>
                                        </p:attrNameLst>
                                      </p:cBhvr>
                                      <p:tavLst>
                                        <p:tav tm="0">
                                          <p:val>
                                            <p:strVal val="#ppt_x-0.25"/>
                                          </p:val>
                                        </p:tav>
                                        <p:tav tm="100000">
                                          <p:val>
                                            <p:strVal val="#ppt_x"/>
                                          </p:val>
                                        </p:tav>
                                      </p:tavLst>
                                    </p:anim>
                                    <p:anim calcmode="lin" valueType="num">
                                      <p:cBhvr>
                                        <p:cTn id="49" dur="664" tmFilter="0.0,0.0; 0.25,0.07; 0.50,0.2; 0.75,0.467; 1.0,1.0">
                                          <p:stCondLst>
                                            <p:cond delay="0"/>
                                          </p:stCondLst>
                                        </p:cTn>
                                        <p:tgtEl>
                                          <p:spTgt spid="7"/>
                                        </p:tgtEl>
                                        <p:attrNameLst>
                                          <p:attrName>ppt_y</p:attrName>
                                        </p:attrNameLst>
                                      </p:cBhvr>
                                      <p:tavLst>
                                        <p:tav tm="0" fmla="#ppt_y-sin(pi*$)/3">
                                          <p:val>
                                            <p:fltVal val="0.5"/>
                                          </p:val>
                                        </p:tav>
                                        <p:tav tm="100000">
                                          <p:val>
                                            <p:fltVal val="1"/>
                                          </p:val>
                                        </p:tav>
                                      </p:tavLst>
                                    </p:anim>
                                    <p:anim calcmode="lin" valueType="num">
                                      <p:cBhvr>
                                        <p:cTn id="50" dur="664" tmFilter="0, 0; 0.125,0.2665; 0.25,0.4; 0.375,0.465; 0.5,0.5;  0.625,0.535; 0.75,0.6; 0.875,0.7335; 1,1">
                                          <p:stCondLst>
                                            <p:cond delay="664"/>
                                          </p:stCondLst>
                                        </p:cTn>
                                        <p:tgtEl>
                                          <p:spTgt spid="7"/>
                                        </p:tgtEl>
                                        <p:attrNameLst>
                                          <p:attrName>ppt_y</p:attrName>
                                        </p:attrNameLst>
                                      </p:cBhvr>
                                      <p:tavLst>
                                        <p:tav tm="0" fmla="#ppt_y-sin(pi*$)/9">
                                          <p:val>
                                            <p:fltVal val="0"/>
                                          </p:val>
                                        </p:tav>
                                        <p:tav tm="100000">
                                          <p:val>
                                            <p:fltVal val="1"/>
                                          </p:val>
                                        </p:tav>
                                      </p:tavLst>
                                    </p:anim>
                                    <p:anim calcmode="lin" valueType="num">
                                      <p:cBhvr>
                                        <p:cTn id="51" dur="332" tmFilter="0, 0; 0.125,0.2665; 0.25,0.4; 0.375,0.465; 0.5,0.5;  0.625,0.535; 0.75,0.6; 0.875,0.7335; 1,1">
                                          <p:stCondLst>
                                            <p:cond delay="1324"/>
                                          </p:stCondLst>
                                        </p:cTn>
                                        <p:tgtEl>
                                          <p:spTgt spid="7"/>
                                        </p:tgtEl>
                                        <p:attrNameLst>
                                          <p:attrName>ppt_y</p:attrName>
                                        </p:attrNameLst>
                                      </p:cBhvr>
                                      <p:tavLst>
                                        <p:tav tm="0" fmla="#ppt_y-sin(pi*$)/27">
                                          <p:val>
                                            <p:fltVal val="0"/>
                                          </p:val>
                                        </p:tav>
                                        <p:tav tm="100000">
                                          <p:val>
                                            <p:fltVal val="1"/>
                                          </p:val>
                                        </p:tav>
                                      </p:tavLst>
                                    </p:anim>
                                    <p:anim calcmode="lin" valueType="num">
                                      <p:cBhvr>
                                        <p:cTn id="52" dur="164" tmFilter="0, 0; 0.125,0.2665; 0.25,0.4; 0.375,0.465; 0.5,0.5;  0.625,0.535; 0.75,0.6; 0.875,0.7335; 1,1">
                                          <p:stCondLst>
                                            <p:cond delay="1656"/>
                                          </p:stCondLst>
                                        </p:cTn>
                                        <p:tgtEl>
                                          <p:spTgt spid="7"/>
                                        </p:tgtEl>
                                        <p:attrNameLst>
                                          <p:attrName>ppt_y</p:attrName>
                                        </p:attrNameLst>
                                      </p:cBhvr>
                                      <p:tavLst>
                                        <p:tav tm="0" fmla="#ppt_y-sin(pi*$)/81">
                                          <p:val>
                                            <p:fltVal val="0"/>
                                          </p:val>
                                        </p:tav>
                                        <p:tav tm="100000">
                                          <p:val>
                                            <p:fltVal val="1"/>
                                          </p:val>
                                        </p:tav>
                                      </p:tavLst>
                                    </p:anim>
                                    <p:animScale>
                                      <p:cBhvr>
                                        <p:cTn id="53" dur="26">
                                          <p:stCondLst>
                                            <p:cond delay="650"/>
                                          </p:stCondLst>
                                        </p:cTn>
                                        <p:tgtEl>
                                          <p:spTgt spid="7"/>
                                        </p:tgtEl>
                                      </p:cBhvr>
                                      <p:to x="100000" y="60000"/>
                                    </p:animScale>
                                    <p:animScale>
                                      <p:cBhvr>
                                        <p:cTn id="54" dur="166" decel="50000">
                                          <p:stCondLst>
                                            <p:cond delay="676"/>
                                          </p:stCondLst>
                                        </p:cTn>
                                        <p:tgtEl>
                                          <p:spTgt spid="7"/>
                                        </p:tgtEl>
                                      </p:cBhvr>
                                      <p:to x="100000" y="100000"/>
                                    </p:animScale>
                                    <p:animScale>
                                      <p:cBhvr>
                                        <p:cTn id="55" dur="26">
                                          <p:stCondLst>
                                            <p:cond delay="1312"/>
                                          </p:stCondLst>
                                        </p:cTn>
                                        <p:tgtEl>
                                          <p:spTgt spid="7"/>
                                        </p:tgtEl>
                                      </p:cBhvr>
                                      <p:to x="100000" y="80000"/>
                                    </p:animScale>
                                    <p:animScale>
                                      <p:cBhvr>
                                        <p:cTn id="56" dur="166" decel="50000">
                                          <p:stCondLst>
                                            <p:cond delay="1338"/>
                                          </p:stCondLst>
                                        </p:cTn>
                                        <p:tgtEl>
                                          <p:spTgt spid="7"/>
                                        </p:tgtEl>
                                      </p:cBhvr>
                                      <p:to x="100000" y="100000"/>
                                    </p:animScale>
                                    <p:animScale>
                                      <p:cBhvr>
                                        <p:cTn id="57" dur="26">
                                          <p:stCondLst>
                                            <p:cond delay="1642"/>
                                          </p:stCondLst>
                                        </p:cTn>
                                        <p:tgtEl>
                                          <p:spTgt spid="7"/>
                                        </p:tgtEl>
                                      </p:cBhvr>
                                      <p:to x="100000" y="90000"/>
                                    </p:animScale>
                                    <p:animScale>
                                      <p:cBhvr>
                                        <p:cTn id="58" dur="166" decel="50000">
                                          <p:stCondLst>
                                            <p:cond delay="1668"/>
                                          </p:stCondLst>
                                        </p:cTn>
                                        <p:tgtEl>
                                          <p:spTgt spid="7"/>
                                        </p:tgtEl>
                                      </p:cBhvr>
                                      <p:to x="100000" y="100000"/>
                                    </p:animScale>
                                    <p:animScale>
                                      <p:cBhvr>
                                        <p:cTn id="59" dur="26">
                                          <p:stCondLst>
                                            <p:cond delay="1808"/>
                                          </p:stCondLst>
                                        </p:cTn>
                                        <p:tgtEl>
                                          <p:spTgt spid="7"/>
                                        </p:tgtEl>
                                      </p:cBhvr>
                                      <p:to x="100000" y="95000"/>
                                    </p:animScale>
                                    <p:animScale>
                                      <p:cBhvr>
                                        <p:cTn id="60" dur="166" decel="50000">
                                          <p:stCondLst>
                                            <p:cond delay="1834"/>
                                          </p:stCondLst>
                                        </p:cTn>
                                        <p:tgtEl>
                                          <p:spTgt spid="7"/>
                                        </p:tgtEl>
                                      </p:cBhvr>
                                      <p:to x="100000" y="100000"/>
                                    </p:animScale>
                                  </p:childTnLst>
                                </p:cTn>
                              </p:par>
                            </p:childTnLst>
                          </p:cTn>
                        </p:par>
                      </p:childTnLst>
                    </p:cTn>
                  </p:par>
                  <p:par>
                    <p:cTn id="61" fill="hold">
                      <p:stCondLst>
                        <p:cond delay="indefinite"/>
                      </p:stCondLst>
                      <p:childTnLst>
                        <p:par>
                          <p:cTn id="62" fill="hold">
                            <p:stCondLst>
                              <p:cond delay="0"/>
                            </p:stCondLst>
                            <p:childTnLst>
                              <p:par>
                                <p:cTn id="63" presetID="26" presetClass="entr" presetSubtype="0" fill="hold" grpId="0" nodeType="clickEffect">
                                  <p:stCondLst>
                                    <p:cond delay="0"/>
                                  </p:stCondLst>
                                  <p:childTnLst>
                                    <p:set>
                                      <p:cBhvr>
                                        <p:cTn id="64" dur="1" fill="hold">
                                          <p:stCondLst>
                                            <p:cond delay="0"/>
                                          </p:stCondLst>
                                        </p:cTn>
                                        <p:tgtEl>
                                          <p:spTgt spid="8"/>
                                        </p:tgtEl>
                                        <p:attrNameLst>
                                          <p:attrName>style.visibility</p:attrName>
                                        </p:attrNameLst>
                                      </p:cBhvr>
                                      <p:to>
                                        <p:strVal val="visible"/>
                                      </p:to>
                                    </p:set>
                                    <p:animEffect transition="in" filter="wipe(down)">
                                      <p:cBhvr>
                                        <p:cTn id="65" dur="580">
                                          <p:stCondLst>
                                            <p:cond delay="0"/>
                                          </p:stCondLst>
                                        </p:cTn>
                                        <p:tgtEl>
                                          <p:spTgt spid="8"/>
                                        </p:tgtEl>
                                      </p:cBhvr>
                                    </p:animEffect>
                                    <p:anim calcmode="lin" valueType="num">
                                      <p:cBhvr>
                                        <p:cTn id="66" dur="1822" tmFilter="0,0; 0.14,0.36; 0.43,0.73; 0.71,0.91; 1.0,1.0">
                                          <p:stCondLst>
                                            <p:cond delay="0"/>
                                          </p:stCondLst>
                                        </p:cTn>
                                        <p:tgtEl>
                                          <p:spTgt spid="8"/>
                                        </p:tgtEl>
                                        <p:attrNameLst>
                                          <p:attrName>ppt_x</p:attrName>
                                        </p:attrNameLst>
                                      </p:cBhvr>
                                      <p:tavLst>
                                        <p:tav tm="0">
                                          <p:val>
                                            <p:strVal val="#ppt_x-0.25"/>
                                          </p:val>
                                        </p:tav>
                                        <p:tav tm="100000">
                                          <p:val>
                                            <p:strVal val="#ppt_x"/>
                                          </p:val>
                                        </p:tav>
                                      </p:tavLst>
                                    </p:anim>
                                    <p:anim calcmode="lin" valueType="num">
                                      <p:cBhvr>
                                        <p:cTn id="67" dur="664" tmFilter="0.0,0.0; 0.25,0.07; 0.50,0.2; 0.75,0.467; 1.0,1.0">
                                          <p:stCondLst>
                                            <p:cond delay="0"/>
                                          </p:stCondLst>
                                        </p:cTn>
                                        <p:tgtEl>
                                          <p:spTgt spid="8"/>
                                        </p:tgtEl>
                                        <p:attrNameLst>
                                          <p:attrName>ppt_y</p:attrName>
                                        </p:attrNameLst>
                                      </p:cBhvr>
                                      <p:tavLst>
                                        <p:tav tm="0" fmla="#ppt_y-sin(pi*$)/3">
                                          <p:val>
                                            <p:fltVal val="0.5"/>
                                          </p:val>
                                        </p:tav>
                                        <p:tav tm="100000">
                                          <p:val>
                                            <p:fltVal val="1"/>
                                          </p:val>
                                        </p:tav>
                                      </p:tavLst>
                                    </p:anim>
                                    <p:anim calcmode="lin" valueType="num">
                                      <p:cBhvr>
                                        <p:cTn id="68" dur="664" tmFilter="0, 0; 0.125,0.2665; 0.25,0.4; 0.375,0.465; 0.5,0.5;  0.625,0.535; 0.75,0.6; 0.875,0.7335; 1,1">
                                          <p:stCondLst>
                                            <p:cond delay="664"/>
                                          </p:stCondLst>
                                        </p:cTn>
                                        <p:tgtEl>
                                          <p:spTgt spid="8"/>
                                        </p:tgtEl>
                                        <p:attrNameLst>
                                          <p:attrName>ppt_y</p:attrName>
                                        </p:attrNameLst>
                                      </p:cBhvr>
                                      <p:tavLst>
                                        <p:tav tm="0" fmla="#ppt_y-sin(pi*$)/9">
                                          <p:val>
                                            <p:fltVal val="0"/>
                                          </p:val>
                                        </p:tav>
                                        <p:tav tm="100000">
                                          <p:val>
                                            <p:fltVal val="1"/>
                                          </p:val>
                                        </p:tav>
                                      </p:tavLst>
                                    </p:anim>
                                    <p:anim calcmode="lin" valueType="num">
                                      <p:cBhvr>
                                        <p:cTn id="69" dur="332" tmFilter="0, 0; 0.125,0.2665; 0.25,0.4; 0.375,0.465; 0.5,0.5;  0.625,0.535; 0.75,0.6; 0.875,0.7335; 1,1">
                                          <p:stCondLst>
                                            <p:cond delay="1324"/>
                                          </p:stCondLst>
                                        </p:cTn>
                                        <p:tgtEl>
                                          <p:spTgt spid="8"/>
                                        </p:tgtEl>
                                        <p:attrNameLst>
                                          <p:attrName>ppt_y</p:attrName>
                                        </p:attrNameLst>
                                      </p:cBhvr>
                                      <p:tavLst>
                                        <p:tav tm="0" fmla="#ppt_y-sin(pi*$)/27">
                                          <p:val>
                                            <p:fltVal val="0"/>
                                          </p:val>
                                        </p:tav>
                                        <p:tav tm="100000">
                                          <p:val>
                                            <p:fltVal val="1"/>
                                          </p:val>
                                        </p:tav>
                                      </p:tavLst>
                                    </p:anim>
                                    <p:anim calcmode="lin" valueType="num">
                                      <p:cBhvr>
                                        <p:cTn id="70" dur="164" tmFilter="0, 0; 0.125,0.2665; 0.25,0.4; 0.375,0.465; 0.5,0.5;  0.625,0.535; 0.75,0.6; 0.875,0.7335; 1,1">
                                          <p:stCondLst>
                                            <p:cond delay="1656"/>
                                          </p:stCondLst>
                                        </p:cTn>
                                        <p:tgtEl>
                                          <p:spTgt spid="8"/>
                                        </p:tgtEl>
                                        <p:attrNameLst>
                                          <p:attrName>ppt_y</p:attrName>
                                        </p:attrNameLst>
                                      </p:cBhvr>
                                      <p:tavLst>
                                        <p:tav tm="0" fmla="#ppt_y-sin(pi*$)/81">
                                          <p:val>
                                            <p:fltVal val="0"/>
                                          </p:val>
                                        </p:tav>
                                        <p:tav tm="100000">
                                          <p:val>
                                            <p:fltVal val="1"/>
                                          </p:val>
                                        </p:tav>
                                      </p:tavLst>
                                    </p:anim>
                                    <p:animScale>
                                      <p:cBhvr>
                                        <p:cTn id="71" dur="26">
                                          <p:stCondLst>
                                            <p:cond delay="650"/>
                                          </p:stCondLst>
                                        </p:cTn>
                                        <p:tgtEl>
                                          <p:spTgt spid="8"/>
                                        </p:tgtEl>
                                      </p:cBhvr>
                                      <p:to x="100000" y="60000"/>
                                    </p:animScale>
                                    <p:animScale>
                                      <p:cBhvr>
                                        <p:cTn id="72" dur="166" decel="50000">
                                          <p:stCondLst>
                                            <p:cond delay="676"/>
                                          </p:stCondLst>
                                        </p:cTn>
                                        <p:tgtEl>
                                          <p:spTgt spid="8"/>
                                        </p:tgtEl>
                                      </p:cBhvr>
                                      <p:to x="100000" y="100000"/>
                                    </p:animScale>
                                    <p:animScale>
                                      <p:cBhvr>
                                        <p:cTn id="73" dur="26">
                                          <p:stCondLst>
                                            <p:cond delay="1312"/>
                                          </p:stCondLst>
                                        </p:cTn>
                                        <p:tgtEl>
                                          <p:spTgt spid="8"/>
                                        </p:tgtEl>
                                      </p:cBhvr>
                                      <p:to x="100000" y="80000"/>
                                    </p:animScale>
                                    <p:animScale>
                                      <p:cBhvr>
                                        <p:cTn id="74" dur="166" decel="50000">
                                          <p:stCondLst>
                                            <p:cond delay="1338"/>
                                          </p:stCondLst>
                                        </p:cTn>
                                        <p:tgtEl>
                                          <p:spTgt spid="8"/>
                                        </p:tgtEl>
                                      </p:cBhvr>
                                      <p:to x="100000" y="100000"/>
                                    </p:animScale>
                                    <p:animScale>
                                      <p:cBhvr>
                                        <p:cTn id="75" dur="26">
                                          <p:stCondLst>
                                            <p:cond delay="1642"/>
                                          </p:stCondLst>
                                        </p:cTn>
                                        <p:tgtEl>
                                          <p:spTgt spid="8"/>
                                        </p:tgtEl>
                                      </p:cBhvr>
                                      <p:to x="100000" y="90000"/>
                                    </p:animScale>
                                    <p:animScale>
                                      <p:cBhvr>
                                        <p:cTn id="76" dur="166" decel="50000">
                                          <p:stCondLst>
                                            <p:cond delay="1668"/>
                                          </p:stCondLst>
                                        </p:cTn>
                                        <p:tgtEl>
                                          <p:spTgt spid="8"/>
                                        </p:tgtEl>
                                      </p:cBhvr>
                                      <p:to x="100000" y="100000"/>
                                    </p:animScale>
                                    <p:animScale>
                                      <p:cBhvr>
                                        <p:cTn id="77" dur="26">
                                          <p:stCondLst>
                                            <p:cond delay="1808"/>
                                          </p:stCondLst>
                                        </p:cTn>
                                        <p:tgtEl>
                                          <p:spTgt spid="8"/>
                                        </p:tgtEl>
                                      </p:cBhvr>
                                      <p:to x="100000" y="95000"/>
                                    </p:animScale>
                                    <p:animScale>
                                      <p:cBhvr>
                                        <p:cTn id="78" dur="166" decel="50000">
                                          <p:stCondLst>
                                            <p:cond delay="1834"/>
                                          </p:stCondLst>
                                        </p:cTn>
                                        <p:tgtEl>
                                          <p:spTgt spid="8"/>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Diagram 2"/>
          <p:cNvGraphicFramePr/>
          <p:nvPr>
            <p:extLst>
              <p:ext uri="{D42A27DB-BD31-4B8C-83A1-F6EECF244321}">
                <p14:modId xmlns:p14="http://schemas.microsoft.com/office/powerpoint/2010/main" val="317674985"/>
              </p:ext>
            </p:extLst>
          </p:nvPr>
        </p:nvGraphicFramePr>
        <p:xfrm>
          <a:off x="304800" y="76200"/>
          <a:ext cx="11582400" cy="67056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4" name="Double Wave 3"/>
          <p:cNvSpPr/>
          <p:nvPr/>
        </p:nvSpPr>
        <p:spPr>
          <a:xfrm>
            <a:off x="7620000" y="152400"/>
            <a:ext cx="3810000" cy="2209800"/>
          </a:xfrm>
          <a:prstGeom prst="doubleWave">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US" sz="3200" b="1" dirty="0" smtClean="0">
                <a:solidFill>
                  <a:srgbClr val="FF0000"/>
                </a:solidFill>
              </a:rPr>
              <a:t>First</a:t>
            </a:r>
            <a:r>
              <a:rPr lang="en-US" dirty="0" smtClean="0"/>
              <a:t> Constitution of Pakistan came into effect on March 23, 1956</a:t>
            </a:r>
            <a:endParaRPr lang="en-US" dirty="0"/>
          </a:p>
        </p:txBody>
      </p:sp>
    </p:spTree>
    <p:extLst>
      <p:ext uri="{BB962C8B-B14F-4D97-AF65-F5344CB8AC3E}">
        <p14:creationId xmlns:p14="http://schemas.microsoft.com/office/powerpoint/2010/main" val="385857328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3000">
        <p15:prstTrans prst="origami"/>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graphicEl>
                                              <a:dgm id="{1966B98D-F14C-4D1C-A527-33A62D27536A}"/>
                                            </p:graphicEl>
                                          </p:spTgt>
                                        </p:tgtEl>
                                        <p:attrNameLst>
                                          <p:attrName>style.visibility</p:attrName>
                                        </p:attrNameLst>
                                      </p:cBhvr>
                                      <p:to>
                                        <p:strVal val="visible"/>
                                      </p:to>
                                    </p:set>
                                    <p:anim calcmode="lin" valueType="num">
                                      <p:cBhvr additive="base">
                                        <p:cTn id="7" dur="500" fill="hold"/>
                                        <p:tgtEl>
                                          <p:spTgt spid="3">
                                            <p:graphicEl>
                                              <a:dgm id="{1966B98D-F14C-4D1C-A527-33A62D27536A}"/>
                                            </p:graphic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graphicEl>
                                              <a:dgm id="{1966B98D-F14C-4D1C-A527-33A62D27536A}"/>
                                            </p:graphic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graphicEl>
                                              <a:dgm id="{85DFC47A-8816-447C-B432-F5908694816E}"/>
                                            </p:graphicEl>
                                          </p:spTgt>
                                        </p:tgtEl>
                                        <p:attrNameLst>
                                          <p:attrName>style.visibility</p:attrName>
                                        </p:attrNameLst>
                                      </p:cBhvr>
                                      <p:to>
                                        <p:strVal val="visible"/>
                                      </p:to>
                                    </p:set>
                                    <p:anim calcmode="lin" valueType="num">
                                      <p:cBhvr additive="base">
                                        <p:cTn id="13" dur="500" fill="hold"/>
                                        <p:tgtEl>
                                          <p:spTgt spid="3">
                                            <p:graphicEl>
                                              <a:dgm id="{85DFC47A-8816-447C-B432-F5908694816E}"/>
                                            </p:graphic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graphicEl>
                                              <a:dgm id="{85DFC47A-8816-447C-B432-F5908694816E}"/>
                                            </p:graphicEl>
                                          </p:spTgt>
                                        </p:tgtEl>
                                        <p:attrNameLst>
                                          <p:attrName>ppt_y</p:attrName>
                                        </p:attrNameLst>
                                      </p:cBhvr>
                                      <p:tavLst>
                                        <p:tav tm="0">
                                          <p:val>
                                            <p:strVal val="1+#ppt_h/2"/>
                                          </p:val>
                                        </p:tav>
                                        <p:tav tm="100000">
                                          <p:val>
                                            <p:strVal val="#ppt_y"/>
                                          </p:val>
                                        </p:tav>
                                      </p:tavLst>
                                    </p:anim>
                                  </p:childTnLst>
                                </p:cTn>
                              </p:par>
                              <p:par>
                                <p:cTn id="15" presetID="2" presetClass="entr" presetSubtype="4" fill="hold" grpId="0" nodeType="withEffect">
                                  <p:stCondLst>
                                    <p:cond delay="0"/>
                                  </p:stCondLst>
                                  <p:childTnLst>
                                    <p:set>
                                      <p:cBhvr>
                                        <p:cTn id="16" dur="1" fill="hold">
                                          <p:stCondLst>
                                            <p:cond delay="0"/>
                                          </p:stCondLst>
                                        </p:cTn>
                                        <p:tgtEl>
                                          <p:spTgt spid="3">
                                            <p:graphicEl>
                                              <a:dgm id="{CE129EF1-80A3-4B90-BA98-93C8C0FB552F}"/>
                                            </p:graphicEl>
                                          </p:spTgt>
                                        </p:tgtEl>
                                        <p:attrNameLst>
                                          <p:attrName>style.visibility</p:attrName>
                                        </p:attrNameLst>
                                      </p:cBhvr>
                                      <p:to>
                                        <p:strVal val="visible"/>
                                      </p:to>
                                    </p:set>
                                    <p:anim calcmode="lin" valueType="num">
                                      <p:cBhvr additive="base">
                                        <p:cTn id="17" dur="500" fill="hold"/>
                                        <p:tgtEl>
                                          <p:spTgt spid="3">
                                            <p:graphicEl>
                                              <a:dgm id="{CE129EF1-80A3-4B90-BA98-93C8C0FB552F}"/>
                                            </p:graphic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graphicEl>
                                              <a:dgm id="{CE129EF1-80A3-4B90-BA98-93C8C0FB552F}"/>
                                            </p:graphicEl>
                                          </p:spTgt>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grpId="0" nodeType="clickEffect">
                                  <p:stCondLst>
                                    <p:cond delay="0"/>
                                  </p:stCondLst>
                                  <p:childTnLst>
                                    <p:set>
                                      <p:cBhvr>
                                        <p:cTn id="22" dur="1" fill="hold">
                                          <p:stCondLst>
                                            <p:cond delay="0"/>
                                          </p:stCondLst>
                                        </p:cTn>
                                        <p:tgtEl>
                                          <p:spTgt spid="3">
                                            <p:graphicEl>
                                              <a:dgm id="{49DF4C87-A984-49C4-A284-6F9F45027742}"/>
                                            </p:graphicEl>
                                          </p:spTgt>
                                        </p:tgtEl>
                                        <p:attrNameLst>
                                          <p:attrName>style.visibility</p:attrName>
                                        </p:attrNameLst>
                                      </p:cBhvr>
                                      <p:to>
                                        <p:strVal val="visible"/>
                                      </p:to>
                                    </p:set>
                                    <p:anim calcmode="lin" valueType="num">
                                      <p:cBhvr additive="base">
                                        <p:cTn id="23" dur="500" fill="hold"/>
                                        <p:tgtEl>
                                          <p:spTgt spid="3">
                                            <p:graphicEl>
                                              <a:dgm id="{49DF4C87-A984-49C4-A284-6F9F45027742}"/>
                                            </p:graphic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graphicEl>
                                              <a:dgm id="{49DF4C87-A984-49C4-A284-6F9F45027742}"/>
                                            </p:graphicEl>
                                          </p:spTgt>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0"/>
                                  </p:stCondLst>
                                  <p:childTnLst>
                                    <p:set>
                                      <p:cBhvr>
                                        <p:cTn id="26" dur="1" fill="hold">
                                          <p:stCondLst>
                                            <p:cond delay="0"/>
                                          </p:stCondLst>
                                        </p:cTn>
                                        <p:tgtEl>
                                          <p:spTgt spid="3">
                                            <p:graphicEl>
                                              <a:dgm id="{840300E8-1986-4E5A-957E-1A7E13EE1EF2}"/>
                                            </p:graphicEl>
                                          </p:spTgt>
                                        </p:tgtEl>
                                        <p:attrNameLst>
                                          <p:attrName>style.visibility</p:attrName>
                                        </p:attrNameLst>
                                      </p:cBhvr>
                                      <p:to>
                                        <p:strVal val="visible"/>
                                      </p:to>
                                    </p:set>
                                    <p:anim calcmode="lin" valueType="num">
                                      <p:cBhvr additive="base">
                                        <p:cTn id="27" dur="500" fill="hold"/>
                                        <p:tgtEl>
                                          <p:spTgt spid="3">
                                            <p:graphicEl>
                                              <a:dgm id="{840300E8-1986-4E5A-957E-1A7E13EE1EF2}"/>
                                            </p:graphicEl>
                                          </p:spTgt>
                                        </p:tgtEl>
                                        <p:attrNameLst>
                                          <p:attrName>ppt_x</p:attrName>
                                        </p:attrNameLst>
                                      </p:cBhvr>
                                      <p:tavLst>
                                        <p:tav tm="0">
                                          <p:val>
                                            <p:strVal val="#ppt_x"/>
                                          </p:val>
                                        </p:tav>
                                        <p:tav tm="100000">
                                          <p:val>
                                            <p:strVal val="#ppt_x"/>
                                          </p:val>
                                        </p:tav>
                                      </p:tavLst>
                                    </p:anim>
                                    <p:anim calcmode="lin" valueType="num">
                                      <p:cBhvr additive="base">
                                        <p:cTn id="28" dur="500" fill="hold"/>
                                        <p:tgtEl>
                                          <p:spTgt spid="3">
                                            <p:graphicEl>
                                              <a:dgm id="{840300E8-1986-4E5A-957E-1A7E13EE1EF2}"/>
                                            </p:graphicEl>
                                          </p:spTgt>
                                        </p:tgtEl>
                                        <p:attrNameLst>
                                          <p:attrName>ppt_y</p:attrName>
                                        </p:attrNameLst>
                                      </p:cBhvr>
                                      <p:tavLst>
                                        <p:tav tm="0">
                                          <p:val>
                                            <p:strVal val="1+#ppt_h/2"/>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2" presetClass="entr" presetSubtype="4" fill="hold" grpId="0" nodeType="clickEffect">
                                  <p:stCondLst>
                                    <p:cond delay="0"/>
                                  </p:stCondLst>
                                  <p:childTnLst>
                                    <p:set>
                                      <p:cBhvr>
                                        <p:cTn id="32" dur="1" fill="hold">
                                          <p:stCondLst>
                                            <p:cond delay="0"/>
                                          </p:stCondLst>
                                        </p:cTn>
                                        <p:tgtEl>
                                          <p:spTgt spid="3">
                                            <p:graphicEl>
                                              <a:dgm id="{AA884F9F-FFA7-4F37-8823-4E7965C00220}"/>
                                            </p:graphicEl>
                                          </p:spTgt>
                                        </p:tgtEl>
                                        <p:attrNameLst>
                                          <p:attrName>style.visibility</p:attrName>
                                        </p:attrNameLst>
                                      </p:cBhvr>
                                      <p:to>
                                        <p:strVal val="visible"/>
                                      </p:to>
                                    </p:set>
                                    <p:anim calcmode="lin" valueType="num">
                                      <p:cBhvr additive="base">
                                        <p:cTn id="33" dur="500" fill="hold"/>
                                        <p:tgtEl>
                                          <p:spTgt spid="3">
                                            <p:graphicEl>
                                              <a:dgm id="{AA884F9F-FFA7-4F37-8823-4E7965C00220}"/>
                                            </p:graphicEl>
                                          </p:spTgt>
                                        </p:tgtEl>
                                        <p:attrNameLst>
                                          <p:attrName>ppt_x</p:attrName>
                                        </p:attrNameLst>
                                      </p:cBhvr>
                                      <p:tavLst>
                                        <p:tav tm="0">
                                          <p:val>
                                            <p:strVal val="#ppt_x"/>
                                          </p:val>
                                        </p:tav>
                                        <p:tav tm="100000">
                                          <p:val>
                                            <p:strVal val="#ppt_x"/>
                                          </p:val>
                                        </p:tav>
                                      </p:tavLst>
                                    </p:anim>
                                    <p:anim calcmode="lin" valueType="num">
                                      <p:cBhvr additive="base">
                                        <p:cTn id="34" dur="500" fill="hold"/>
                                        <p:tgtEl>
                                          <p:spTgt spid="3">
                                            <p:graphicEl>
                                              <a:dgm id="{AA884F9F-FFA7-4F37-8823-4E7965C00220}"/>
                                            </p:graphicEl>
                                          </p:spTgt>
                                        </p:tgtEl>
                                        <p:attrNameLst>
                                          <p:attrName>ppt_y</p:attrName>
                                        </p:attrNameLst>
                                      </p:cBhvr>
                                      <p:tavLst>
                                        <p:tav tm="0">
                                          <p:val>
                                            <p:strVal val="1+#ppt_h/2"/>
                                          </p:val>
                                        </p:tav>
                                        <p:tav tm="100000">
                                          <p:val>
                                            <p:strVal val="#ppt_y"/>
                                          </p:val>
                                        </p:tav>
                                      </p:tavLst>
                                    </p:anim>
                                  </p:childTnLst>
                                </p:cTn>
                              </p:par>
                              <p:par>
                                <p:cTn id="35" presetID="2" presetClass="entr" presetSubtype="4" fill="hold" grpId="0" nodeType="withEffect">
                                  <p:stCondLst>
                                    <p:cond delay="0"/>
                                  </p:stCondLst>
                                  <p:childTnLst>
                                    <p:set>
                                      <p:cBhvr>
                                        <p:cTn id="36" dur="1" fill="hold">
                                          <p:stCondLst>
                                            <p:cond delay="0"/>
                                          </p:stCondLst>
                                        </p:cTn>
                                        <p:tgtEl>
                                          <p:spTgt spid="3">
                                            <p:graphicEl>
                                              <a:dgm id="{F2D2F29B-C0F0-4D58-A728-34254F6073E6}"/>
                                            </p:graphicEl>
                                          </p:spTgt>
                                        </p:tgtEl>
                                        <p:attrNameLst>
                                          <p:attrName>style.visibility</p:attrName>
                                        </p:attrNameLst>
                                      </p:cBhvr>
                                      <p:to>
                                        <p:strVal val="visible"/>
                                      </p:to>
                                    </p:set>
                                    <p:anim calcmode="lin" valueType="num">
                                      <p:cBhvr additive="base">
                                        <p:cTn id="37" dur="500" fill="hold"/>
                                        <p:tgtEl>
                                          <p:spTgt spid="3">
                                            <p:graphicEl>
                                              <a:dgm id="{F2D2F29B-C0F0-4D58-A728-34254F6073E6}"/>
                                            </p:graphic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graphicEl>
                                              <a:dgm id="{F2D2F29B-C0F0-4D58-A728-34254F6073E6}"/>
                                            </p:graphicEl>
                                          </p:spTgt>
                                        </p:tgtEl>
                                        <p:attrNameLst>
                                          <p:attrName>ppt_y</p:attrName>
                                        </p:attrNameLst>
                                      </p:cBhvr>
                                      <p:tavLst>
                                        <p:tav tm="0">
                                          <p:val>
                                            <p:strVal val="1+#ppt_h/2"/>
                                          </p:val>
                                        </p:tav>
                                        <p:tav tm="100000">
                                          <p:val>
                                            <p:strVal val="#ppt_y"/>
                                          </p:val>
                                        </p:tav>
                                      </p:tavLst>
                                    </p:anim>
                                  </p:childTnLst>
                                </p:cTn>
                              </p:par>
                              <p:par>
                                <p:cTn id="39" presetID="2" presetClass="entr" presetSubtype="4" fill="hold" grpId="0" nodeType="withEffect">
                                  <p:stCondLst>
                                    <p:cond delay="0"/>
                                  </p:stCondLst>
                                  <p:childTnLst>
                                    <p:set>
                                      <p:cBhvr>
                                        <p:cTn id="40" dur="1" fill="hold">
                                          <p:stCondLst>
                                            <p:cond delay="0"/>
                                          </p:stCondLst>
                                        </p:cTn>
                                        <p:tgtEl>
                                          <p:spTgt spid="3">
                                            <p:graphicEl>
                                              <a:dgm id="{B0F5B03E-C89F-44F4-8588-623E4BFFE33F}"/>
                                            </p:graphicEl>
                                          </p:spTgt>
                                        </p:tgtEl>
                                        <p:attrNameLst>
                                          <p:attrName>style.visibility</p:attrName>
                                        </p:attrNameLst>
                                      </p:cBhvr>
                                      <p:to>
                                        <p:strVal val="visible"/>
                                      </p:to>
                                    </p:set>
                                    <p:anim calcmode="lin" valueType="num">
                                      <p:cBhvr additive="base">
                                        <p:cTn id="41" dur="500" fill="hold"/>
                                        <p:tgtEl>
                                          <p:spTgt spid="3">
                                            <p:graphicEl>
                                              <a:dgm id="{B0F5B03E-C89F-44F4-8588-623E4BFFE33F}"/>
                                            </p:graphicEl>
                                          </p:spTgt>
                                        </p:tgtEl>
                                        <p:attrNameLst>
                                          <p:attrName>ppt_x</p:attrName>
                                        </p:attrNameLst>
                                      </p:cBhvr>
                                      <p:tavLst>
                                        <p:tav tm="0">
                                          <p:val>
                                            <p:strVal val="#ppt_x"/>
                                          </p:val>
                                        </p:tav>
                                        <p:tav tm="100000">
                                          <p:val>
                                            <p:strVal val="#ppt_x"/>
                                          </p:val>
                                        </p:tav>
                                      </p:tavLst>
                                    </p:anim>
                                    <p:anim calcmode="lin" valueType="num">
                                      <p:cBhvr additive="base">
                                        <p:cTn id="42" dur="500" fill="hold"/>
                                        <p:tgtEl>
                                          <p:spTgt spid="3">
                                            <p:graphicEl>
                                              <a:dgm id="{B0F5B03E-C89F-44F4-8588-623E4BFFE33F}"/>
                                            </p:graphicEl>
                                          </p:spTgt>
                                        </p:tgtEl>
                                        <p:attrNameLst>
                                          <p:attrName>ppt_y</p:attrName>
                                        </p:attrNameLst>
                                      </p:cBhvr>
                                      <p:tavLst>
                                        <p:tav tm="0">
                                          <p:val>
                                            <p:strVal val="1+#ppt_h/2"/>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26" presetClass="entr" presetSubtype="0" fill="hold" grpId="0" nodeType="clickEffect">
                                  <p:stCondLst>
                                    <p:cond delay="0"/>
                                  </p:stCondLst>
                                  <p:childTnLst>
                                    <p:set>
                                      <p:cBhvr>
                                        <p:cTn id="46" dur="1" fill="hold">
                                          <p:stCondLst>
                                            <p:cond delay="0"/>
                                          </p:stCondLst>
                                        </p:cTn>
                                        <p:tgtEl>
                                          <p:spTgt spid="4"/>
                                        </p:tgtEl>
                                        <p:attrNameLst>
                                          <p:attrName>style.visibility</p:attrName>
                                        </p:attrNameLst>
                                      </p:cBhvr>
                                      <p:to>
                                        <p:strVal val="visible"/>
                                      </p:to>
                                    </p:set>
                                    <p:animEffect transition="in" filter="wipe(down)">
                                      <p:cBhvr>
                                        <p:cTn id="47" dur="580">
                                          <p:stCondLst>
                                            <p:cond delay="0"/>
                                          </p:stCondLst>
                                        </p:cTn>
                                        <p:tgtEl>
                                          <p:spTgt spid="4"/>
                                        </p:tgtEl>
                                      </p:cBhvr>
                                    </p:animEffect>
                                    <p:anim calcmode="lin" valueType="num">
                                      <p:cBhvr>
                                        <p:cTn id="4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4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5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5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5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53" dur="26">
                                          <p:stCondLst>
                                            <p:cond delay="650"/>
                                          </p:stCondLst>
                                        </p:cTn>
                                        <p:tgtEl>
                                          <p:spTgt spid="4"/>
                                        </p:tgtEl>
                                      </p:cBhvr>
                                      <p:to x="100000" y="60000"/>
                                    </p:animScale>
                                    <p:animScale>
                                      <p:cBhvr>
                                        <p:cTn id="54" dur="166" decel="50000">
                                          <p:stCondLst>
                                            <p:cond delay="676"/>
                                          </p:stCondLst>
                                        </p:cTn>
                                        <p:tgtEl>
                                          <p:spTgt spid="4"/>
                                        </p:tgtEl>
                                      </p:cBhvr>
                                      <p:to x="100000" y="100000"/>
                                    </p:animScale>
                                    <p:animScale>
                                      <p:cBhvr>
                                        <p:cTn id="55" dur="26">
                                          <p:stCondLst>
                                            <p:cond delay="1312"/>
                                          </p:stCondLst>
                                        </p:cTn>
                                        <p:tgtEl>
                                          <p:spTgt spid="4"/>
                                        </p:tgtEl>
                                      </p:cBhvr>
                                      <p:to x="100000" y="80000"/>
                                    </p:animScale>
                                    <p:animScale>
                                      <p:cBhvr>
                                        <p:cTn id="56" dur="166" decel="50000">
                                          <p:stCondLst>
                                            <p:cond delay="1338"/>
                                          </p:stCondLst>
                                        </p:cTn>
                                        <p:tgtEl>
                                          <p:spTgt spid="4"/>
                                        </p:tgtEl>
                                      </p:cBhvr>
                                      <p:to x="100000" y="100000"/>
                                    </p:animScale>
                                    <p:animScale>
                                      <p:cBhvr>
                                        <p:cTn id="57" dur="26">
                                          <p:stCondLst>
                                            <p:cond delay="1642"/>
                                          </p:stCondLst>
                                        </p:cTn>
                                        <p:tgtEl>
                                          <p:spTgt spid="4"/>
                                        </p:tgtEl>
                                      </p:cBhvr>
                                      <p:to x="100000" y="90000"/>
                                    </p:animScale>
                                    <p:animScale>
                                      <p:cBhvr>
                                        <p:cTn id="58" dur="166" decel="50000">
                                          <p:stCondLst>
                                            <p:cond delay="1668"/>
                                          </p:stCondLst>
                                        </p:cTn>
                                        <p:tgtEl>
                                          <p:spTgt spid="4"/>
                                        </p:tgtEl>
                                      </p:cBhvr>
                                      <p:to x="100000" y="100000"/>
                                    </p:animScale>
                                    <p:animScale>
                                      <p:cBhvr>
                                        <p:cTn id="59" dur="26">
                                          <p:stCondLst>
                                            <p:cond delay="1808"/>
                                          </p:stCondLst>
                                        </p:cTn>
                                        <p:tgtEl>
                                          <p:spTgt spid="4"/>
                                        </p:tgtEl>
                                      </p:cBhvr>
                                      <p:to x="100000" y="95000"/>
                                    </p:animScale>
                                    <p:animScale>
                                      <p:cBhvr>
                                        <p:cTn id="60" dur="166" decel="50000">
                                          <p:stCondLst>
                                            <p:cond delay="1834"/>
                                          </p:stCondLst>
                                        </p:cTn>
                                        <p:tgtEl>
                                          <p:spTgt spid="4"/>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3" grpId="0" uiExpand="1">
        <p:bldSub>
          <a:bldDgm bld="one"/>
        </p:bldSub>
      </p:bldGraphic>
      <p:bldP spid="4"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Diagram 3"/>
          <p:cNvGraphicFramePr/>
          <p:nvPr/>
        </p:nvGraphicFramePr>
        <p:xfrm>
          <a:off x="685800" y="228600"/>
          <a:ext cx="8229600" cy="64770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5" name="Left Arrow 4"/>
          <p:cNvSpPr/>
          <p:nvPr/>
        </p:nvSpPr>
        <p:spPr>
          <a:xfrm>
            <a:off x="7565408" y="251346"/>
            <a:ext cx="2569191" cy="1752600"/>
          </a:xfrm>
          <a:prstGeom prst="left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dirty="0" smtClean="0"/>
              <a:t>Sovereignty to Allah, Democracy, minorities,  </a:t>
            </a:r>
            <a:endParaRPr lang="en-US" dirty="0"/>
          </a:p>
        </p:txBody>
      </p:sp>
      <p:sp>
        <p:nvSpPr>
          <p:cNvPr id="6" name="Left Arrow 5"/>
          <p:cNvSpPr/>
          <p:nvPr/>
        </p:nvSpPr>
        <p:spPr>
          <a:xfrm>
            <a:off x="7565408" y="1874292"/>
            <a:ext cx="3102591" cy="1752600"/>
          </a:xfrm>
          <a:prstGeom prst="left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dirty="0" smtClean="0"/>
              <a:t>West Pakistan Act, </a:t>
            </a:r>
          </a:p>
          <a:p>
            <a:pPr algn="ctr"/>
            <a:r>
              <a:rPr lang="en-US" dirty="0" smtClean="0"/>
              <a:t>NA (300)</a:t>
            </a:r>
            <a:endParaRPr lang="en-US" dirty="0"/>
          </a:p>
        </p:txBody>
      </p:sp>
      <p:sp>
        <p:nvSpPr>
          <p:cNvPr id="7" name="Left Arrow 6"/>
          <p:cNvSpPr/>
          <p:nvPr/>
        </p:nvSpPr>
        <p:spPr>
          <a:xfrm>
            <a:off x="7543799" y="3601871"/>
            <a:ext cx="2590799" cy="1752600"/>
          </a:xfrm>
          <a:prstGeom prst="left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dirty="0" smtClean="0"/>
              <a:t>Urdu, Bengali</a:t>
            </a:r>
            <a:endParaRPr lang="en-US" dirty="0"/>
          </a:p>
        </p:txBody>
      </p:sp>
      <p:sp>
        <p:nvSpPr>
          <p:cNvPr id="8" name="Left Arrow 7"/>
          <p:cNvSpPr/>
          <p:nvPr/>
        </p:nvSpPr>
        <p:spPr>
          <a:xfrm>
            <a:off x="7543800" y="5247563"/>
            <a:ext cx="2590798" cy="1752600"/>
          </a:xfrm>
          <a:prstGeom prst="left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dirty="0" smtClean="0"/>
              <a:t>Parliamentary </a:t>
            </a:r>
            <a:endParaRPr lang="en-US" dirty="0"/>
          </a:p>
        </p:txBody>
      </p:sp>
      <p:sp>
        <p:nvSpPr>
          <p:cNvPr id="9" name="Vertical Scroll 8"/>
          <p:cNvSpPr/>
          <p:nvPr/>
        </p:nvSpPr>
        <p:spPr>
          <a:xfrm>
            <a:off x="10134600" y="838200"/>
            <a:ext cx="2057400" cy="5105400"/>
          </a:xfrm>
          <a:prstGeom prst="verticalScroll">
            <a:avLst/>
          </a:prstGeom>
          <a:effectLst>
            <a:glow rad="228600">
              <a:schemeClr val="accent2">
                <a:satMod val="175000"/>
                <a:alpha val="40000"/>
              </a:schemeClr>
            </a:glow>
          </a:effectLst>
        </p:spPr>
        <p:style>
          <a:lnRef idx="1">
            <a:schemeClr val="dk1"/>
          </a:lnRef>
          <a:fillRef idx="2">
            <a:schemeClr val="dk1"/>
          </a:fillRef>
          <a:effectRef idx="1">
            <a:schemeClr val="dk1"/>
          </a:effectRef>
          <a:fontRef idx="minor">
            <a:schemeClr val="dk1"/>
          </a:fontRef>
        </p:style>
        <p:txBody>
          <a:bodyPr rtlCol="0" anchor="ctr"/>
          <a:lstStyle/>
          <a:p>
            <a:pPr algn="ctr"/>
            <a:r>
              <a:rPr lang="en-US" dirty="0" smtClean="0"/>
              <a:t>Lets Compare </a:t>
            </a:r>
            <a:r>
              <a:rPr lang="en-US" sz="3600" b="1" dirty="0" smtClean="0">
                <a:solidFill>
                  <a:srgbClr val="FF0000"/>
                </a:solidFill>
              </a:rPr>
              <a:t>First </a:t>
            </a:r>
            <a:r>
              <a:rPr lang="en-US" dirty="0" smtClean="0"/>
              <a:t>Constitution  with the Challenges</a:t>
            </a:r>
            <a:endParaRPr lang="en-US" dirty="0"/>
          </a:p>
        </p:txBody>
      </p:sp>
    </p:spTree>
    <p:extLst>
      <p:ext uri="{BB962C8B-B14F-4D97-AF65-F5344CB8AC3E}">
        <p14:creationId xmlns:p14="http://schemas.microsoft.com/office/powerpoint/2010/main" val="1832597365"/>
      </p:ext>
    </p:extLst>
  </p:cSld>
  <p:clrMapOvr>
    <a:masterClrMapping/>
  </p:clrMapOvr>
  <mc:AlternateContent xmlns:mc="http://schemas.openxmlformats.org/markup-compatibility/2006" xmlns:p14="http://schemas.microsoft.com/office/powerpoint/2010/main">
    <mc:Choice Requires="p14">
      <p:transition spd="slow" p14:dur="3000">
        <p14:honeycomb/>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5" presetClass="path" presetSubtype="0" accel="50000" decel="50000" fill="hold" grpId="0" nodeType="clickEffect">
                                  <p:stCondLst>
                                    <p:cond delay="0"/>
                                  </p:stCondLst>
                                  <p:childTnLst>
                                    <p:animMotion origin="layout" path="M 5E-6 -4.44444E-6 L -0.84063 -0.01967 " pathEditMode="relative" rAng="0" ptsTypes="AA">
                                      <p:cBhvr>
                                        <p:cTn id="6" dur="2000" fill="hold"/>
                                        <p:tgtEl>
                                          <p:spTgt spid="9"/>
                                        </p:tgtEl>
                                        <p:attrNameLst>
                                          <p:attrName>ppt_x</p:attrName>
                                          <p:attrName>ppt_y</p:attrName>
                                        </p:attrNameLst>
                                      </p:cBhvr>
                                      <p:rCtr x="-42031" y="-995"/>
                                    </p:animMotion>
                                  </p:childTnLst>
                                </p:cTn>
                              </p:par>
                            </p:childTnLst>
                          </p:cTn>
                        </p:par>
                      </p:childTnLst>
                    </p:cTn>
                  </p:par>
                  <p:par>
                    <p:cTn id="7" fill="hold">
                      <p:stCondLst>
                        <p:cond delay="indefinite"/>
                      </p:stCondLst>
                      <p:childTnLst>
                        <p:par>
                          <p:cTn id="8" fill="hold">
                            <p:stCondLst>
                              <p:cond delay="0"/>
                            </p:stCondLst>
                            <p:childTnLst>
                              <p:par>
                                <p:cTn id="9" presetID="26"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wipe(down)">
                                      <p:cBhvr>
                                        <p:cTn id="11" dur="580">
                                          <p:stCondLst>
                                            <p:cond delay="0"/>
                                          </p:stCondLst>
                                        </p:cTn>
                                        <p:tgtEl>
                                          <p:spTgt spid="5"/>
                                        </p:tgtEl>
                                      </p:cBhvr>
                                    </p:animEffect>
                                    <p:anim calcmode="lin" valueType="num">
                                      <p:cBhvr>
                                        <p:cTn id="12" dur="1822" tmFilter="0,0; 0.14,0.36; 0.43,0.73; 0.71,0.91; 1.0,1.0">
                                          <p:stCondLst>
                                            <p:cond delay="0"/>
                                          </p:stCondLst>
                                        </p:cTn>
                                        <p:tgtEl>
                                          <p:spTgt spid="5"/>
                                        </p:tgtEl>
                                        <p:attrNameLst>
                                          <p:attrName>ppt_x</p:attrName>
                                        </p:attrNameLst>
                                      </p:cBhvr>
                                      <p:tavLst>
                                        <p:tav tm="0">
                                          <p:val>
                                            <p:strVal val="#ppt_x-0.25"/>
                                          </p:val>
                                        </p:tav>
                                        <p:tav tm="100000">
                                          <p:val>
                                            <p:strVal val="#ppt_x"/>
                                          </p:val>
                                        </p:tav>
                                      </p:tavLst>
                                    </p:anim>
                                    <p:anim calcmode="lin" valueType="num">
                                      <p:cBhvr>
                                        <p:cTn id="13" dur="664" tmFilter="0.0,0.0; 0.25,0.07; 0.50,0.2; 0.75,0.467; 1.0,1.0">
                                          <p:stCondLst>
                                            <p:cond delay="0"/>
                                          </p:stCondLst>
                                        </p:cTn>
                                        <p:tgtEl>
                                          <p:spTgt spid="5"/>
                                        </p:tgtEl>
                                        <p:attrNameLst>
                                          <p:attrName>ppt_y</p:attrName>
                                        </p:attrNameLst>
                                      </p:cBhvr>
                                      <p:tavLst>
                                        <p:tav tm="0" fmla="#ppt_y-sin(pi*$)/3">
                                          <p:val>
                                            <p:fltVal val="0.5"/>
                                          </p:val>
                                        </p:tav>
                                        <p:tav tm="100000">
                                          <p:val>
                                            <p:fltVal val="1"/>
                                          </p:val>
                                        </p:tav>
                                      </p:tavLst>
                                    </p:anim>
                                    <p:anim calcmode="lin" valueType="num">
                                      <p:cBhvr>
                                        <p:cTn id="14" dur="664" tmFilter="0, 0; 0.125,0.2665; 0.25,0.4; 0.375,0.465; 0.5,0.5;  0.625,0.535; 0.75,0.6; 0.875,0.7335; 1,1">
                                          <p:stCondLst>
                                            <p:cond delay="664"/>
                                          </p:stCondLst>
                                        </p:cTn>
                                        <p:tgtEl>
                                          <p:spTgt spid="5"/>
                                        </p:tgtEl>
                                        <p:attrNameLst>
                                          <p:attrName>ppt_y</p:attrName>
                                        </p:attrNameLst>
                                      </p:cBhvr>
                                      <p:tavLst>
                                        <p:tav tm="0" fmla="#ppt_y-sin(pi*$)/9">
                                          <p:val>
                                            <p:fltVal val="0"/>
                                          </p:val>
                                        </p:tav>
                                        <p:tav tm="100000">
                                          <p:val>
                                            <p:fltVal val="1"/>
                                          </p:val>
                                        </p:tav>
                                      </p:tavLst>
                                    </p:anim>
                                    <p:anim calcmode="lin" valueType="num">
                                      <p:cBhvr>
                                        <p:cTn id="15" dur="332" tmFilter="0, 0; 0.125,0.2665; 0.25,0.4; 0.375,0.465; 0.5,0.5;  0.625,0.535; 0.75,0.6; 0.875,0.7335; 1,1">
                                          <p:stCondLst>
                                            <p:cond delay="1324"/>
                                          </p:stCondLst>
                                        </p:cTn>
                                        <p:tgtEl>
                                          <p:spTgt spid="5"/>
                                        </p:tgtEl>
                                        <p:attrNameLst>
                                          <p:attrName>ppt_y</p:attrName>
                                        </p:attrNameLst>
                                      </p:cBhvr>
                                      <p:tavLst>
                                        <p:tav tm="0" fmla="#ppt_y-sin(pi*$)/27">
                                          <p:val>
                                            <p:fltVal val="0"/>
                                          </p:val>
                                        </p:tav>
                                        <p:tav tm="100000">
                                          <p:val>
                                            <p:fltVal val="1"/>
                                          </p:val>
                                        </p:tav>
                                      </p:tavLst>
                                    </p:anim>
                                    <p:anim calcmode="lin" valueType="num">
                                      <p:cBhvr>
                                        <p:cTn id="16" dur="164" tmFilter="0, 0; 0.125,0.2665; 0.25,0.4; 0.375,0.465; 0.5,0.5;  0.625,0.535; 0.75,0.6; 0.875,0.7335; 1,1">
                                          <p:stCondLst>
                                            <p:cond delay="1656"/>
                                          </p:stCondLst>
                                        </p:cTn>
                                        <p:tgtEl>
                                          <p:spTgt spid="5"/>
                                        </p:tgtEl>
                                        <p:attrNameLst>
                                          <p:attrName>ppt_y</p:attrName>
                                        </p:attrNameLst>
                                      </p:cBhvr>
                                      <p:tavLst>
                                        <p:tav tm="0" fmla="#ppt_y-sin(pi*$)/81">
                                          <p:val>
                                            <p:fltVal val="0"/>
                                          </p:val>
                                        </p:tav>
                                        <p:tav tm="100000">
                                          <p:val>
                                            <p:fltVal val="1"/>
                                          </p:val>
                                        </p:tav>
                                      </p:tavLst>
                                    </p:anim>
                                    <p:animScale>
                                      <p:cBhvr>
                                        <p:cTn id="17" dur="26">
                                          <p:stCondLst>
                                            <p:cond delay="650"/>
                                          </p:stCondLst>
                                        </p:cTn>
                                        <p:tgtEl>
                                          <p:spTgt spid="5"/>
                                        </p:tgtEl>
                                      </p:cBhvr>
                                      <p:to x="100000" y="60000"/>
                                    </p:animScale>
                                    <p:animScale>
                                      <p:cBhvr>
                                        <p:cTn id="18" dur="166" decel="50000">
                                          <p:stCondLst>
                                            <p:cond delay="676"/>
                                          </p:stCondLst>
                                        </p:cTn>
                                        <p:tgtEl>
                                          <p:spTgt spid="5"/>
                                        </p:tgtEl>
                                      </p:cBhvr>
                                      <p:to x="100000" y="100000"/>
                                    </p:animScale>
                                    <p:animScale>
                                      <p:cBhvr>
                                        <p:cTn id="19" dur="26">
                                          <p:stCondLst>
                                            <p:cond delay="1312"/>
                                          </p:stCondLst>
                                        </p:cTn>
                                        <p:tgtEl>
                                          <p:spTgt spid="5"/>
                                        </p:tgtEl>
                                      </p:cBhvr>
                                      <p:to x="100000" y="80000"/>
                                    </p:animScale>
                                    <p:animScale>
                                      <p:cBhvr>
                                        <p:cTn id="20" dur="166" decel="50000">
                                          <p:stCondLst>
                                            <p:cond delay="1338"/>
                                          </p:stCondLst>
                                        </p:cTn>
                                        <p:tgtEl>
                                          <p:spTgt spid="5"/>
                                        </p:tgtEl>
                                      </p:cBhvr>
                                      <p:to x="100000" y="100000"/>
                                    </p:animScale>
                                    <p:animScale>
                                      <p:cBhvr>
                                        <p:cTn id="21" dur="26">
                                          <p:stCondLst>
                                            <p:cond delay="1642"/>
                                          </p:stCondLst>
                                        </p:cTn>
                                        <p:tgtEl>
                                          <p:spTgt spid="5"/>
                                        </p:tgtEl>
                                      </p:cBhvr>
                                      <p:to x="100000" y="90000"/>
                                    </p:animScale>
                                    <p:animScale>
                                      <p:cBhvr>
                                        <p:cTn id="22" dur="166" decel="50000">
                                          <p:stCondLst>
                                            <p:cond delay="1668"/>
                                          </p:stCondLst>
                                        </p:cTn>
                                        <p:tgtEl>
                                          <p:spTgt spid="5"/>
                                        </p:tgtEl>
                                      </p:cBhvr>
                                      <p:to x="100000" y="100000"/>
                                    </p:animScale>
                                    <p:animScale>
                                      <p:cBhvr>
                                        <p:cTn id="23" dur="26">
                                          <p:stCondLst>
                                            <p:cond delay="1808"/>
                                          </p:stCondLst>
                                        </p:cTn>
                                        <p:tgtEl>
                                          <p:spTgt spid="5"/>
                                        </p:tgtEl>
                                      </p:cBhvr>
                                      <p:to x="100000" y="95000"/>
                                    </p:animScale>
                                    <p:animScale>
                                      <p:cBhvr>
                                        <p:cTn id="24" dur="166" decel="50000">
                                          <p:stCondLst>
                                            <p:cond delay="1834"/>
                                          </p:stCondLst>
                                        </p:cTn>
                                        <p:tgtEl>
                                          <p:spTgt spid="5"/>
                                        </p:tgtEl>
                                      </p:cBhvr>
                                      <p:to x="100000" y="100000"/>
                                    </p:animScale>
                                  </p:childTnLst>
                                </p:cTn>
                              </p:par>
                            </p:childTnLst>
                          </p:cTn>
                        </p:par>
                      </p:childTnLst>
                    </p:cTn>
                  </p:par>
                  <p:par>
                    <p:cTn id="25" fill="hold">
                      <p:stCondLst>
                        <p:cond delay="indefinite"/>
                      </p:stCondLst>
                      <p:childTnLst>
                        <p:par>
                          <p:cTn id="26" fill="hold">
                            <p:stCondLst>
                              <p:cond delay="0"/>
                            </p:stCondLst>
                            <p:childTnLst>
                              <p:par>
                                <p:cTn id="27" presetID="26" presetClass="entr" presetSubtype="0" fill="hold" grpId="0" nodeType="clickEffect">
                                  <p:stCondLst>
                                    <p:cond delay="0"/>
                                  </p:stCondLst>
                                  <p:childTnLst>
                                    <p:set>
                                      <p:cBhvr>
                                        <p:cTn id="28" dur="1" fill="hold">
                                          <p:stCondLst>
                                            <p:cond delay="0"/>
                                          </p:stCondLst>
                                        </p:cTn>
                                        <p:tgtEl>
                                          <p:spTgt spid="6"/>
                                        </p:tgtEl>
                                        <p:attrNameLst>
                                          <p:attrName>style.visibility</p:attrName>
                                        </p:attrNameLst>
                                      </p:cBhvr>
                                      <p:to>
                                        <p:strVal val="visible"/>
                                      </p:to>
                                    </p:set>
                                    <p:animEffect transition="in" filter="wipe(down)">
                                      <p:cBhvr>
                                        <p:cTn id="29" dur="580">
                                          <p:stCondLst>
                                            <p:cond delay="0"/>
                                          </p:stCondLst>
                                        </p:cTn>
                                        <p:tgtEl>
                                          <p:spTgt spid="6"/>
                                        </p:tgtEl>
                                      </p:cBhvr>
                                    </p:animEffect>
                                    <p:anim calcmode="lin" valueType="num">
                                      <p:cBhvr>
                                        <p:cTn id="30" dur="1822" tmFilter="0,0; 0.14,0.36; 0.43,0.73; 0.71,0.91; 1.0,1.0">
                                          <p:stCondLst>
                                            <p:cond delay="0"/>
                                          </p:stCondLst>
                                        </p:cTn>
                                        <p:tgtEl>
                                          <p:spTgt spid="6"/>
                                        </p:tgtEl>
                                        <p:attrNameLst>
                                          <p:attrName>ppt_x</p:attrName>
                                        </p:attrNameLst>
                                      </p:cBhvr>
                                      <p:tavLst>
                                        <p:tav tm="0">
                                          <p:val>
                                            <p:strVal val="#ppt_x-0.25"/>
                                          </p:val>
                                        </p:tav>
                                        <p:tav tm="100000">
                                          <p:val>
                                            <p:strVal val="#ppt_x"/>
                                          </p:val>
                                        </p:tav>
                                      </p:tavLst>
                                    </p:anim>
                                    <p:anim calcmode="lin" valueType="num">
                                      <p:cBhvr>
                                        <p:cTn id="31" dur="664" tmFilter="0.0,0.0; 0.25,0.07; 0.50,0.2; 0.75,0.467; 1.0,1.0">
                                          <p:stCondLst>
                                            <p:cond delay="0"/>
                                          </p:stCondLst>
                                        </p:cTn>
                                        <p:tgtEl>
                                          <p:spTgt spid="6"/>
                                        </p:tgtEl>
                                        <p:attrNameLst>
                                          <p:attrName>ppt_y</p:attrName>
                                        </p:attrNameLst>
                                      </p:cBhvr>
                                      <p:tavLst>
                                        <p:tav tm="0" fmla="#ppt_y-sin(pi*$)/3">
                                          <p:val>
                                            <p:fltVal val="0.5"/>
                                          </p:val>
                                        </p:tav>
                                        <p:tav tm="100000">
                                          <p:val>
                                            <p:fltVal val="1"/>
                                          </p:val>
                                        </p:tav>
                                      </p:tavLst>
                                    </p:anim>
                                    <p:anim calcmode="lin" valueType="num">
                                      <p:cBhvr>
                                        <p:cTn id="32" dur="664" tmFilter="0, 0; 0.125,0.2665; 0.25,0.4; 0.375,0.465; 0.5,0.5;  0.625,0.535; 0.75,0.6; 0.875,0.7335; 1,1">
                                          <p:stCondLst>
                                            <p:cond delay="664"/>
                                          </p:stCondLst>
                                        </p:cTn>
                                        <p:tgtEl>
                                          <p:spTgt spid="6"/>
                                        </p:tgtEl>
                                        <p:attrNameLst>
                                          <p:attrName>ppt_y</p:attrName>
                                        </p:attrNameLst>
                                      </p:cBhvr>
                                      <p:tavLst>
                                        <p:tav tm="0" fmla="#ppt_y-sin(pi*$)/9">
                                          <p:val>
                                            <p:fltVal val="0"/>
                                          </p:val>
                                        </p:tav>
                                        <p:tav tm="100000">
                                          <p:val>
                                            <p:fltVal val="1"/>
                                          </p:val>
                                        </p:tav>
                                      </p:tavLst>
                                    </p:anim>
                                    <p:anim calcmode="lin" valueType="num">
                                      <p:cBhvr>
                                        <p:cTn id="33" dur="332" tmFilter="0, 0; 0.125,0.2665; 0.25,0.4; 0.375,0.465; 0.5,0.5;  0.625,0.535; 0.75,0.6; 0.875,0.7335; 1,1">
                                          <p:stCondLst>
                                            <p:cond delay="1324"/>
                                          </p:stCondLst>
                                        </p:cTn>
                                        <p:tgtEl>
                                          <p:spTgt spid="6"/>
                                        </p:tgtEl>
                                        <p:attrNameLst>
                                          <p:attrName>ppt_y</p:attrName>
                                        </p:attrNameLst>
                                      </p:cBhvr>
                                      <p:tavLst>
                                        <p:tav tm="0" fmla="#ppt_y-sin(pi*$)/27">
                                          <p:val>
                                            <p:fltVal val="0"/>
                                          </p:val>
                                        </p:tav>
                                        <p:tav tm="100000">
                                          <p:val>
                                            <p:fltVal val="1"/>
                                          </p:val>
                                        </p:tav>
                                      </p:tavLst>
                                    </p:anim>
                                    <p:anim calcmode="lin" valueType="num">
                                      <p:cBhvr>
                                        <p:cTn id="34" dur="164" tmFilter="0, 0; 0.125,0.2665; 0.25,0.4; 0.375,0.465; 0.5,0.5;  0.625,0.535; 0.75,0.6; 0.875,0.7335; 1,1">
                                          <p:stCondLst>
                                            <p:cond delay="1656"/>
                                          </p:stCondLst>
                                        </p:cTn>
                                        <p:tgtEl>
                                          <p:spTgt spid="6"/>
                                        </p:tgtEl>
                                        <p:attrNameLst>
                                          <p:attrName>ppt_y</p:attrName>
                                        </p:attrNameLst>
                                      </p:cBhvr>
                                      <p:tavLst>
                                        <p:tav tm="0" fmla="#ppt_y-sin(pi*$)/81">
                                          <p:val>
                                            <p:fltVal val="0"/>
                                          </p:val>
                                        </p:tav>
                                        <p:tav tm="100000">
                                          <p:val>
                                            <p:fltVal val="1"/>
                                          </p:val>
                                        </p:tav>
                                      </p:tavLst>
                                    </p:anim>
                                    <p:animScale>
                                      <p:cBhvr>
                                        <p:cTn id="35" dur="26">
                                          <p:stCondLst>
                                            <p:cond delay="650"/>
                                          </p:stCondLst>
                                        </p:cTn>
                                        <p:tgtEl>
                                          <p:spTgt spid="6"/>
                                        </p:tgtEl>
                                      </p:cBhvr>
                                      <p:to x="100000" y="60000"/>
                                    </p:animScale>
                                    <p:animScale>
                                      <p:cBhvr>
                                        <p:cTn id="36" dur="166" decel="50000">
                                          <p:stCondLst>
                                            <p:cond delay="676"/>
                                          </p:stCondLst>
                                        </p:cTn>
                                        <p:tgtEl>
                                          <p:spTgt spid="6"/>
                                        </p:tgtEl>
                                      </p:cBhvr>
                                      <p:to x="100000" y="100000"/>
                                    </p:animScale>
                                    <p:animScale>
                                      <p:cBhvr>
                                        <p:cTn id="37" dur="26">
                                          <p:stCondLst>
                                            <p:cond delay="1312"/>
                                          </p:stCondLst>
                                        </p:cTn>
                                        <p:tgtEl>
                                          <p:spTgt spid="6"/>
                                        </p:tgtEl>
                                      </p:cBhvr>
                                      <p:to x="100000" y="80000"/>
                                    </p:animScale>
                                    <p:animScale>
                                      <p:cBhvr>
                                        <p:cTn id="38" dur="166" decel="50000">
                                          <p:stCondLst>
                                            <p:cond delay="1338"/>
                                          </p:stCondLst>
                                        </p:cTn>
                                        <p:tgtEl>
                                          <p:spTgt spid="6"/>
                                        </p:tgtEl>
                                      </p:cBhvr>
                                      <p:to x="100000" y="100000"/>
                                    </p:animScale>
                                    <p:animScale>
                                      <p:cBhvr>
                                        <p:cTn id="39" dur="26">
                                          <p:stCondLst>
                                            <p:cond delay="1642"/>
                                          </p:stCondLst>
                                        </p:cTn>
                                        <p:tgtEl>
                                          <p:spTgt spid="6"/>
                                        </p:tgtEl>
                                      </p:cBhvr>
                                      <p:to x="100000" y="90000"/>
                                    </p:animScale>
                                    <p:animScale>
                                      <p:cBhvr>
                                        <p:cTn id="40" dur="166" decel="50000">
                                          <p:stCondLst>
                                            <p:cond delay="1668"/>
                                          </p:stCondLst>
                                        </p:cTn>
                                        <p:tgtEl>
                                          <p:spTgt spid="6"/>
                                        </p:tgtEl>
                                      </p:cBhvr>
                                      <p:to x="100000" y="100000"/>
                                    </p:animScale>
                                    <p:animScale>
                                      <p:cBhvr>
                                        <p:cTn id="41" dur="26">
                                          <p:stCondLst>
                                            <p:cond delay="1808"/>
                                          </p:stCondLst>
                                        </p:cTn>
                                        <p:tgtEl>
                                          <p:spTgt spid="6"/>
                                        </p:tgtEl>
                                      </p:cBhvr>
                                      <p:to x="100000" y="95000"/>
                                    </p:animScale>
                                    <p:animScale>
                                      <p:cBhvr>
                                        <p:cTn id="42" dur="166" decel="50000">
                                          <p:stCondLst>
                                            <p:cond delay="1834"/>
                                          </p:stCondLst>
                                        </p:cTn>
                                        <p:tgtEl>
                                          <p:spTgt spid="6"/>
                                        </p:tgtEl>
                                      </p:cBhvr>
                                      <p:to x="100000" y="100000"/>
                                    </p:animScale>
                                  </p:childTnLst>
                                </p:cTn>
                              </p:par>
                            </p:childTnLst>
                          </p:cTn>
                        </p:par>
                      </p:childTnLst>
                    </p:cTn>
                  </p:par>
                  <p:par>
                    <p:cTn id="43" fill="hold">
                      <p:stCondLst>
                        <p:cond delay="indefinite"/>
                      </p:stCondLst>
                      <p:childTnLst>
                        <p:par>
                          <p:cTn id="44" fill="hold">
                            <p:stCondLst>
                              <p:cond delay="0"/>
                            </p:stCondLst>
                            <p:childTnLst>
                              <p:par>
                                <p:cTn id="45" presetID="26" presetClass="entr" presetSubtype="0" fill="hold" grpId="0" nodeType="clickEffect">
                                  <p:stCondLst>
                                    <p:cond delay="0"/>
                                  </p:stCondLst>
                                  <p:childTnLst>
                                    <p:set>
                                      <p:cBhvr>
                                        <p:cTn id="46" dur="1" fill="hold">
                                          <p:stCondLst>
                                            <p:cond delay="0"/>
                                          </p:stCondLst>
                                        </p:cTn>
                                        <p:tgtEl>
                                          <p:spTgt spid="7"/>
                                        </p:tgtEl>
                                        <p:attrNameLst>
                                          <p:attrName>style.visibility</p:attrName>
                                        </p:attrNameLst>
                                      </p:cBhvr>
                                      <p:to>
                                        <p:strVal val="visible"/>
                                      </p:to>
                                    </p:set>
                                    <p:animEffect transition="in" filter="wipe(down)">
                                      <p:cBhvr>
                                        <p:cTn id="47" dur="580">
                                          <p:stCondLst>
                                            <p:cond delay="0"/>
                                          </p:stCondLst>
                                        </p:cTn>
                                        <p:tgtEl>
                                          <p:spTgt spid="7"/>
                                        </p:tgtEl>
                                      </p:cBhvr>
                                    </p:animEffect>
                                    <p:anim calcmode="lin" valueType="num">
                                      <p:cBhvr>
                                        <p:cTn id="48" dur="1822" tmFilter="0,0; 0.14,0.36; 0.43,0.73; 0.71,0.91; 1.0,1.0">
                                          <p:stCondLst>
                                            <p:cond delay="0"/>
                                          </p:stCondLst>
                                        </p:cTn>
                                        <p:tgtEl>
                                          <p:spTgt spid="7"/>
                                        </p:tgtEl>
                                        <p:attrNameLst>
                                          <p:attrName>ppt_x</p:attrName>
                                        </p:attrNameLst>
                                      </p:cBhvr>
                                      <p:tavLst>
                                        <p:tav tm="0">
                                          <p:val>
                                            <p:strVal val="#ppt_x-0.25"/>
                                          </p:val>
                                        </p:tav>
                                        <p:tav tm="100000">
                                          <p:val>
                                            <p:strVal val="#ppt_x"/>
                                          </p:val>
                                        </p:tav>
                                      </p:tavLst>
                                    </p:anim>
                                    <p:anim calcmode="lin" valueType="num">
                                      <p:cBhvr>
                                        <p:cTn id="49" dur="664" tmFilter="0.0,0.0; 0.25,0.07; 0.50,0.2; 0.75,0.467; 1.0,1.0">
                                          <p:stCondLst>
                                            <p:cond delay="0"/>
                                          </p:stCondLst>
                                        </p:cTn>
                                        <p:tgtEl>
                                          <p:spTgt spid="7"/>
                                        </p:tgtEl>
                                        <p:attrNameLst>
                                          <p:attrName>ppt_y</p:attrName>
                                        </p:attrNameLst>
                                      </p:cBhvr>
                                      <p:tavLst>
                                        <p:tav tm="0" fmla="#ppt_y-sin(pi*$)/3">
                                          <p:val>
                                            <p:fltVal val="0.5"/>
                                          </p:val>
                                        </p:tav>
                                        <p:tav tm="100000">
                                          <p:val>
                                            <p:fltVal val="1"/>
                                          </p:val>
                                        </p:tav>
                                      </p:tavLst>
                                    </p:anim>
                                    <p:anim calcmode="lin" valueType="num">
                                      <p:cBhvr>
                                        <p:cTn id="50" dur="664" tmFilter="0, 0; 0.125,0.2665; 0.25,0.4; 0.375,0.465; 0.5,0.5;  0.625,0.535; 0.75,0.6; 0.875,0.7335; 1,1">
                                          <p:stCondLst>
                                            <p:cond delay="664"/>
                                          </p:stCondLst>
                                        </p:cTn>
                                        <p:tgtEl>
                                          <p:spTgt spid="7"/>
                                        </p:tgtEl>
                                        <p:attrNameLst>
                                          <p:attrName>ppt_y</p:attrName>
                                        </p:attrNameLst>
                                      </p:cBhvr>
                                      <p:tavLst>
                                        <p:tav tm="0" fmla="#ppt_y-sin(pi*$)/9">
                                          <p:val>
                                            <p:fltVal val="0"/>
                                          </p:val>
                                        </p:tav>
                                        <p:tav tm="100000">
                                          <p:val>
                                            <p:fltVal val="1"/>
                                          </p:val>
                                        </p:tav>
                                      </p:tavLst>
                                    </p:anim>
                                    <p:anim calcmode="lin" valueType="num">
                                      <p:cBhvr>
                                        <p:cTn id="51" dur="332" tmFilter="0, 0; 0.125,0.2665; 0.25,0.4; 0.375,0.465; 0.5,0.5;  0.625,0.535; 0.75,0.6; 0.875,0.7335; 1,1">
                                          <p:stCondLst>
                                            <p:cond delay="1324"/>
                                          </p:stCondLst>
                                        </p:cTn>
                                        <p:tgtEl>
                                          <p:spTgt spid="7"/>
                                        </p:tgtEl>
                                        <p:attrNameLst>
                                          <p:attrName>ppt_y</p:attrName>
                                        </p:attrNameLst>
                                      </p:cBhvr>
                                      <p:tavLst>
                                        <p:tav tm="0" fmla="#ppt_y-sin(pi*$)/27">
                                          <p:val>
                                            <p:fltVal val="0"/>
                                          </p:val>
                                        </p:tav>
                                        <p:tav tm="100000">
                                          <p:val>
                                            <p:fltVal val="1"/>
                                          </p:val>
                                        </p:tav>
                                      </p:tavLst>
                                    </p:anim>
                                    <p:anim calcmode="lin" valueType="num">
                                      <p:cBhvr>
                                        <p:cTn id="52" dur="164" tmFilter="0, 0; 0.125,0.2665; 0.25,0.4; 0.375,0.465; 0.5,0.5;  0.625,0.535; 0.75,0.6; 0.875,0.7335; 1,1">
                                          <p:stCondLst>
                                            <p:cond delay="1656"/>
                                          </p:stCondLst>
                                        </p:cTn>
                                        <p:tgtEl>
                                          <p:spTgt spid="7"/>
                                        </p:tgtEl>
                                        <p:attrNameLst>
                                          <p:attrName>ppt_y</p:attrName>
                                        </p:attrNameLst>
                                      </p:cBhvr>
                                      <p:tavLst>
                                        <p:tav tm="0" fmla="#ppt_y-sin(pi*$)/81">
                                          <p:val>
                                            <p:fltVal val="0"/>
                                          </p:val>
                                        </p:tav>
                                        <p:tav tm="100000">
                                          <p:val>
                                            <p:fltVal val="1"/>
                                          </p:val>
                                        </p:tav>
                                      </p:tavLst>
                                    </p:anim>
                                    <p:animScale>
                                      <p:cBhvr>
                                        <p:cTn id="53" dur="26">
                                          <p:stCondLst>
                                            <p:cond delay="650"/>
                                          </p:stCondLst>
                                        </p:cTn>
                                        <p:tgtEl>
                                          <p:spTgt spid="7"/>
                                        </p:tgtEl>
                                      </p:cBhvr>
                                      <p:to x="100000" y="60000"/>
                                    </p:animScale>
                                    <p:animScale>
                                      <p:cBhvr>
                                        <p:cTn id="54" dur="166" decel="50000">
                                          <p:stCondLst>
                                            <p:cond delay="676"/>
                                          </p:stCondLst>
                                        </p:cTn>
                                        <p:tgtEl>
                                          <p:spTgt spid="7"/>
                                        </p:tgtEl>
                                      </p:cBhvr>
                                      <p:to x="100000" y="100000"/>
                                    </p:animScale>
                                    <p:animScale>
                                      <p:cBhvr>
                                        <p:cTn id="55" dur="26">
                                          <p:stCondLst>
                                            <p:cond delay="1312"/>
                                          </p:stCondLst>
                                        </p:cTn>
                                        <p:tgtEl>
                                          <p:spTgt spid="7"/>
                                        </p:tgtEl>
                                      </p:cBhvr>
                                      <p:to x="100000" y="80000"/>
                                    </p:animScale>
                                    <p:animScale>
                                      <p:cBhvr>
                                        <p:cTn id="56" dur="166" decel="50000">
                                          <p:stCondLst>
                                            <p:cond delay="1338"/>
                                          </p:stCondLst>
                                        </p:cTn>
                                        <p:tgtEl>
                                          <p:spTgt spid="7"/>
                                        </p:tgtEl>
                                      </p:cBhvr>
                                      <p:to x="100000" y="100000"/>
                                    </p:animScale>
                                    <p:animScale>
                                      <p:cBhvr>
                                        <p:cTn id="57" dur="26">
                                          <p:stCondLst>
                                            <p:cond delay="1642"/>
                                          </p:stCondLst>
                                        </p:cTn>
                                        <p:tgtEl>
                                          <p:spTgt spid="7"/>
                                        </p:tgtEl>
                                      </p:cBhvr>
                                      <p:to x="100000" y="90000"/>
                                    </p:animScale>
                                    <p:animScale>
                                      <p:cBhvr>
                                        <p:cTn id="58" dur="166" decel="50000">
                                          <p:stCondLst>
                                            <p:cond delay="1668"/>
                                          </p:stCondLst>
                                        </p:cTn>
                                        <p:tgtEl>
                                          <p:spTgt spid="7"/>
                                        </p:tgtEl>
                                      </p:cBhvr>
                                      <p:to x="100000" y="100000"/>
                                    </p:animScale>
                                    <p:animScale>
                                      <p:cBhvr>
                                        <p:cTn id="59" dur="26">
                                          <p:stCondLst>
                                            <p:cond delay="1808"/>
                                          </p:stCondLst>
                                        </p:cTn>
                                        <p:tgtEl>
                                          <p:spTgt spid="7"/>
                                        </p:tgtEl>
                                      </p:cBhvr>
                                      <p:to x="100000" y="95000"/>
                                    </p:animScale>
                                    <p:animScale>
                                      <p:cBhvr>
                                        <p:cTn id="60" dur="166" decel="50000">
                                          <p:stCondLst>
                                            <p:cond delay="1834"/>
                                          </p:stCondLst>
                                        </p:cTn>
                                        <p:tgtEl>
                                          <p:spTgt spid="7"/>
                                        </p:tgtEl>
                                      </p:cBhvr>
                                      <p:to x="100000" y="100000"/>
                                    </p:animScale>
                                  </p:childTnLst>
                                </p:cTn>
                              </p:par>
                            </p:childTnLst>
                          </p:cTn>
                        </p:par>
                      </p:childTnLst>
                    </p:cTn>
                  </p:par>
                  <p:par>
                    <p:cTn id="61" fill="hold">
                      <p:stCondLst>
                        <p:cond delay="indefinite"/>
                      </p:stCondLst>
                      <p:childTnLst>
                        <p:par>
                          <p:cTn id="62" fill="hold">
                            <p:stCondLst>
                              <p:cond delay="0"/>
                            </p:stCondLst>
                            <p:childTnLst>
                              <p:par>
                                <p:cTn id="63" presetID="26" presetClass="entr" presetSubtype="0" fill="hold" grpId="0" nodeType="clickEffect">
                                  <p:stCondLst>
                                    <p:cond delay="0"/>
                                  </p:stCondLst>
                                  <p:childTnLst>
                                    <p:set>
                                      <p:cBhvr>
                                        <p:cTn id="64" dur="1" fill="hold">
                                          <p:stCondLst>
                                            <p:cond delay="0"/>
                                          </p:stCondLst>
                                        </p:cTn>
                                        <p:tgtEl>
                                          <p:spTgt spid="8"/>
                                        </p:tgtEl>
                                        <p:attrNameLst>
                                          <p:attrName>style.visibility</p:attrName>
                                        </p:attrNameLst>
                                      </p:cBhvr>
                                      <p:to>
                                        <p:strVal val="visible"/>
                                      </p:to>
                                    </p:set>
                                    <p:animEffect transition="in" filter="wipe(down)">
                                      <p:cBhvr>
                                        <p:cTn id="65" dur="580">
                                          <p:stCondLst>
                                            <p:cond delay="0"/>
                                          </p:stCondLst>
                                        </p:cTn>
                                        <p:tgtEl>
                                          <p:spTgt spid="8"/>
                                        </p:tgtEl>
                                      </p:cBhvr>
                                    </p:animEffect>
                                    <p:anim calcmode="lin" valueType="num">
                                      <p:cBhvr>
                                        <p:cTn id="66" dur="1822" tmFilter="0,0; 0.14,0.36; 0.43,0.73; 0.71,0.91; 1.0,1.0">
                                          <p:stCondLst>
                                            <p:cond delay="0"/>
                                          </p:stCondLst>
                                        </p:cTn>
                                        <p:tgtEl>
                                          <p:spTgt spid="8"/>
                                        </p:tgtEl>
                                        <p:attrNameLst>
                                          <p:attrName>ppt_x</p:attrName>
                                        </p:attrNameLst>
                                      </p:cBhvr>
                                      <p:tavLst>
                                        <p:tav tm="0">
                                          <p:val>
                                            <p:strVal val="#ppt_x-0.25"/>
                                          </p:val>
                                        </p:tav>
                                        <p:tav tm="100000">
                                          <p:val>
                                            <p:strVal val="#ppt_x"/>
                                          </p:val>
                                        </p:tav>
                                      </p:tavLst>
                                    </p:anim>
                                    <p:anim calcmode="lin" valueType="num">
                                      <p:cBhvr>
                                        <p:cTn id="67" dur="664" tmFilter="0.0,0.0; 0.25,0.07; 0.50,0.2; 0.75,0.467; 1.0,1.0">
                                          <p:stCondLst>
                                            <p:cond delay="0"/>
                                          </p:stCondLst>
                                        </p:cTn>
                                        <p:tgtEl>
                                          <p:spTgt spid="8"/>
                                        </p:tgtEl>
                                        <p:attrNameLst>
                                          <p:attrName>ppt_y</p:attrName>
                                        </p:attrNameLst>
                                      </p:cBhvr>
                                      <p:tavLst>
                                        <p:tav tm="0" fmla="#ppt_y-sin(pi*$)/3">
                                          <p:val>
                                            <p:fltVal val="0.5"/>
                                          </p:val>
                                        </p:tav>
                                        <p:tav tm="100000">
                                          <p:val>
                                            <p:fltVal val="1"/>
                                          </p:val>
                                        </p:tav>
                                      </p:tavLst>
                                    </p:anim>
                                    <p:anim calcmode="lin" valueType="num">
                                      <p:cBhvr>
                                        <p:cTn id="68" dur="664" tmFilter="0, 0; 0.125,0.2665; 0.25,0.4; 0.375,0.465; 0.5,0.5;  0.625,0.535; 0.75,0.6; 0.875,0.7335; 1,1">
                                          <p:stCondLst>
                                            <p:cond delay="664"/>
                                          </p:stCondLst>
                                        </p:cTn>
                                        <p:tgtEl>
                                          <p:spTgt spid="8"/>
                                        </p:tgtEl>
                                        <p:attrNameLst>
                                          <p:attrName>ppt_y</p:attrName>
                                        </p:attrNameLst>
                                      </p:cBhvr>
                                      <p:tavLst>
                                        <p:tav tm="0" fmla="#ppt_y-sin(pi*$)/9">
                                          <p:val>
                                            <p:fltVal val="0"/>
                                          </p:val>
                                        </p:tav>
                                        <p:tav tm="100000">
                                          <p:val>
                                            <p:fltVal val="1"/>
                                          </p:val>
                                        </p:tav>
                                      </p:tavLst>
                                    </p:anim>
                                    <p:anim calcmode="lin" valueType="num">
                                      <p:cBhvr>
                                        <p:cTn id="69" dur="332" tmFilter="0, 0; 0.125,0.2665; 0.25,0.4; 0.375,0.465; 0.5,0.5;  0.625,0.535; 0.75,0.6; 0.875,0.7335; 1,1">
                                          <p:stCondLst>
                                            <p:cond delay="1324"/>
                                          </p:stCondLst>
                                        </p:cTn>
                                        <p:tgtEl>
                                          <p:spTgt spid="8"/>
                                        </p:tgtEl>
                                        <p:attrNameLst>
                                          <p:attrName>ppt_y</p:attrName>
                                        </p:attrNameLst>
                                      </p:cBhvr>
                                      <p:tavLst>
                                        <p:tav tm="0" fmla="#ppt_y-sin(pi*$)/27">
                                          <p:val>
                                            <p:fltVal val="0"/>
                                          </p:val>
                                        </p:tav>
                                        <p:tav tm="100000">
                                          <p:val>
                                            <p:fltVal val="1"/>
                                          </p:val>
                                        </p:tav>
                                      </p:tavLst>
                                    </p:anim>
                                    <p:anim calcmode="lin" valueType="num">
                                      <p:cBhvr>
                                        <p:cTn id="70" dur="164" tmFilter="0, 0; 0.125,0.2665; 0.25,0.4; 0.375,0.465; 0.5,0.5;  0.625,0.535; 0.75,0.6; 0.875,0.7335; 1,1">
                                          <p:stCondLst>
                                            <p:cond delay="1656"/>
                                          </p:stCondLst>
                                        </p:cTn>
                                        <p:tgtEl>
                                          <p:spTgt spid="8"/>
                                        </p:tgtEl>
                                        <p:attrNameLst>
                                          <p:attrName>ppt_y</p:attrName>
                                        </p:attrNameLst>
                                      </p:cBhvr>
                                      <p:tavLst>
                                        <p:tav tm="0" fmla="#ppt_y-sin(pi*$)/81">
                                          <p:val>
                                            <p:fltVal val="0"/>
                                          </p:val>
                                        </p:tav>
                                        <p:tav tm="100000">
                                          <p:val>
                                            <p:fltVal val="1"/>
                                          </p:val>
                                        </p:tav>
                                      </p:tavLst>
                                    </p:anim>
                                    <p:animScale>
                                      <p:cBhvr>
                                        <p:cTn id="71" dur="26">
                                          <p:stCondLst>
                                            <p:cond delay="650"/>
                                          </p:stCondLst>
                                        </p:cTn>
                                        <p:tgtEl>
                                          <p:spTgt spid="8"/>
                                        </p:tgtEl>
                                      </p:cBhvr>
                                      <p:to x="100000" y="60000"/>
                                    </p:animScale>
                                    <p:animScale>
                                      <p:cBhvr>
                                        <p:cTn id="72" dur="166" decel="50000">
                                          <p:stCondLst>
                                            <p:cond delay="676"/>
                                          </p:stCondLst>
                                        </p:cTn>
                                        <p:tgtEl>
                                          <p:spTgt spid="8"/>
                                        </p:tgtEl>
                                      </p:cBhvr>
                                      <p:to x="100000" y="100000"/>
                                    </p:animScale>
                                    <p:animScale>
                                      <p:cBhvr>
                                        <p:cTn id="73" dur="26">
                                          <p:stCondLst>
                                            <p:cond delay="1312"/>
                                          </p:stCondLst>
                                        </p:cTn>
                                        <p:tgtEl>
                                          <p:spTgt spid="8"/>
                                        </p:tgtEl>
                                      </p:cBhvr>
                                      <p:to x="100000" y="80000"/>
                                    </p:animScale>
                                    <p:animScale>
                                      <p:cBhvr>
                                        <p:cTn id="74" dur="166" decel="50000">
                                          <p:stCondLst>
                                            <p:cond delay="1338"/>
                                          </p:stCondLst>
                                        </p:cTn>
                                        <p:tgtEl>
                                          <p:spTgt spid="8"/>
                                        </p:tgtEl>
                                      </p:cBhvr>
                                      <p:to x="100000" y="100000"/>
                                    </p:animScale>
                                    <p:animScale>
                                      <p:cBhvr>
                                        <p:cTn id="75" dur="26">
                                          <p:stCondLst>
                                            <p:cond delay="1642"/>
                                          </p:stCondLst>
                                        </p:cTn>
                                        <p:tgtEl>
                                          <p:spTgt spid="8"/>
                                        </p:tgtEl>
                                      </p:cBhvr>
                                      <p:to x="100000" y="90000"/>
                                    </p:animScale>
                                    <p:animScale>
                                      <p:cBhvr>
                                        <p:cTn id="76" dur="166" decel="50000">
                                          <p:stCondLst>
                                            <p:cond delay="1668"/>
                                          </p:stCondLst>
                                        </p:cTn>
                                        <p:tgtEl>
                                          <p:spTgt spid="8"/>
                                        </p:tgtEl>
                                      </p:cBhvr>
                                      <p:to x="100000" y="100000"/>
                                    </p:animScale>
                                    <p:animScale>
                                      <p:cBhvr>
                                        <p:cTn id="77" dur="26">
                                          <p:stCondLst>
                                            <p:cond delay="1808"/>
                                          </p:stCondLst>
                                        </p:cTn>
                                        <p:tgtEl>
                                          <p:spTgt spid="8"/>
                                        </p:tgtEl>
                                      </p:cBhvr>
                                      <p:to x="100000" y="95000"/>
                                    </p:animScale>
                                    <p:animScale>
                                      <p:cBhvr>
                                        <p:cTn id="78" dur="166" decel="50000">
                                          <p:stCondLst>
                                            <p:cond delay="1834"/>
                                          </p:stCondLst>
                                        </p:cTn>
                                        <p:tgtEl>
                                          <p:spTgt spid="8"/>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Diagram 3"/>
          <p:cNvGraphicFramePr/>
          <p:nvPr>
            <p:extLst>
              <p:ext uri="{D42A27DB-BD31-4B8C-83A1-F6EECF244321}">
                <p14:modId xmlns:p14="http://schemas.microsoft.com/office/powerpoint/2010/main" val="329667834"/>
              </p:ext>
            </p:extLst>
          </p:nvPr>
        </p:nvGraphicFramePr>
        <p:xfrm>
          <a:off x="1143000" y="1676400"/>
          <a:ext cx="9448800" cy="48768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aphicFrame>
        <p:nvGraphicFramePr>
          <p:cNvPr id="6" name="Diagram 5"/>
          <p:cNvGraphicFramePr/>
          <p:nvPr>
            <p:extLst>
              <p:ext uri="{D42A27DB-BD31-4B8C-83A1-F6EECF244321}">
                <p14:modId xmlns:p14="http://schemas.microsoft.com/office/powerpoint/2010/main" val="2373509041"/>
              </p:ext>
            </p:extLst>
          </p:nvPr>
        </p:nvGraphicFramePr>
        <p:xfrm>
          <a:off x="2438400" y="152400"/>
          <a:ext cx="6324600" cy="1317009"/>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sp>
        <p:nvSpPr>
          <p:cNvPr id="7" name="Oval Callout 6"/>
          <p:cNvSpPr/>
          <p:nvPr/>
        </p:nvSpPr>
        <p:spPr>
          <a:xfrm>
            <a:off x="8763000" y="1676400"/>
            <a:ext cx="2667000" cy="2514600"/>
          </a:xfrm>
          <a:prstGeom prst="wedgeEllipseCallou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US" sz="3200" b="1" dirty="0" smtClean="0">
                <a:solidFill>
                  <a:srgbClr val="FF0000"/>
                </a:solidFill>
              </a:rPr>
              <a:t>Second</a:t>
            </a:r>
            <a:r>
              <a:rPr lang="en-US" dirty="0" smtClean="0"/>
              <a:t> </a:t>
            </a:r>
            <a:r>
              <a:rPr lang="en-US" dirty="0"/>
              <a:t>Constitution of Pakistan came into effect on </a:t>
            </a:r>
            <a:r>
              <a:rPr lang="en-US" dirty="0" smtClean="0"/>
              <a:t>June 8, 1962</a:t>
            </a:r>
            <a:endParaRPr lang="en-US" dirty="0"/>
          </a:p>
        </p:txBody>
      </p:sp>
    </p:spTree>
    <p:extLst>
      <p:ext uri="{BB962C8B-B14F-4D97-AF65-F5344CB8AC3E}">
        <p14:creationId xmlns:p14="http://schemas.microsoft.com/office/powerpoint/2010/main" val="590383843"/>
      </p:ext>
    </p:extLst>
  </p:cSld>
  <p:clrMapOvr>
    <a:masterClrMapping/>
  </p:clrMapOvr>
  <mc:AlternateContent xmlns:mc="http://schemas.openxmlformats.org/markup-compatibility/2006" xmlns:p14="http://schemas.microsoft.com/office/powerpoint/2010/main">
    <mc:Choice Requires="p14">
      <p:transition spd="slow" p14:dur="3000">
        <p:comb/>
      </p:transition>
    </mc:Choice>
    <mc:Fallback xmlns="">
      <p:transition spd="slow">
        <p:comb/>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graphicEl>
                                              <a:dgm id="{12D9E906-B753-4F7A-A0BC-F0FB7D2EDE52}"/>
                                            </p:graphic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graphicEl>
                                              <a:dgm id="{7E3AA489-6A02-483E-A88F-97139495D413}"/>
                                            </p:graphic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
                                            <p:graphicEl>
                                              <a:dgm id="{2CC6FE0D-704D-484F-AEB5-C63C519C1B52}"/>
                                            </p:graphic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4">
                                            <p:graphicEl>
                                              <a:dgm id="{80FB24F8-DF95-4452-BDC5-FD2F902CFE43}"/>
                                            </p:graphic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4">
                                            <p:graphicEl>
                                              <a:dgm id="{BC181467-F0C1-4B43-A6C0-0B0C4DE500FF}"/>
                                            </p:graphic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26" presetClass="entr" presetSubtype="0" fill="hold" grpId="0" nodeType="clickEffect">
                                  <p:stCondLst>
                                    <p:cond delay="0"/>
                                  </p:stCondLst>
                                  <p:childTnLst>
                                    <p:set>
                                      <p:cBhvr>
                                        <p:cTn id="22" dur="1" fill="hold">
                                          <p:stCondLst>
                                            <p:cond delay="0"/>
                                          </p:stCondLst>
                                        </p:cTn>
                                        <p:tgtEl>
                                          <p:spTgt spid="7"/>
                                        </p:tgtEl>
                                        <p:attrNameLst>
                                          <p:attrName>style.visibility</p:attrName>
                                        </p:attrNameLst>
                                      </p:cBhvr>
                                      <p:to>
                                        <p:strVal val="visible"/>
                                      </p:to>
                                    </p:set>
                                    <p:animEffect transition="in" filter="wipe(down)">
                                      <p:cBhvr>
                                        <p:cTn id="23" dur="580">
                                          <p:stCondLst>
                                            <p:cond delay="0"/>
                                          </p:stCondLst>
                                        </p:cTn>
                                        <p:tgtEl>
                                          <p:spTgt spid="7"/>
                                        </p:tgtEl>
                                      </p:cBhvr>
                                    </p:animEffect>
                                    <p:anim calcmode="lin" valueType="num">
                                      <p:cBhvr>
                                        <p:cTn id="24" dur="1822" tmFilter="0,0; 0.14,0.36; 0.43,0.73; 0.71,0.91; 1.0,1.0">
                                          <p:stCondLst>
                                            <p:cond delay="0"/>
                                          </p:stCondLst>
                                        </p:cTn>
                                        <p:tgtEl>
                                          <p:spTgt spid="7"/>
                                        </p:tgtEl>
                                        <p:attrNameLst>
                                          <p:attrName>ppt_x</p:attrName>
                                        </p:attrNameLst>
                                      </p:cBhvr>
                                      <p:tavLst>
                                        <p:tav tm="0">
                                          <p:val>
                                            <p:strVal val="#ppt_x-0.25"/>
                                          </p:val>
                                        </p:tav>
                                        <p:tav tm="100000">
                                          <p:val>
                                            <p:strVal val="#ppt_x"/>
                                          </p:val>
                                        </p:tav>
                                      </p:tavLst>
                                    </p:anim>
                                    <p:anim calcmode="lin" valueType="num">
                                      <p:cBhvr>
                                        <p:cTn id="25" dur="664" tmFilter="0.0,0.0; 0.25,0.07; 0.50,0.2; 0.75,0.467; 1.0,1.0">
                                          <p:stCondLst>
                                            <p:cond delay="0"/>
                                          </p:stCondLst>
                                        </p:cTn>
                                        <p:tgtEl>
                                          <p:spTgt spid="7"/>
                                        </p:tgtEl>
                                        <p:attrNameLst>
                                          <p:attrName>ppt_y</p:attrName>
                                        </p:attrNameLst>
                                      </p:cBhvr>
                                      <p:tavLst>
                                        <p:tav tm="0" fmla="#ppt_y-sin(pi*$)/3">
                                          <p:val>
                                            <p:fltVal val="0.5"/>
                                          </p:val>
                                        </p:tav>
                                        <p:tav tm="100000">
                                          <p:val>
                                            <p:fltVal val="1"/>
                                          </p:val>
                                        </p:tav>
                                      </p:tavLst>
                                    </p:anim>
                                    <p:anim calcmode="lin" valueType="num">
                                      <p:cBhvr>
                                        <p:cTn id="26" dur="664" tmFilter="0, 0; 0.125,0.2665; 0.25,0.4; 0.375,0.465; 0.5,0.5;  0.625,0.535; 0.75,0.6; 0.875,0.7335; 1,1">
                                          <p:stCondLst>
                                            <p:cond delay="664"/>
                                          </p:stCondLst>
                                        </p:cTn>
                                        <p:tgtEl>
                                          <p:spTgt spid="7"/>
                                        </p:tgtEl>
                                        <p:attrNameLst>
                                          <p:attrName>ppt_y</p:attrName>
                                        </p:attrNameLst>
                                      </p:cBhvr>
                                      <p:tavLst>
                                        <p:tav tm="0" fmla="#ppt_y-sin(pi*$)/9">
                                          <p:val>
                                            <p:fltVal val="0"/>
                                          </p:val>
                                        </p:tav>
                                        <p:tav tm="100000">
                                          <p:val>
                                            <p:fltVal val="1"/>
                                          </p:val>
                                        </p:tav>
                                      </p:tavLst>
                                    </p:anim>
                                    <p:anim calcmode="lin" valueType="num">
                                      <p:cBhvr>
                                        <p:cTn id="27" dur="332" tmFilter="0, 0; 0.125,0.2665; 0.25,0.4; 0.375,0.465; 0.5,0.5;  0.625,0.535; 0.75,0.6; 0.875,0.7335; 1,1">
                                          <p:stCondLst>
                                            <p:cond delay="1324"/>
                                          </p:stCondLst>
                                        </p:cTn>
                                        <p:tgtEl>
                                          <p:spTgt spid="7"/>
                                        </p:tgtEl>
                                        <p:attrNameLst>
                                          <p:attrName>ppt_y</p:attrName>
                                        </p:attrNameLst>
                                      </p:cBhvr>
                                      <p:tavLst>
                                        <p:tav tm="0" fmla="#ppt_y-sin(pi*$)/27">
                                          <p:val>
                                            <p:fltVal val="0"/>
                                          </p:val>
                                        </p:tav>
                                        <p:tav tm="100000">
                                          <p:val>
                                            <p:fltVal val="1"/>
                                          </p:val>
                                        </p:tav>
                                      </p:tavLst>
                                    </p:anim>
                                    <p:anim calcmode="lin" valueType="num">
                                      <p:cBhvr>
                                        <p:cTn id="28" dur="164" tmFilter="0, 0; 0.125,0.2665; 0.25,0.4; 0.375,0.465; 0.5,0.5;  0.625,0.535; 0.75,0.6; 0.875,0.7335; 1,1">
                                          <p:stCondLst>
                                            <p:cond delay="1656"/>
                                          </p:stCondLst>
                                        </p:cTn>
                                        <p:tgtEl>
                                          <p:spTgt spid="7"/>
                                        </p:tgtEl>
                                        <p:attrNameLst>
                                          <p:attrName>ppt_y</p:attrName>
                                        </p:attrNameLst>
                                      </p:cBhvr>
                                      <p:tavLst>
                                        <p:tav tm="0" fmla="#ppt_y-sin(pi*$)/81">
                                          <p:val>
                                            <p:fltVal val="0"/>
                                          </p:val>
                                        </p:tav>
                                        <p:tav tm="100000">
                                          <p:val>
                                            <p:fltVal val="1"/>
                                          </p:val>
                                        </p:tav>
                                      </p:tavLst>
                                    </p:anim>
                                    <p:animScale>
                                      <p:cBhvr>
                                        <p:cTn id="29" dur="26">
                                          <p:stCondLst>
                                            <p:cond delay="650"/>
                                          </p:stCondLst>
                                        </p:cTn>
                                        <p:tgtEl>
                                          <p:spTgt spid="7"/>
                                        </p:tgtEl>
                                      </p:cBhvr>
                                      <p:to x="100000" y="60000"/>
                                    </p:animScale>
                                    <p:animScale>
                                      <p:cBhvr>
                                        <p:cTn id="30" dur="166" decel="50000">
                                          <p:stCondLst>
                                            <p:cond delay="676"/>
                                          </p:stCondLst>
                                        </p:cTn>
                                        <p:tgtEl>
                                          <p:spTgt spid="7"/>
                                        </p:tgtEl>
                                      </p:cBhvr>
                                      <p:to x="100000" y="100000"/>
                                    </p:animScale>
                                    <p:animScale>
                                      <p:cBhvr>
                                        <p:cTn id="31" dur="26">
                                          <p:stCondLst>
                                            <p:cond delay="1312"/>
                                          </p:stCondLst>
                                        </p:cTn>
                                        <p:tgtEl>
                                          <p:spTgt spid="7"/>
                                        </p:tgtEl>
                                      </p:cBhvr>
                                      <p:to x="100000" y="80000"/>
                                    </p:animScale>
                                    <p:animScale>
                                      <p:cBhvr>
                                        <p:cTn id="32" dur="166" decel="50000">
                                          <p:stCondLst>
                                            <p:cond delay="1338"/>
                                          </p:stCondLst>
                                        </p:cTn>
                                        <p:tgtEl>
                                          <p:spTgt spid="7"/>
                                        </p:tgtEl>
                                      </p:cBhvr>
                                      <p:to x="100000" y="100000"/>
                                    </p:animScale>
                                    <p:animScale>
                                      <p:cBhvr>
                                        <p:cTn id="33" dur="26">
                                          <p:stCondLst>
                                            <p:cond delay="1642"/>
                                          </p:stCondLst>
                                        </p:cTn>
                                        <p:tgtEl>
                                          <p:spTgt spid="7"/>
                                        </p:tgtEl>
                                      </p:cBhvr>
                                      <p:to x="100000" y="90000"/>
                                    </p:animScale>
                                    <p:animScale>
                                      <p:cBhvr>
                                        <p:cTn id="34" dur="166" decel="50000">
                                          <p:stCondLst>
                                            <p:cond delay="1668"/>
                                          </p:stCondLst>
                                        </p:cTn>
                                        <p:tgtEl>
                                          <p:spTgt spid="7"/>
                                        </p:tgtEl>
                                      </p:cBhvr>
                                      <p:to x="100000" y="100000"/>
                                    </p:animScale>
                                    <p:animScale>
                                      <p:cBhvr>
                                        <p:cTn id="35" dur="26">
                                          <p:stCondLst>
                                            <p:cond delay="1808"/>
                                          </p:stCondLst>
                                        </p:cTn>
                                        <p:tgtEl>
                                          <p:spTgt spid="7"/>
                                        </p:tgtEl>
                                      </p:cBhvr>
                                      <p:to x="100000" y="95000"/>
                                    </p:animScale>
                                    <p:animScale>
                                      <p:cBhvr>
                                        <p:cTn id="36" dur="166" decel="50000">
                                          <p:stCondLst>
                                            <p:cond delay="1834"/>
                                          </p:stCondLst>
                                        </p:cTn>
                                        <p:tgtEl>
                                          <p:spTgt spid="7"/>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4" grpId="0">
        <p:bldSub>
          <a:bldDgm bld="one"/>
        </p:bldSub>
      </p:bldGraphic>
      <p:bldP spid="7"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Diagram 3"/>
          <p:cNvGraphicFramePr/>
          <p:nvPr/>
        </p:nvGraphicFramePr>
        <p:xfrm>
          <a:off x="685800" y="228600"/>
          <a:ext cx="8229600" cy="64770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5" name="Left Arrow 4"/>
          <p:cNvSpPr/>
          <p:nvPr/>
        </p:nvSpPr>
        <p:spPr>
          <a:xfrm>
            <a:off x="7565408" y="251346"/>
            <a:ext cx="2569191" cy="1752600"/>
          </a:xfrm>
          <a:prstGeom prst="left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dirty="0" smtClean="0"/>
              <a:t>Sovereignty to Allah, Democracy, minorities,  </a:t>
            </a:r>
            <a:endParaRPr lang="en-US" dirty="0"/>
          </a:p>
        </p:txBody>
      </p:sp>
      <p:sp>
        <p:nvSpPr>
          <p:cNvPr id="6" name="Left Arrow 5"/>
          <p:cNvSpPr/>
          <p:nvPr/>
        </p:nvSpPr>
        <p:spPr>
          <a:xfrm>
            <a:off x="7565408" y="1874292"/>
            <a:ext cx="3102591" cy="1752600"/>
          </a:xfrm>
          <a:prstGeom prst="left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dirty="0" smtClean="0"/>
              <a:t>West Pakistan Act, </a:t>
            </a:r>
          </a:p>
          <a:p>
            <a:pPr algn="ctr"/>
            <a:r>
              <a:rPr lang="en-US" dirty="0" smtClean="0"/>
              <a:t>NA (157)</a:t>
            </a:r>
            <a:endParaRPr lang="en-US" dirty="0"/>
          </a:p>
        </p:txBody>
      </p:sp>
      <p:sp>
        <p:nvSpPr>
          <p:cNvPr id="7" name="Left Arrow 6"/>
          <p:cNvSpPr/>
          <p:nvPr/>
        </p:nvSpPr>
        <p:spPr>
          <a:xfrm>
            <a:off x="7543799" y="3601871"/>
            <a:ext cx="2590799" cy="1752600"/>
          </a:xfrm>
          <a:prstGeom prst="left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dirty="0" smtClean="0"/>
              <a:t>Urdu, Bengali</a:t>
            </a:r>
            <a:endParaRPr lang="en-US" dirty="0"/>
          </a:p>
        </p:txBody>
      </p:sp>
      <p:sp>
        <p:nvSpPr>
          <p:cNvPr id="8" name="Left Arrow 7"/>
          <p:cNvSpPr/>
          <p:nvPr/>
        </p:nvSpPr>
        <p:spPr>
          <a:xfrm>
            <a:off x="7543800" y="5247563"/>
            <a:ext cx="2590798" cy="1752600"/>
          </a:xfrm>
          <a:prstGeom prst="left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dirty="0" smtClean="0"/>
              <a:t>Presidential Form </a:t>
            </a:r>
            <a:endParaRPr lang="en-US" dirty="0"/>
          </a:p>
        </p:txBody>
      </p:sp>
      <p:sp>
        <p:nvSpPr>
          <p:cNvPr id="9" name="Vertical Scroll 8"/>
          <p:cNvSpPr/>
          <p:nvPr/>
        </p:nvSpPr>
        <p:spPr>
          <a:xfrm>
            <a:off x="10134600" y="838200"/>
            <a:ext cx="2209800" cy="5105400"/>
          </a:xfrm>
          <a:prstGeom prst="verticalScroll">
            <a:avLst/>
          </a:prstGeom>
          <a:effectLst>
            <a:glow rad="228600">
              <a:schemeClr val="accent2">
                <a:satMod val="175000"/>
                <a:alpha val="40000"/>
              </a:schemeClr>
            </a:glow>
          </a:effectLst>
        </p:spPr>
        <p:style>
          <a:lnRef idx="1">
            <a:schemeClr val="dk1"/>
          </a:lnRef>
          <a:fillRef idx="2">
            <a:schemeClr val="dk1"/>
          </a:fillRef>
          <a:effectRef idx="1">
            <a:schemeClr val="dk1"/>
          </a:effectRef>
          <a:fontRef idx="minor">
            <a:schemeClr val="dk1"/>
          </a:fontRef>
        </p:style>
        <p:txBody>
          <a:bodyPr rtlCol="0" anchor="ctr"/>
          <a:lstStyle/>
          <a:p>
            <a:pPr algn="ctr"/>
            <a:r>
              <a:rPr lang="en-US" dirty="0"/>
              <a:t>Lets Compare </a:t>
            </a:r>
            <a:r>
              <a:rPr lang="en-US" sz="3200" b="1" dirty="0" smtClean="0">
                <a:solidFill>
                  <a:srgbClr val="FF0000"/>
                </a:solidFill>
              </a:rPr>
              <a:t>Second </a:t>
            </a:r>
            <a:r>
              <a:rPr lang="en-US" dirty="0"/>
              <a:t>Constitution  with the Challenges</a:t>
            </a:r>
          </a:p>
        </p:txBody>
      </p:sp>
    </p:spTree>
    <p:extLst>
      <p:ext uri="{BB962C8B-B14F-4D97-AF65-F5344CB8AC3E}">
        <p14:creationId xmlns:p14="http://schemas.microsoft.com/office/powerpoint/2010/main" val="1620343851"/>
      </p:ext>
    </p:extLst>
  </p:cSld>
  <p:clrMapOvr>
    <a:masterClrMapping/>
  </p:clrMapOvr>
  <mc:AlternateContent xmlns:mc="http://schemas.openxmlformats.org/markup-compatibility/2006" xmlns:p14="http://schemas.microsoft.com/office/powerpoint/2010/main">
    <mc:Choice Requires="p14">
      <p:transition spd="slow" p14:dur="3000">
        <p14:honeycomb/>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5" presetClass="path" presetSubtype="0" accel="50000" decel="50000" fill="hold" grpId="0" nodeType="clickEffect">
                                  <p:stCondLst>
                                    <p:cond delay="0"/>
                                  </p:stCondLst>
                                  <p:childTnLst>
                                    <p:animMotion origin="layout" path="M 5E-6 -4.44444E-6 L -0.84063 -0.01967 " pathEditMode="relative" rAng="0" ptsTypes="AA">
                                      <p:cBhvr>
                                        <p:cTn id="6" dur="2000" fill="hold"/>
                                        <p:tgtEl>
                                          <p:spTgt spid="9"/>
                                        </p:tgtEl>
                                        <p:attrNameLst>
                                          <p:attrName>ppt_x</p:attrName>
                                          <p:attrName>ppt_y</p:attrName>
                                        </p:attrNameLst>
                                      </p:cBhvr>
                                      <p:rCtr x="-42031" y="-995"/>
                                    </p:animMotion>
                                  </p:childTnLst>
                                </p:cTn>
                              </p:par>
                            </p:childTnLst>
                          </p:cTn>
                        </p:par>
                      </p:childTnLst>
                    </p:cTn>
                  </p:par>
                  <p:par>
                    <p:cTn id="7" fill="hold">
                      <p:stCondLst>
                        <p:cond delay="indefinite"/>
                      </p:stCondLst>
                      <p:childTnLst>
                        <p:par>
                          <p:cTn id="8" fill="hold">
                            <p:stCondLst>
                              <p:cond delay="0"/>
                            </p:stCondLst>
                            <p:childTnLst>
                              <p:par>
                                <p:cTn id="9" presetID="26"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wipe(down)">
                                      <p:cBhvr>
                                        <p:cTn id="11" dur="580">
                                          <p:stCondLst>
                                            <p:cond delay="0"/>
                                          </p:stCondLst>
                                        </p:cTn>
                                        <p:tgtEl>
                                          <p:spTgt spid="5"/>
                                        </p:tgtEl>
                                      </p:cBhvr>
                                    </p:animEffect>
                                    <p:anim calcmode="lin" valueType="num">
                                      <p:cBhvr>
                                        <p:cTn id="12" dur="1822" tmFilter="0,0; 0.14,0.36; 0.43,0.73; 0.71,0.91; 1.0,1.0">
                                          <p:stCondLst>
                                            <p:cond delay="0"/>
                                          </p:stCondLst>
                                        </p:cTn>
                                        <p:tgtEl>
                                          <p:spTgt spid="5"/>
                                        </p:tgtEl>
                                        <p:attrNameLst>
                                          <p:attrName>ppt_x</p:attrName>
                                        </p:attrNameLst>
                                      </p:cBhvr>
                                      <p:tavLst>
                                        <p:tav tm="0">
                                          <p:val>
                                            <p:strVal val="#ppt_x-0.25"/>
                                          </p:val>
                                        </p:tav>
                                        <p:tav tm="100000">
                                          <p:val>
                                            <p:strVal val="#ppt_x"/>
                                          </p:val>
                                        </p:tav>
                                      </p:tavLst>
                                    </p:anim>
                                    <p:anim calcmode="lin" valueType="num">
                                      <p:cBhvr>
                                        <p:cTn id="13" dur="664" tmFilter="0.0,0.0; 0.25,0.07; 0.50,0.2; 0.75,0.467; 1.0,1.0">
                                          <p:stCondLst>
                                            <p:cond delay="0"/>
                                          </p:stCondLst>
                                        </p:cTn>
                                        <p:tgtEl>
                                          <p:spTgt spid="5"/>
                                        </p:tgtEl>
                                        <p:attrNameLst>
                                          <p:attrName>ppt_y</p:attrName>
                                        </p:attrNameLst>
                                      </p:cBhvr>
                                      <p:tavLst>
                                        <p:tav tm="0" fmla="#ppt_y-sin(pi*$)/3">
                                          <p:val>
                                            <p:fltVal val="0.5"/>
                                          </p:val>
                                        </p:tav>
                                        <p:tav tm="100000">
                                          <p:val>
                                            <p:fltVal val="1"/>
                                          </p:val>
                                        </p:tav>
                                      </p:tavLst>
                                    </p:anim>
                                    <p:anim calcmode="lin" valueType="num">
                                      <p:cBhvr>
                                        <p:cTn id="14" dur="664" tmFilter="0, 0; 0.125,0.2665; 0.25,0.4; 0.375,0.465; 0.5,0.5;  0.625,0.535; 0.75,0.6; 0.875,0.7335; 1,1">
                                          <p:stCondLst>
                                            <p:cond delay="664"/>
                                          </p:stCondLst>
                                        </p:cTn>
                                        <p:tgtEl>
                                          <p:spTgt spid="5"/>
                                        </p:tgtEl>
                                        <p:attrNameLst>
                                          <p:attrName>ppt_y</p:attrName>
                                        </p:attrNameLst>
                                      </p:cBhvr>
                                      <p:tavLst>
                                        <p:tav tm="0" fmla="#ppt_y-sin(pi*$)/9">
                                          <p:val>
                                            <p:fltVal val="0"/>
                                          </p:val>
                                        </p:tav>
                                        <p:tav tm="100000">
                                          <p:val>
                                            <p:fltVal val="1"/>
                                          </p:val>
                                        </p:tav>
                                      </p:tavLst>
                                    </p:anim>
                                    <p:anim calcmode="lin" valueType="num">
                                      <p:cBhvr>
                                        <p:cTn id="15" dur="332" tmFilter="0, 0; 0.125,0.2665; 0.25,0.4; 0.375,0.465; 0.5,0.5;  0.625,0.535; 0.75,0.6; 0.875,0.7335; 1,1">
                                          <p:stCondLst>
                                            <p:cond delay="1324"/>
                                          </p:stCondLst>
                                        </p:cTn>
                                        <p:tgtEl>
                                          <p:spTgt spid="5"/>
                                        </p:tgtEl>
                                        <p:attrNameLst>
                                          <p:attrName>ppt_y</p:attrName>
                                        </p:attrNameLst>
                                      </p:cBhvr>
                                      <p:tavLst>
                                        <p:tav tm="0" fmla="#ppt_y-sin(pi*$)/27">
                                          <p:val>
                                            <p:fltVal val="0"/>
                                          </p:val>
                                        </p:tav>
                                        <p:tav tm="100000">
                                          <p:val>
                                            <p:fltVal val="1"/>
                                          </p:val>
                                        </p:tav>
                                      </p:tavLst>
                                    </p:anim>
                                    <p:anim calcmode="lin" valueType="num">
                                      <p:cBhvr>
                                        <p:cTn id="16" dur="164" tmFilter="0, 0; 0.125,0.2665; 0.25,0.4; 0.375,0.465; 0.5,0.5;  0.625,0.535; 0.75,0.6; 0.875,0.7335; 1,1">
                                          <p:stCondLst>
                                            <p:cond delay="1656"/>
                                          </p:stCondLst>
                                        </p:cTn>
                                        <p:tgtEl>
                                          <p:spTgt spid="5"/>
                                        </p:tgtEl>
                                        <p:attrNameLst>
                                          <p:attrName>ppt_y</p:attrName>
                                        </p:attrNameLst>
                                      </p:cBhvr>
                                      <p:tavLst>
                                        <p:tav tm="0" fmla="#ppt_y-sin(pi*$)/81">
                                          <p:val>
                                            <p:fltVal val="0"/>
                                          </p:val>
                                        </p:tav>
                                        <p:tav tm="100000">
                                          <p:val>
                                            <p:fltVal val="1"/>
                                          </p:val>
                                        </p:tav>
                                      </p:tavLst>
                                    </p:anim>
                                    <p:animScale>
                                      <p:cBhvr>
                                        <p:cTn id="17" dur="26">
                                          <p:stCondLst>
                                            <p:cond delay="650"/>
                                          </p:stCondLst>
                                        </p:cTn>
                                        <p:tgtEl>
                                          <p:spTgt spid="5"/>
                                        </p:tgtEl>
                                      </p:cBhvr>
                                      <p:to x="100000" y="60000"/>
                                    </p:animScale>
                                    <p:animScale>
                                      <p:cBhvr>
                                        <p:cTn id="18" dur="166" decel="50000">
                                          <p:stCondLst>
                                            <p:cond delay="676"/>
                                          </p:stCondLst>
                                        </p:cTn>
                                        <p:tgtEl>
                                          <p:spTgt spid="5"/>
                                        </p:tgtEl>
                                      </p:cBhvr>
                                      <p:to x="100000" y="100000"/>
                                    </p:animScale>
                                    <p:animScale>
                                      <p:cBhvr>
                                        <p:cTn id="19" dur="26">
                                          <p:stCondLst>
                                            <p:cond delay="1312"/>
                                          </p:stCondLst>
                                        </p:cTn>
                                        <p:tgtEl>
                                          <p:spTgt spid="5"/>
                                        </p:tgtEl>
                                      </p:cBhvr>
                                      <p:to x="100000" y="80000"/>
                                    </p:animScale>
                                    <p:animScale>
                                      <p:cBhvr>
                                        <p:cTn id="20" dur="166" decel="50000">
                                          <p:stCondLst>
                                            <p:cond delay="1338"/>
                                          </p:stCondLst>
                                        </p:cTn>
                                        <p:tgtEl>
                                          <p:spTgt spid="5"/>
                                        </p:tgtEl>
                                      </p:cBhvr>
                                      <p:to x="100000" y="100000"/>
                                    </p:animScale>
                                    <p:animScale>
                                      <p:cBhvr>
                                        <p:cTn id="21" dur="26">
                                          <p:stCondLst>
                                            <p:cond delay="1642"/>
                                          </p:stCondLst>
                                        </p:cTn>
                                        <p:tgtEl>
                                          <p:spTgt spid="5"/>
                                        </p:tgtEl>
                                      </p:cBhvr>
                                      <p:to x="100000" y="90000"/>
                                    </p:animScale>
                                    <p:animScale>
                                      <p:cBhvr>
                                        <p:cTn id="22" dur="166" decel="50000">
                                          <p:stCondLst>
                                            <p:cond delay="1668"/>
                                          </p:stCondLst>
                                        </p:cTn>
                                        <p:tgtEl>
                                          <p:spTgt spid="5"/>
                                        </p:tgtEl>
                                      </p:cBhvr>
                                      <p:to x="100000" y="100000"/>
                                    </p:animScale>
                                    <p:animScale>
                                      <p:cBhvr>
                                        <p:cTn id="23" dur="26">
                                          <p:stCondLst>
                                            <p:cond delay="1808"/>
                                          </p:stCondLst>
                                        </p:cTn>
                                        <p:tgtEl>
                                          <p:spTgt spid="5"/>
                                        </p:tgtEl>
                                      </p:cBhvr>
                                      <p:to x="100000" y="95000"/>
                                    </p:animScale>
                                    <p:animScale>
                                      <p:cBhvr>
                                        <p:cTn id="24" dur="166" decel="50000">
                                          <p:stCondLst>
                                            <p:cond delay="1834"/>
                                          </p:stCondLst>
                                        </p:cTn>
                                        <p:tgtEl>
                                          <p:spTgt spid="5"/>
                                        </p:tgtEl>
                                      </p:cBhvr>
                                      <p:to x="100000" y="100000"/>
                                    </p:animScale>
                                  </p:childTnLst>
                                </p:cTn>
                              </p:par>
                            </p:childTnLst>
                          </p:cTn>
                        </p:par>
                      </p:childTnLst>
                    </p:cTn>
                  </p:par>
                  <p:par>
                    <p:cTn id="25" fill="hold">
                      <p:stCondLst>
                        <p:cond delay="indefinite"/>
                      </p:stCondLst>
                      <p:childTnLst>
                        <p:par>
                          <p:cTn id="26" fill="hold">
                            <p:stCondLst>
                              <p:cond delay="0"/>
                            </p:stCondLst>
                            <p:childTnLst>
                              <p:par>
                                <p:cTn id="27" presetID="26" presetClass="entr" presetSubtype="0" fill="hold" grpId="0" nodeType="clickEffect">
                                  <p:stCondLst>
                                    <p:cond delay="0"/>
                                  </p:stCondLst>
                                  <p:childTnLst>
                                    <p:set>
                                      <p:cBhvr>
                                        <p:cTn id="28" dur="1" fill="hold">
                                          <p:stCondLst>
                                            <p:cond delay="0"/>
                                          </p:stCondLst>
                                        </p:cTn>
                                        <p:tgtEl>
                                          <p:spTgt spid="6"/>
                                        </p:tgtEl>
                                        <p:attrNameLst>
                                          <p:attrName>style.visibility</p:attrName>
                                        </p:attrNameLst>
                                      </p:cBhvr>
                                      <p:to>
                                        <p:strVal val="visible"/>
                                      </p:to>
                                    </p:set>
                                    <p:animEffect transition="in" filter="wipe(down)">
                                      <p:cBhvr>
                                        <p:cTn id="29" dur="580">
                                          <p:stCondLst>
                                            <p:cond delay="0"/>
                                          </p:stCondLst>
                                        </p:cTn>
                                        <p:tgtEl>
                                          <p:spTgt spid="6"/>
                                        </p:tgtEl>
                                      </p:cBhvr>
                                    </p:animEffect>
                                    <p:anim calcmode="lin" valueType="num">
                                      <p:cBhvr>
                                        <p:cTn id="30" dur="1822" tmFilter="0,0; 0.14,0.36; 0.43,0.73; 0.71,0.91; 1.0,1.0">
                                          <p:stCondLst>
                                            <p:cond delay="0"/>
                                          </p:stCondLst>
                                        </p:cTn>
                                        <p:tgtEl>
                                          <p:spTgt spid="6"/>
                                        </p:tgtEl>
                                        <p:attrNameLst>
                                          <p:attrName>ppt_x</p:attrName>
                                        </p:attrNameLst>
                                      </p:cBhvr>
                                      <p:tavLst>
                                        <p:tav tm="0">
                                          <p:val>
                                            <p:strVal val="#ppt_x-0.25"/>
                                          </p:val>
                                        </p:tav>
                                        <p:tav tm="100000">
                                          <p:val>
                                            <p:strVal val="#ppt_x"/>
                                          </p:val>
                                        </p:tav>
                                      </p:tavLst>
                                    </p:anim>
                                    <p:anim calcmode="lin" valueType="num">
                                      <p:cBhvr>
                                        <p:cTn id="31" dur="664" tmFilter="0.0,0.0; 0.25,0.07; 0.50,0.2; 0.75,0.467; 1.0,1.0">
                                          <p:stCondLst>
                                            <p:cond delay="0"/>
                                          </p:stCondLst>
                                        </p:cTn>
                                        <p:tgtEl>
                                          <p:spTgt spid="6"/>
                                        </p:tgtEl>
                                        <p:attrNameLst>
                                          <p:attrName>ppt_y</p:attrName>
                                        </p:attrNameLst>
                                      </p:cBhvr>
                                      <p:tavLst>
                                        <p:tav tm="0" fmla="#ppt_y-sin(pi*$)/3">
                                          <p:val>
                                            <p:fltVal val="0.5"/>
                                          </p:val>
                                        </p:tav>
                                        <p:tav tm="100000">
                                          <p:val>
                                            <p:fltVal val="1"/>
                                          </p:val>
                                        </p:tav>
                                      </p:tavLst>
                                    </p:anim>
                                    <p:anim calcmode="lin" valueType="num">
                                      <p:cBhvr>
                                        <p:cTn id="32" dur="664" tmFilter="0, 0; 0.125,0.2665; 0.25,0.4; 0.375,0.465; 0.5,0.5;  0.625,0.535; 0.75,0.6; 0.875,0.7335; 1,1">
                                          <p:stCondLst>
                                            <p:cond delay="664"/>
                                          </p:stCondLst>
                                        </p:cTn>
                                        <p:tgtEl>
                                          <p:spTgt spid="6"/>
                                        </p:tgtEl>
                                        <p:attrNameLst>
                                          <p:attrName>ppt_y</p:attrName>
                                        </p:attrNameLst>
                                      </p:cBhvr>
                                      <p:tavLst>
                                        <p:tav tm="0" fmla="#ppt_y-sin(pi*$)/9">
                                          <p:val>
                                            <p:fltVal val="0"/>
                                          </p:val>
                                        </p:tav>
                                        <p:tav tm="100000">
                                          <p:val>
                                            <p:fltVal val="1"/>
                                          </p:val>
                                        </p:tav>
                                      </p:tavLst>
                                    </p:anim>
                                    <p:anim calcmode="lin" valueType="num">
                                      <p:cBhvr>
                                        <p:cTn id="33" dur="332" tmFilter="0, 0; 0.125,0.2665; 0.25,0.4; 0.375,0.465; 0.5,0.5;  0.625,0.535; 0.75,0.6; 0.875,0.7335; 1,1">
                                          <p:stCondLst>
                                            <p:cond delay="1324"/>
                                          </p:stCondLst>
                                        </p:cTn>
                                        <p:tgtEl>
                                          <p:spTgt spid="6"/>
                                        </p:tgtEl>
                                        <p:attrNameLst>
                                          <p:attrName>ppt_y</p:attrName>
                                        </p:attrNameLst>
                                      </p:cBhvr>
                                      <p:tavLst>
                                        <p:tav tm="0" fmla="#ppt_y-sin(pi*$)/27">
                                          <p:val>
                                            <p:fltVal val="0"/>
                                          </p:val>
                                        </p:tav>
                                        <p:tav tm="100000">
                                          <p:val>
                                            <p:fltVal val="1"/>
                                          </p:val>
                                        </p:tav>
                                      </p:tavLst>
                                    </p:anim>
                                    <p:anim calcmode="lin" valueType="num">
                                      <p:cBhvr>
                                        <p:cTn id="34" dur="164" tmFilter="0, 0; 0.125,0.2665; 0.25,0.4; 0.375,0.465; 0.5,0.5;  0.625,0.535; 0.75,0.6; 0.875,0.7335; 1,1">
                                          <p:stCondLst>
                                            <p:cond delay="1656"/>
                                          </p:stCondLst>
                                        </p:cTn>
                                        <p:tgtEl>
                                          <p:spTgt spid="6"/>
                                        </p:tgtEl>
                                        <p:attrNameLst>
                                          <p:attrName>ppt_y</p:attrName>
                                        </p:attrNameLst>
                                      </p:cBhvr>
                                      <p:tavLst>
                                        <p:tav tm="0" fmla="#ppt_y-sin(pi*$)/81">
                                          <p:val>
                                            <p:fltVal val="0"/>
                                          </p:val>
                                        </p:tav>
                                        <p:tav tm="100000">
                                          <p:val>
                                            <p:fltVal val="1"/>
                                          </p:val>
                                        </p:tav>
                                      </p:tavLst>
                                    </p:anim>
                                    <p:animScale>
                                      <p:cBhvr>
                                        <p:cTn id="35" dur="26">
                                          <p:stCondLst>
                                            <p:cond delay="650"/>
                                          </p:stCondLst>
                                        </p:cTn>
                                        <p:tgtEl>
                                          <p:spTgt spid="6"/>
                                        </p:tgtEl>
                                      </p:cBhvr>
                                      <p:to x="100000" y="60000"/>
                                    </p:animScale>
                                    <p:animScale>
                                      <p:cBhvr>
                                        <p:cTn id="36" dur="166" decel="50000">
                                          <p:stCondLst>
                                            <p:cond delay="676"/>
                                          </p:stCondLst>
                                        </p:cTn>
                                        <p:tgtEl>
                                          <p:spTgt spid="6"/>
                                        </p:tgtEl>
                                      </p:cBhvr>
                                      <p:to x="100000" y="100000"/>
                                    </p:animScale>
                                    <p:animScale>
                                      <p:cBhvr>
                                        <p:cTn id="37" dur="26">
                                          <p:stCondLst>
                                            <p:cond delay="1312"/>
                                          </p:stCondLst>
                                        </p:cTn>
                                        <p:tgtEl>
                                          <p:spTgt spid="6"/>
                                        </p:tgtEl>
                                      </p:cBhvr>
                                      <p:to x="100000" y="80000"/>
                                    </p:animScale>
                                    <p:animScale>
                                      <p:cBhvr>
                                        <p:cTn id="38" dur="166" decel="50000">
                                          <p:stCondLst>
                                            <p:cond delay="1338"/>
                                          </p:stCondLst>
                                        </p:cTn>
                                        <p:tgtEl>
                                          <p:spTgt spid="6"/>
                                        </p:tgtEl>
                                      </p:cBhvr>
                                      <p:to x="100000" y="100000"/>
                                    </p:animScale>
                                    <p:animScale>
                                      <p:cBhvr>
                                        <p:cTn id="39" dur="26">
                                          <p:stCondLst>
                                            <p:cond delay="1642"/>
                                          </p:stCondLst>
                                        </p:cTn>
                                        <p:tgtEl>
                                          <p:spTgt spid="6"/>
                                        </p:tgtEl>
                                      </p:cBhvr>
                                      <p:to x="100000" y="90000"/>
                                    </p:animScale>
                                    <p:animScale>
                                      <p:cBhvr>
                                        <p:cTn id="40" dur="166" decel="50000">
                                          <p:stCondLst>
                                            <p:cond delay="1668"/>
                                          </p:stCondLst>
                                        </p:cTn>
                                        <p:tgtEl>
                                          <p:spTgt spid="6"/>
                                        </p:tgtEl>
                                      </p:cBhvr>
                                      <p:to x="100000" y="100000"/>
                                    </p:animScale>
                                    <p:animScale>
                                      <p:cBhvr>
                                        <p:cTn id="41" dur="26">
                                          <p:stCondLst>
                                            <p:cond delay="1808"/>
                                          </p:stCondLst>
                                        </p:cTn>
                                        <p:tgtEl>
                                          <p:spTgt spid="6"/>
                                        </p:tgtEl>
                                      </p:cBhvr>
                                      <p:to x="100000" y="95000"/>
                                    </p:animScale>
                                    <p:animScale>
                                      <p:cBhvr>
                                        <p:cTn id="42" dur="166" decel="50000">
                                          <p:stCondLst>
                                            <p:cond delay="1834"/>
                                          </p:stCondLst>
                                        </p:cTn>
                                        <p:tgtEl>
                                          <p:spTgt spid="6"/>
                                        </p:tgtEl>
                                      </p:cBhvr>
                                      <p:to x="100000" y="100000"/>
                                    </p:animScale>
                                  </p:childTnLst>
                                </p:cTn>
                              </p:par>
                            </p:childTnLst>
                          </p:cTn>
                        </p:par>
                      </p:childTnLst>
                    </p:cTn>
                  </p:par>
                  <p:par>
                    <p:cTn id="43" fill="hold">
                      <p:stCondLst>
                        <p:cond delay="indefinite"/>
                      </p:stCondLst>
                      <p:childTnLst>
                        <p:par>
                          <p:cTn id="44" fill="hold">
                            <p:stCondLst>
                              <p:cond delay="0"/>
                            </p:stCondLst>
                            <p:childTnLst>
                              <p:par>
                                <p:cTn id="45" presetID="26" presetClass="entr" presetSubtype="0" fill="hold" grpId="0" nodeType="clickEffect">
                                  <p:stCondLst>
                                    <p:cond delay="0"/>
                                  </p:stCondLst>
                                  <p:childTnLst>
                                    <p:set>
                                      <p:cBhvr>
                                        <p:cTn id="46" dur="1" fill="hold">
                                          <p:stCondLst>
                                            <p:cond delay="0"/>
                                          </p:stCondLst>
                                        </p:cTn>
                                        <p:tgtEl>
                                          <p:spTgt spid="7"/>
                                        </p:tgtEl>
                                        <p:attrNameLst>
                                          <p:attrName>style.visibility</p:attrName>
                                        </p:attrNameLst>
                                      </p:cBhvr>
                                      <p:to>
                                        <p:strVal val="visible"/>
                                      </p:to>
                                    </p:set>
                                    <p:animEffect transition="in" filter="wipe(down)">
                                      <p:cBhvr>
                                        <p:cTn id="47" dur="580">
                                          <p:stCondLst>
                                            <p:cond delay="0"/>
                                          </p:stCondLst>
                                        </p:cTn>
                                        <p:tgtEl>
                                          <p:spTgt spid="7"/>
                                        </p:tgtEl>
                                      </p:cBhvr>
                                    </p:animEffect>
                                    <p:anim calcmode="lin" valueType="num">
                                      <p:cBhvr>
                                        <p:cTn id="48" dur="1822" tmFilter="0,0; 0.14,0.36; 0.43,0.73; 0.71,0.91; 1.0,1.0">
                                          <p:stCondLst>
                                            <p:cond delay="0"/>
                                          </p:stCondLst>
                                        </p:cTn>
                                        <p:tgtEl>
                                          <p:spTgt spid="7"/>
                                        </p:tgtEl>
                                        <p:attrNameLst>
                                          <p:attrName>ppt_x</p:attrName>
                                        </p:attrNameLst>
                                      </p:cBhvr>
                                      <p:tavLst>
                                        <p:tav tm="0">
                                          <p:val>
                                            <p:strVal val="#ppt_x-0.25"/>
                                          </p:val>
                                        </p:tav>
                                        <p:tav tm="100000">
                                          <p:val>
                                            <p:strVal val="#ppt_x"/>
                                          </p:val>
                                        </p:tav>
                                      </p:tavLst>
                                    </p:anim>
                                    <p:anim calcmode="lin" valueType="num">
                                      <p:cBhvr>
                                        <p:cTn id="49" dur="664" tmFilter="0.0,0.0; 0.25,0.07; 0.50,0.2; 0.75,0.467; 1.0,1.0">
                                          <p:stCondLst>
                                            <p:cond delay="0"/>
                                          </p:stCondLst>
                                        </p:cTn>
                                        <p:tgtEl>
                                          <p:spTgt spid="7"/>
                                        </p:tgtEl>
                                        <p:attrNameLst>
                                          <p:attrName>ppt_y</p:attrName>
                                        </p:attrNameLst>
                                      </p:cBhvr>
                                      <p:tavLst>
                                        <p:tav tm="0" fmla="#ppt_y-sin(pi*$)/3">
                                          <p:val>
                                            <p:fltVal val="0.5"/>
                                          </p:val>
                                        </p:tav>
                                        <p:tav tm="100000">
                                          <p:val>
                                            <p:fltVal val="1"/>
                                          </p:val>
                                        </p:tav>
                                      </p:tavLst>
                                    </p:anim>
                                    <p:anim calcmode="lin" valueType="num">
                                      <p:cBhvr>
                                        <p:cTn id="50" dur="664" tmFilter="0, 0; 0.125,0.2665; 0.25,0.4; 0.375,0.465; 0.5,0.5;  0.625,0.535; 0.75,0.6; 0.875,0.7335; 1,1">
                                          <p:stCondLst>
                                            <p:cond delay="664"/>
                                          </p:stCondLst>
                                        </p:cTn>
                                        <p:tgtEl>
                                          <p:spTgt spid="7"/>
                                        </p:tgtEl>
                                        <p:attrNameLst>
                                          <p:attrName>ppt_y</p:attrName>
                                        </p:attrNameLst>
                                      </p:cBhvr>
                                      <p:tavLst>
                                        <p:tav tm="0" fmla="#ppt_y-sin(pi*$)/9">
                                          <p:val>
                                            <p:fltVal val="0"/>
                                          </p:val>
                                        </p:tav>
                                        <p:tav tm="100000">
                                          <p:val>
                                            <p:fltVal val="1"/>
                                          </p:val>
                                        </p:tav>
                                      </p:tavLst>
                                    </p:anim>
                                    <p:anim calcmode="lin" valueType="num">
                                      <p:cBhvr>
                                        <p:cTn id="51" dur="332" tmFilter="0, 0; 0.125,0.2665; 0.25,0.4; 0.375,0.465; 0.5,0.5;  0.625,0.535; 0.75,0.6; 0.875,0.7335; 1,1">
                                          <p:stCondLst>
                                            <p:cond delay="1324"/>
                                          </p:stCondLst>
                                        </p:cTn>
                                        <p:tgtEl>
                                          <p:spTgt spid="7"/>
                                        </p:tgtEl>
                                        <p:attrNameLst>
                                          <p:attrName>ppt_y</p:attrName>
                                        </p:attrNameLst>
                                      </p:cBhvr>
                                      <p:tavLst>
                                        <p:tav tm="0" fmla="#ppt_y-sin(pi*$)/27">
                                          <p:val>
                                            <p:fltVal val="0"/>
                                          </p:val>
                                        </p:tav>
                                        <p:tav tm="100000">
                                          <p:val>
                                            <p:fltVal val="1"/>
                                          </p:val>
                                        </p:tav>
                                      </p:tavLst>
                                    </p:anim>
                                    <p:anim calcmode="lin" valueType="num">
                                      <p:cBhvr>
                                        <p:cTn id="52" dur="164" tmFilter="0, 0; 0.125,0.2665; 0.25,0.4; 0.375,0.465; 0.5,0.5;  0.625,0.535; 0.75,0.6; 0.875,0.7335; 1,1">
                                          <p:stCondLst>
                                            <p:cond delay="1656"/>
                                          </p:stCondLst>
                                        </p:cTn>
                                        <p:tgtEl>
                                          <p:spTgt spid="7"/>
                                        </p:tgtEl>
                                        <p:attrNameLst>
                                          <p:attrName>ppt_y</p:attrName>
                                        </p:attrNameLst>
                                      </p:cBhvr>
                                      <p:tavLst>
                                        <p:tav tm="0" fmla="#ppt_y-sin(pi*$)/81">
                                          <p:val>
                                            <p:fltVal val="0"/>
                                          </p:val>
                                        </p:tav>
                                        <p:tav tm="100000">
                                          <p:val>
                                            <p:fltVal val="1"/>
                                          </p:val>
                                        </p:tav>
                                      </p:tavLst>
                                    </p:anim>
                                    <p:animScale>
                                      <p:cBhvr>
                                        <p:cTn id="53" dur="26">
                                          <p:stCondLst>
                                            <p:cond delay="650"/>
                                          </p:stCondLst>
                                        </p:cTn>
                                        <p:tgtEl>
                                          <p:spTgt spid="7"/>
                                        </p:tgtEl>
                                      </p:cBhvr>
                                      <p:to x="100000" y="60000"/>
                                    </p:animScale>
                                    <p:animScale>
                                      <p:cBhvr>
                                        <p:cTn id="54" dur="166" decel="50000">
                                          <p:stCondLst>
                                            <p:cond delay="676"/>
                                          </p:stCondLst>
                                        </p:cTn>
                                        <p:tgtEl>
                                          <p:spTgt spid="7"/>
                                        </p:tgtEl>
                                      </p:cBhvr>
                                      <p:to x="100000" y="100000"/>
                                    </p:animScale>
                                    <p:animScale>
                                      <p:cBhvr>
                                        <p:cTn id="55" dur="26">
                                          <p:stCondLst>
                                            <p:cond delay="1312"/>
                                          </p:stCondLst>
                                        </p:cTn>
                                        <p:tgtEl>
                                          <p:spTgt spid="7"/>
                                        </p:tgtEl>
                                      </p:cBhvr>
                                      <p:to x="100000" y="80000"/>
                                    </p:animScale>
                                    <p:animScale>
                                      <p:cBhvr>
                                        <p:cTn id="56" dur="166" decel="50000">
                                          <p:stCondLst>
                                            <p:cond delay="1338"/>
                                          </p:stCondLst>
                                        </p:cTn>
                                        <p:tgtEl>
                                          <p:spTgt spid="7"/>
                                        </p:tgtEl>
                                      </p:cBhvr>
                                      <p:to x="100000" y="100000"/>
                                    </p:animScale>
                                    <p:animScale>
                                      <p:cBhvr>
                                        <p:cTn id="57" dur="26">
                                          <p:stCondLst>
                                            <p:cond delay="1642"/>
                                          </p:stCondLst>
                                        </p:cTn>
                                        <p:tgtEl>
                                          <p:spTgt spid="7"/>
                                        </p:tgtEl>
                                      </p:cBhvr>
                                      <p:to x="100000" y="90000"/>
                                    </p:animScale>
                                    <p:animScale>
                                      <p:cBhvr>
                                        <p:cTn id="58" dur="166" decel="50000">
                                          <p:stCondLst>
                                            <p:cond delay="1668"/>
                                          </p:stCondLst>
                                        </p:cTn>
                                        <p:tgtEl>
                                          <p:spTgt spid="7"/>
                                        </p:tgtEl>
                                      </p:cBhvr>
                                      <p:to x="100000" y="100000"/>
                                    </p:animScale>
                                    <p:animScale>
                                      <p:cBhvr>
                                        <p:cTn id="59" dur="26">
                                          <p:stCondLst>
                                            <p:cond delay="1808"/>
                                          </p:stCondLst>
                                        </p:cTn>
                                        <p:tgtEl>
                                          <p:spTgt spid="7"/>
                                        </p:tgtEl>
                                      </p:cBhvr>
                                      <p:to x="100000" y="95000"/>
                                    </p:animScale>
                                    <p:animScale>
                                      <p:cBhvr>
                                        <p:cTn id="60" dur="166" decel="50000">
                                          <p:stCondLst>
                                            <p:cond delay="1834"/>
                                          </p:stCondLst>
                                        </p:cTn>
                                        <p:tgtEl>
                                          <p:spTgt spid="7"/>
                                        </p:tgtEl>
                                      </p:cBhvr>
                                      <p:to x="100000" y="100000"/>
                                    </p:animScale>
                                  </p:childTnLst>
                                </p:cTn>
                              </p:par>
                            </p:childTnLst>
                          </p:cTn>
                        </p:par>
                      </p:childTnLst>
                    </p:cTn>
                  </p:par>
                  <p:par>
                    <p:cTn id="61" fill="hold">
                      <p:stCondLst>
                        <p:cond delay="indefinite"/>
                      </p:stCondLst>
                      <p:childTnLst>
                        <p:par>
                          <p:cTn id="62" fill="hold">
                            <p:stCondLst>
                              <p:cond delay="0"/>
                            </p:stCondLst>
                            <p:childTnLst>
                              <p:par>
                                <p:cTn id="63" presetID="26" presetClass="entr" presetSubtype="0" fill="hold" grpId="0" nodeType="clickEffect">
                                  <p:stCondLst>
                                    <p:cond delay="0"/>
                                  </p:stCondLst>
                                  <p:childTnLst>
                                    <p:set>
                                      <p:cBhvr>
                                        <p:cTn id="64" dur="1" fill="hold">
                                          <p:stCondLst>
                                            <p:cond delay="0"/>
                                          </p:stCondLst>
                                        </p:cTn>
                                        <p:tgtEl>
                                          <p:spTgt spid="8"/>
                                        </p:tgtEl>
                                        <p:attrNameLst>
                                          <p:attrName>style.visibility</p:attrName>
                                        </p:attrNameLst>
                                      </p:cBhvr>
                                      <p:to>
                                        <p:strVal val="visible"/>
                                      </p:to>
                                    </p:set>
                                    <p:animEffect transition="in" filter="wipe(down)">
                                      <p:cBhvr>
                                        <p:cTn id="65" dur="580">
                                          <p:stCondLst>
                                            <p:cond delay="0"/>
                                          </p:stCondLst>
                                        </p:cTn>
                                        <p:tgtEl>
                                          <p:spTgt spid="8"/>
                                        </p:tgtEl>
                                      </p:cBhvr>
                                    </p:animEffect>
                                    <p:anim calcmode="lin" valueType="num">
                                      <p:cBhvr>
                                        <p:cTn id="66" dur="1822" tmFilter="0,0; 0.14,0.36; 0.43,0.73; 0.71,0.91; 1.0,1.0">
                                          <p:stCondLst>
                                            <p:cond delay="0"/>
                                          </p:stCondLst>
                                        </p:cTn>
                                        <p:tgtEl>
                                          <p:spTgt spid="8"/>
                                        </p:tgtEl>
                                        <p:attrNameLst>
                                          <p:attrName>ppt_x</p:attrName>
                                        </p:attrNameLst>
                                      </p:cBhvr>
                                      <p:tavLst>
                                        <p:tav tm="0">
                                          <p:val>
                                            <p:strVal val="#ppt_x-0.25"/>
                                          </p:val>
                                        </p:tav>
                                        <p:tav tm="100000">
                                          <p:val>
                                            <p:strVal val="#ppt_x"/>
                                          </p:val>
                                        </p:tav>
                                      </p:tavLst>
                                    </p:anim>
                                    <p:anim calcmode="lin" valueType="num">
                                      <p:cBhvr>
                                        <p:cTn id="67" dur="664" tmFilter="0.0,0.0; 0.25,0.07; 0.50,0.2; 0.75,0.467; 1.0,1.0">
                                          <p:stCondLst>
                                            <p:cond delay="0"/>
                                          </p:stCondLst>
                                        </p:cTn>
                                        <p:tgtEl>
                                          <p:spTgt spid="8"/>
                                        </p:tgtEl>
                                        <p:attrNameLst>
                                          <p:attrName>ppt_y</p:attrName>
                                        </p:attrNameLst>
                                      </p:cBhvr>
                                      <p:tavLst>
                                        <p:tav tm="0" fmla="#ppt_y-sin(pi*$)/3">
                                          <p:val>
                                            <p:fltVal val="0.5"/>
                                          </p:val>
                                        </p:tav>
                                        <p:tav tm="100000">
                                          <p:val>
                                            <p:fltVal val="1"/>
                                          </p:val>
                                        </p:tav>
                                      </p:tavLst>
                                    </p:anim>
                                    <p:anim calcmode="lin" valueType="num">
                                      <p:cBhvr>
                                        <p:cTn id="68" dur="664" tmFilter="0, 0; 0.125,0.2665; 0.25,0.4; 0.375,0.465; 0.5,0.5;  0.625,0.535; 0.75,0.6; 0.875,0.7335; 1,1">
                                          <p:stCondLst>
                                            <p:cond delay="664"/>
                                          </p:stCondLst>
                                        </p:cTn>
                                        <p:tgtEl>
                                          <p:spTgt spid="8"/>
                                        </p:tgtEl>
                                        <p:attrNameLst>
                                          <p:attrName>ppt_y</p:attrName>
                                        </p:attrNameLst>
                                      </p:cBhvr>
                                      <p:tavLst>
                                        <p:tav tm="0" fmla="#ppt_y-sin(pi*$)/9">
                                          <p:val>
                                            <p:fltVal val="0"/>
                                          </p:val>
                                        </p:tav>
                                        <p:tav tm="100000">
                                          <p:val>
                                            <p:fltVal val="1"/>
                                          </p:val>
                                        </p:tav>
                                      </p:tavLst>
                                    </p:anim>
                                    <p:anim calcmode="lin" valueType="num">
                                      <p:cBhvr>
                                        <p:cTn id="69" dur="332" tmFilter="0, 0; 0.125,0.2665; 0.25,0.4; 0.375,0.465; 0.5,0.5;  0.625,0.535; 0.75,0.6; 0.875,0.7335; 1,1">
                                          <p:stCondLst>
                                            <p:cond delay="1324"/>
                                          </p:stCondLst>
                                        </p:cTn>
                                        <p:tgtEl>
                                          <p:spTgt spid="8"/>
                                        </p:tgtEl>
                                        <p:attrNameLst>
                                          <p:attrName>ppt_y</p:attrName>
                                        </p:attrNameLst>
                                      </p:cBhvr>
                                      <p:tavLst>
                                        <p:tav tm="0" fmla="#ppt_y-sin(pi*$)/27">
                                          <p:val>
                                            <p:fltVal val="0"/>
                                          </p:val>
                                        </p:tav>
                                        <p:tav tm="100000">
                                          <p:val>
                                            <p:fltVal val="1"/>
                                          </p:val>
                                        </p:tav>
                                      </p:tavLst>
                                    </p:anim>
                                    <p:anim calcmode="lin" valueType="num">
                                      <p:cBhvr>
                                        <p:cTn id="70" dur="164" tmFilter="0, 0; 0.125,0.2665; 0.25,0.4; 0.375,0.465; 0.5,0.5;  0.625,0.535; 0.75,0.6; 0.875,0.7335; 1,1">
                                          <p:stCondLst>
                                            <p:cond delay="1656"/>
                                          </p:stCondLst>
                                        </p:cTn>
                                        <p:tgtEl>
                                          <p:spTgt spid="8"/>
                                        </p:tgtEl>
                                        <p:attrNameLst>
                                          <p:attrName>ppt_y</p:attrName>
                                        </p:attrNameLst>
                                      </p:cBhvr>
                                      <p:tavLst>
                                        <p:tav tm="0" fmla="#ppt_y-sin(pi*$)/81">
                                          <p:val>
                                            <p:fltVal val="0"/>
                                          </p:val>
                                        </p:tav>
                                        <p:tav tm="100000">
                                          <p:val>
                                            <p:fltVal val="1"/>
                                          </p:val>
                                        </p:tav>
                                      </p:tavLst>
                                    </p:anim>
                                    <p:animScale>
                                      <p:cBhvr>
                                        <p:cTn id="71" dur="26">
                                          <p:stCondLst>
                                            <p:cond delay="650"/>
                                          </p:stCondLst>
                                        </p:cTn>
                                        <p:tgtEl>
                                          <p:spTgt spid="8"/>
                                        </p:tgtEl>
                                      </p:cBhvr>
                                      <p:to x="100000" y="60000"/>
                                    </p:animScale>
                                    <p:animScale>
                                      <p:cBhvr>
                                        <p:cTn id="72" dur="166" decel="50000">
                                          <p:stCondLst>
                                            <p:cond delay="676"/>
                                          </p:stCondLst>
                                        </p:cTn>
                                        <p:tgtEl>
                                          <p:spTgt spid="8"/>
                                        </p:tgtEl>
                                      </p:cBhvr>
                                      <p:to x="100000" y="100000"/>
                                    </p:animScale>
                                    <p:animScale>
                                      <p:cBhvr>
                                        <p:cTn id="73" dur="26">
                                          <p:stCondLst>
                                            <p:cond delay="1312"/>
                                          </p:stCondLst>
                                        </p:cTn>
                                        <p:tgtEl>
                                          <p:spTgt spid="8"/>
                                        </p:tgtEl>
                                      </p:cBhvr>
                                      <p:to x="100000" y="80000"/>
                                    </p:animScale>
                                    <p:animScale>
                                      <p:cBhvr>
                                        <p:cTn id="74" dur="166" decel="50000">
                                          <p:stCondLst>
                                            <p:cond delay="1338"/>
                                          </p:stCondLst>
                                        </p:cTn>
                                        <p:tgtEl>
                                          <p:spTgt spid="8"/>
                                        </p:tgtEl>
                                      </p:cBhvr>
                                      <p:to x="100000" y="100000"/>
                                    </p:animScale>
                                    <p:animScale>
                                      <p:cBhvr>
                                        <p:cTn id="75" dur="26">
                                          <p:stCondLst>
                                            <p:cond delay="1642"/>
                                          </p:stCondLst>
                                        </p:cTn>
                                        <p:tgtEl>
                                          <p:spTgt spid="8"/>
                                        </p:tgtEl>
                                      </p:cBhvr>
                                      <p:to x="100000" y="90000"/>
                                    </p:animScale>
                                    <p:animScale>
                                      <p:cBhvr>
                                        <p:cTn id="76" dur="166" decel="50000">
                                          <p:stCondLst>
                                            <p:cond delay="1668"/>
                                          </p:stCondLst>
                                        </p:cTn>
                                        <p:tgtEl>
                                          <p:spTgt spid="8"/>
                                        </p:tgtEl>
                                      </p:cBhvr>
                                      <p:to x="100000" y="100000"/>
                                    </p:animScale>
                                    <p:animScale>
                                      <p:cBhvr>
                                        <p:cTn id="77" dur="26">
                                          <p:stCondLst>
                                            <p:cond delay="1808"/>
                                          </p:stCondLst>
                                        </p:cTn>
                                        <p:tgtEl>
                                          <p:spTgt spid="8"/>
                                        </p:tgtEl>
                                      </p:cBhvr>
                                      <p:to x="100000" y="95000"/>
                                    </p:animScale>
                                    <p:animScale>
                                      <p:cBhvr>
                                        <p:cTn id="78" dur="166" decel="50000">
                                          <p:stCondLst>
                                            <p:cond delay="1834"/>
                                          </p:stCondLst>
                                        </p:cTn>
                                        <p:tgtEl>
                                          <p:spTgt spid="8"/>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Diagram 3"/>
          <p:cNvGraphicFramePr/>
          <p:nvPr>
            <p:extLst>
              <p:ext uri="{D42A27DB-BD31-4B8C-83A1-F6EECF244321}">
                <p14:modId xmlns:p14="http://schemas.microsoft.com/office/powerpoint/2010/main" val="4201303547"/>
              </p:ext>
            </p:extLst>
          </p:nvPr>
        </p:nvGraphicFramePr>
        <p:xfrm>
          <a:off x="1143000" y="1676400"/>
          <a:ext cx="9448800" cy="48768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aphicFrame>
        <p:nvGraphicFramePr>
          <p:cNvPr id="6" name="Diagram 5"/>
          <p:cNvGraphicFramePr/>
          <p:nvPr>
            <p:extLst>
              <p:ext uri="{D42A27DB-BD31-4B8C-83A1-F6EECF244321}">
                <p14:modId xmlns:p14="http://schemas.microsoft.com/office/powerpoint/2010/main" val="1947953152"/>
              </p:ext>
            </p:extLst>
          </p:nvPr>
        </p:nvGraphicFramePr>
        <p:xfrm>
          <a:off x="2438400" y="152400"/>
          <a:ext cx="6324600" cy="1317009"/>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sp>
        <p:nvSpPr>
          <p:cNvPr id="7" name="Oval Callout 6"/>
          <p:cNvSpPr/>
          <p:nvPr/>
        </p:nvSpPr>
        <p:spPr>
          <a:xfrm>
            <a:off x="8763000" y="1676400"/>
            <a:ext cx="2667000" cy="2514600"/>
          </a:xfrm>
          <a:prstGeom prst="wedgeEllipseCallou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US" sz="3200" b="1" dirty="0" smtClean="0">
                <a:solidFill>
                  <a:srgbClr val="FF0000"/>
                </a:solidFill>
              </a:rPr>
              <a:t>Third</a:t>
            </a:r>
            <a:r>
              <a:rPr lang="en-US" dirty="0" smtClean="0"/>
              <a:t> </a:t>
            </a:r>
            <a:r>
              <a:rPr lang="en-US" dirty="0"/>
              <a:t>Constitution of Pakistan came into effect on </a:t>
            </a:r>
            <a:r>
              <a:rPr lang="en-US" dirty="0" smtClean="0"/>
              <a:t>August 14, 1973</a:t>
            </a:r>
            <a:endParaRPr lang="en-US" dirty="0"/>
          </a:p>
        </p:txBody>
      </p:sp>
      <p:sp>
        <p:nvSpPr>
          <p:cNvPr id="2" name="TextBox 1"/>
          <p:cNvSpPr txBox="1"/>
          <p:nvPr/>
        </p:nvSpPr>
        <p:spPr>
          <a:xfrm>
            <a:off x="11582400" y="-188794"/>
            <a:ext cx="461665" cy="6705600"/>
          </a:xfrm>
          <a:prstGeom prst="rect">
            <a:avLst/>
          </a:prstGeom>
          <a:noFill/>
        </p:spPr>
        <p:txBody>
          <a:bodyPr vert="vert270" wrap="square" rtlCol="0">
            <a:spAutoFit/>
          </a:bodyPr>
          <a:lstStyle/>
          <a:p>
            <a:r>
              <a:rPr lang="en-US" dirty="0">
                <a:hlinkClick r:id="rId13"/>
              </a:rPr>
              <a:t>http://</a:t>
            </a:r>
            <a:r>
              <a:rPr lang="en-US" dirty="0" smtClean="0">
                <a:hlinkClick r:id="rId13"/>
              </a:rPr>
              <a:t>www.pakistani.org/pakistan/constitution/index.html</a:t>
            </a:r>
            <a:r>
              <a:rPr lang="en-US" dirty="0" smtClean="0"/>
              <a:t> </a:t>
            </a:r>
            <a:endParaRPr lang="en-US" dirty="0"/>
          </a:p>
        </p:txBody>
      </p:sp>
    </p:spTree>
    <p:extLst>
      <p:ext uri="{BB962C8B-B14F-4D97-AF65-F5344CB8AC3E}">
        <p14:creationId xmlns:p14="http://schemas.microsoft.com/office/powerpoint/2010/main" val="1290102585"/>
      </p:ext>
    </p:extLst>
  </p:cSld>
  <p:clrMapOvr>
    <a:masterClrMapping/>
  </p:clrMapOvr>
  <mc:AlternateContent xmlns:mc="http://schemas.openxmlformats.org/markup-compatibility/2006" xmlns:p14="http://schemas.microsoft.com/office/powerpoint/2010/main">
    <mc:Choice Requires="p14">
      <p:transition spd="slow" p14:dur="3000">
        <p14:ripp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graphicEl>
                                              <a:dgm id="{12D9E906-B753-4F7A-A0BC-F0FB7D2EDE52}"/>
                                            </p:graphic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graphicEl>
                                              <a:dgm id="{7E3AA489-6A02-483E-A88F-97139495D413}"/>
                                            </p:graphic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
                                            <p:graphicEl>
                                              <a:dgm id="{2CC6FE0D-704D-484F-AEB5-C63C519C1B52}"/>
                                            </p:graphic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4">
                                            <p:graphicEl>
                                              <a:dgm id="{80FB24F8-DF95-4452-BDC5-FD2F902CFE43}"/>
                                            </p:graphic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4">
                                            <p:graphicEl>
                                              <a:dgm id="{BC181467-F0C1-4B43-A6C0-0B0C4DE500FF}"/>
                                            </p:graphic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26" presetClass="entr" presetSubtype="0" fill="hold" grpId="0" nodeType="clickEffect">
                                  <p:stCondLst>
                                    <p:cond delay="0"/>
                                  </p:stCondLst>
                                  <p:childTnLst>
                                    <p:set>
                                      <p:cBhvr>
                                        <p:cTn id="22" dur="1" fill="hold">
                                          <p:stCondLst>
                                            <p:cond delay="0"/>
                                          </p:stCondLst>
                                        </p:cTn>
                                        <p:tgtEl>
                                          <p:spTgt spid="7"/>
                                        </p:tgtEl>
                                        <p:attrNameLst>
                                          <p:attrName>style.visibility</p:attrName>
                                        </p:attrNameLst>
                                      </p:cBhvr>
                                      <p:to>
                                        <p:strVal val="visible"/>
                                      </p:to>
                                    </p:set>
                                    <p:animEffect transition="in" filter="wipe(down)">
                                      <p:cBhvr>
                                        <p:cTn id="23" dur="580">
                                          <p:stCondLst>
                                            <p:cond delay="0"/>
                                          </p:stCondLst>
                                        </p:cTn>
                                        <p:tgtEl>
                                          <p:spTgt spid="7"/>
                                        </p:tgtEl>
                                      </p:cBhvr>
                                    </p:animEffect>
                                    <p:anim calcmode="lin" valueType="num">
                                      <p:cBhvr>
                                        <p:cTn id="24" dur="1822" tmFilter="0,0; 0.14,0.36; 0.43,0.73; 0.71,0.91; 1.0,1.0">
                                          <p:stCondLst>
                                            <p:cond delay="0"/>
                                          </p:stCondLst>
                                        </p:cTn>
                                        <p:tgtEl>
                                          <p:spTgt spid="7"/>
                                        </p:tgtEl>
                                        <p:attrNameLst>
                                          <p:attrName>ppt_x</p:attrName>
                                        </p:attrNameLst>
                                      </p:cBhvr>
                                      <p:tavLst>
                                        <p:tav tm="0">
                                          <p:val>
                                            <p:strVal val="#ppt_x-0.25"/>
                                          </p:val>
                                        </p:tav>
                                        <p:tav tm="100000">
                                          <p:val>
                                            <p:strVal val="#ppt_x"/>
                                          </p:val>
                                        </p:tav>
                                      </p:tavLst>
                                    </p:anim>
                                    <p:anim calcmode="lin" valueType="num">
                                      <p:cBhvr>
                                        <p:cTn id="25" dur="664" tmFilter="0.0,0.0; 0.25,0.07; 0.50,0.2; 0.75,0.467; 1.0,1.0">
                                          <p:stCondLst>
                                            <p:cond delay="0"/>
                                          </p:stCondLst>
                                        </p:cTn>
                                        <p:tgtEl>
                                          <p:spTgt spid="7"/>
                                        </p:tgtEl>
                                        <p:attrNameLst>
                                          <p:attrName>ppt_y</p:attrName>
                                        </p:attrNameLst>
                                      </p:cBhvr>
                                      <p:tavLst>
                                        <p:tav tm="0" fmla="#ppt_y-sin(pi*$)/3">
                                          <p:val>
                                            <p:fltVal val="0.5"/>
                                          </p:val>
                                        </p:tav>
                                        <p:tav tm="100000">
                                          <p:val>
                                            <p:fltVal val="1"/>
                                          </p:val>
                                        </p:tav>
                                      </p:tavLst>
                                    </p:anim>
                                    <p:anim calcmode="lin" valueType="num">
                                      <p:cBhvr>
                                        <p:cTn id="26" dur="664" tmFilter="0, 0; 0.125,0.2665; 0.25,0.4; 0.375,0.465; 0.5,0.5;  0.625,0.535; 0.75,0.6; 0.875,0.7335; 1,1">
                                          <p:stCondLst>
                                            <p:cond delay="664"/>
                                          </p:stCondLst>
                                        </p:cTn>
                                        <p:tgtEl>
                                          <p:spTgt spid="7"/>
                                        </p:tgtEl>
                                        <p:attrNameLst>
                                          <p:attrName>ppt_y</p:attrName>
                                        </p:attrNameLst>
                                      </p:cBhvr>
                                      <p:tavLst>
                                        <p:tav tm="0" fmla="#ppt_y-sin(pi*$)/9">
                                          <p:val>
                                            <p:fltVal val="0"/>
                                          </p:val>
                                        </p:tav>
                                        <p:tav tm="100000">
                                          <p:val>
                                            <p:fltVal val="1"/>
                                          </p:val>
                                        </p:tav>
                                      </p:tavLst>
                                    </p:anim>
                                    <p:anim calcmode="lin" valueType="num">
                                      <p:cBhvr>
                                        <p:cTn id="27" dur="332" tmFilter="0, 0; 0.125,0.2665; 0.25,0.4; 0.375,0.465; 0.5,0.5;  0.625,0.535; 0.75,0.6; 0.875,0.7335; 1,1">
                                          <p:stCondLst>
                                            <p:cond delay="1324"/>
                                          </p:stCondLst>
                                        </p:cTn>
                                        <p:tgtEl>
                                          <p:spTgt spid="7"/>
                                        </p:tgtEl>
                                        <p:attrNameLst>
                                          <p:attrName>ppt_y</p:attrName>
                                        </p:attrNameLst>
                                      </p:cBhvr>
                                      <p:tavLst>
                                        <p:tav tm="0" fmla="#ppt_y-sin(pi*$)/27">
                                          <p:val>
                                            <p:fltVal val="0"/>
                                          </p:val>
                                        </p:tav>
                                        <p:tav tm="100000">
                                          <p:val>
                                            <p:fltVal val="1"/>
                                          </p:val>
                                        </p:tav>
                                      </p:tavLst>
                                    </p:anim>
                                    <p:anim calcmode="lin" valueType="num">
                                      <p:cBhvr>
                                        <p:cTn id="28" dur="164" tmFilter="0, 0; 0.125,0.2665; 0.25,0.4; 0.375,0.465; 0.5,0.5;  0.625,0.535; 0.75,0.6; 0.875,0.7335; 1,1">
                                          <p:stCondLst>
                                            <p:cond delay="1656"/>
                                          </p:stCondLst>
                                        </p:cTn>
                                        <p:tgtEl>
                                          <p:spTgt spid="7"/>
                                        </p:tgtEl>
                                        <p:attrNameLst>
                                          <p:attrName>ppt_y</p:attrName>
                                        </p:attrNameLst>
                                      </p:cBhvr>
                                      <p:tavLst>
                                        <p:tav tm="0" fmla="#ppt_y-sin(pi*$)/81">
                                          <p:val>
                                            <p:fltVal val="0"/>
                                          </p:val>
                                        </p:tav>
                                        <p:tav tm="100000">
                                          <p:val>
                                            <p:fltVal val="1"/>
                                          </p:val>
                                        </p:tav>
                                      </p:tavLst>
                                    </p:anim>
                                    <p:animScale>
                                      <p:cBhvr>
                                        <p:cTn id="29" dur="26">
                                          <p:stCondLst>
                                            <p:cond delay="650"/>
                                          </p:stCondLst>
                                        </p:cTn>
                                        <p:tgtEl>
                                          <p:spTgt spid="7"/>
                                        </p:tgtEl>
                                      </p:cBhvr>
                                      <p:to x="100000" y="60000"/>
                                    </p:animScale>
                                    <p:animScale>
                                      <p:cBhvr>
                                        <p:cTn id="30" dur="166" decel="50000">
                                          <p:stCondLst>
                                            <p:cond delay="676"/>
                                          </p:stCondLst>
                                        </p:cTn>
                                        <p:tgtEl>
                                          <p:spTgt spid="7"/>
                                        </p:tgtEl>
                                      </p:cBhvr>
                                      <p:to x="100000" y="100000"/>
                                    </p:animScale>
                                    <p:animScale>
                                      <p:cBhvr>
                                        <p:cTn id="31" dur="26">
                                          <p:stCondLst>
                                            <p:cond delay="1312"/>
                                          </p:stCondLst>
                                        </p:cTn>
                                        <p:tgtEl>
                                          <p:spTgt spid="7"/>
                                        </p:tgtEl>
                                      </p:cBhvr>
                                      <p:to x="100000" y="80000"/>
                                    </p:animScale>
                                    <p:animScale>
                                      <p:cBhvr>
                                        <p:cTn id="32" dur="166" decel="50000">
                                          <p:stCondLst>
                                            <p:cond delay="1338"/>
                                          </p:stCondLst>
                                        </p:cTn>
                                        <p:tgtEl>
                                          <p:spTgt spid="7"/>
                                        </p:tgtEl>
                                      </p:cBhvr>
                                      <p:to x="100000" y="100000"/>
                                    </p:animScale>
                                    <p:animScale>
                                      <p:cBhvr>
                                        <p:cTn id="33" dur="26">
                                          <p:stCondLst>
                                            <p:cond delay="1642"/>
                                          </p:stCondLst>
                                        </p:cTn>
                                        <p:tgtEl>
                                          <p:spTgt spid="7"/>
                                        </p:tgtEl>
                                      </p:cBhvr>
                                      <p:to x="100000" y="90000"/>
                                    </p:animScale>
                                    <p:animScale>
                                      <p:cBhvr>
                                        <p:cTn id="34" dur="166" decel="50000">
                                          <p:stCondLst>
                                            <p:cond delay="1668"/>
                                          </p:stCondLst>
                                        </p:cTn>
                                        <p:tgtEl>
                                          <p:spTgt spid="7"/>
                                        </p:tgtEl>
                                      </p:cBhvr>
                                      <p:to x="100000" y="100000"/>
                                    </p:animScale>
                                    <p:animScale>
                                      <p:cBhvr>
                                        <p:cTn id="35" dur="26">
                                          <p:stCondLst>
                                            <p:cond delay="1808"/>
                                          </p:stCondLst>
                                        </p:cTn>
                                        <p:tgtEl>
                                          <p:spTgt spid="7"/>
                                        </p:tgtEl>
                                      </p:cBhvr>
                                      <p:to x="100000" y="95000"/>
                                    </p:animScale>
                                    <p:animScale>
                                      <p:cBhvr>
                                        <p:cTn id="36" dur="166" decel="50000">
                                          <p:stCondLst>
                                            <p:cond delay="1834"/>
                                          </p:stCondLst>
                                        </p:cTn>
                                        <p:tgtEl>
                                          <p:spTgt spid="7"/>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4" grpId="0">
        <p:bldSub>
          <a:bldDgm bld="one"/>
        </p:bldSub>
      </p:bldGraphic>
      <p:bldP spid="7"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Diagram 3"/>
          <p:cNvGraphicFramePr/>
          <p:nvPr/>
        </p:nvGraphicFramePr>
        <p:xfrm>
          <a:off x="685800" y="228600"/>
          <a:ext cx="8229600" cy="64770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5" name="Left Arrow 4"/>
          <p:cNvSpPr/>
          <p:nvPr/>
        </p:nvSpPr>
        <p:spPr>
          <a:xfrm>
            <a:off x="7565408" y="251346"/>
            <a:ext cx="2569191" cy="1752600"/>
          </a:xfrm>
          <a:prstGeom prst="left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dirty="0" smtClean="0"/>
              <a:t>Sovereignty to Allah, Democracy, minorities,  </a:t>
            </a:r>
            <a:endParaRPr lang="en-US" dirty="0"/>
          </a:p>
        </p:txBody>
      </p:sp>
      <p:sp>
        <p:nvSpPr>
          <p:cNvPr id="6" name="Left Arrow 5"/>
          <p:cNvSpPr/>
          <p:nvPr/>
        </p:nvSpPr>
        <p:spPr>
          <a:xfrm>
            <a:off x="7565408" y="1874292"/>
            <a:ext cx="3102591" cy="1752600"/>
          </a:xfrm>
          <a:prstGeom prst="left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dirty="0" smtClean="0"/>
              <a:t>West Pakistan Act-</a:t>
            </a:r>
            <a:r>
              <a:rPr lang="en-US" dirty="0" smtClean="0">
                <a:solidFill>
                  <a:srgbClr val="FF0000"/>
                </a:solidFill>
              </a:rPr>
              <a:t>X</a:t>
            </a:r>
            <a:r>
              <a:rPr lang="en-US" dirty="0" smtClean="0"/>
              <a:t>, </a:t>
            </a:r>
          </a:p>
          <a:p>
            <a:pPr algn="ctr"/>
            <a:r>
              <a:rPr lang="en-US" dirty="0" smtClean="0"/>
              <a:t>East Pak-</a:t>
            </a:r>
            <a:r>
              <a:rPr lang="en-US" dirty="0" smtClean="0">
                <a:solidFill>
                  <a:srgbClr val="FF0000"/>
                </a:solidFill>
              </a:rPr>
              <a:t>X</a:t>
            </a:r>
            <a:r>
              <a:rPr lang="en-US" dirty="0" smtClean="0"/>
              <a:t> </a:t>
            </a:r>
          </a:p>
          <a:p>
            <a:pPr algn="ctr"/>
            <a:r>
              <a:rPr lang="en-US" dirty="0" smtClean="0"/>
              <a:t>NA (210), Senate (63)</a:t>
            </a:r>
            <a:endParaRPr lang="en-US" dirty="0"/>
          </a:p>
        </p:txBody>
      </p:sp>
      <p:sp>
        <p:nvSpPr>
          <p:cNvPr id="7" name="Left Arrow 6"/>
          <p:cNvSpPr/>
          <p:nvPr/>
        </p:nvSpPr>
        <p:spPr>
          <a:xfrm>
            <a:off x="7543799" y="3601871"/>
            <a:ext cx="2590799" cy="1752600"/>
          </a:xfrm>
          <a:prstGeom prst="left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dirty="0" smtClean="0"/>
              <a:t>Urdu</a:t>
            </a:r>
            <a:endParaRPr lang="en-US" dirty="0"/>
          </a:p>
        </p:txBody>
      </p:sp>
      <p:sp>
        <p:nvSpPr>
          <p:cNvPr id="8" name="Left Arrow 7"/>
          <p:cNvSpPr/>
          <p:nvPr/>
        </p:nvSpPr>
        <p:spPr>
          <a:xfrm>
            <a:off x="7543800" y="5247563"/>
            <a:ext cx="2590798" cy="1752600"/>
          </a:xfrm>
          <a:prstGeom prst="left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dirty="0" smtClean="0"/>
              <a:t>Parliamentary </a:t>
            </a:r>
            <a:endParaRPr lang="en-US" dirty="0"/>
          </a:p>
        </p:txBody>
      </p:sp>
      <p:sp>
        <p:nvSpPr>
          <p:cNvPr id="9" name="Vertical Scroll 8"/>
          <p:cNvSpPr/>
          <p:nvPr/>
        </p:nvSpPr>
        <p:spPr>
          <a:xfrm>
            <a:off x="10134600" y="838200"/>
            <a:ext cx="2057400" cy="5105400"/>
          </a:xfrm>
          <a:prstGeom prst="verticalScroll">
            <a:avLst/>
          </a:prstGeom>
          <a:effectLst>
            <a:glow rad="228600">
              <a:schemeClr val="accent2">
                <a:satMod val="175000"/>
                <a:alpha val="40000"/>
              </a:schemeClr>
            </a:glow>
          </a:effectLst>
        </p:spPr>
        <p:style>
          <a:lnRef idx="1">
            <a:schemeClr val="dk1"/>
          </a:lnRef>
          <a:fillRef idx="2">
            <a:schemeClr val="dk1"/>
          </a:fillRef>
          <a:effectRef idx="1">
            <a:schemeClr val="dk1"/>
          </a:effectRef>
          <a:fontRef idx="minor">
            <a:schemeClr val="dk1"/>
          </a:fontRef>
        </p:style>
        <p:txBody>
          <a:bodyPr rtlCol="0" anchor="ctr"/>
          <a:lstStyle/>
          <a:p>
            <a:pPr algn="ctr"/>
            <a:r>
              <a:rPr lang="en-US" dirty="0"/>
              <a:t>Lets Compare </a:t>
            </a:r>
            <a:r>
              <a:rPr lang="en-US" sz="3600" b="1" dirty="0" smtClean="0">
                <a:solidFill>
                  <a:srgbClr val="FF0000"/>
                </a:solidFill>
              </a:rPr>
              <a:t>Third </a:t>
            </a:r>
            <a:r>
              <a:rPr lang="en-US" dirty="0"/>
              <a:t>Constitution  with the Challenges</a:t>
            </a:r>
          </a:p>
        </p:txBody>
      </p:sp>
      <p:sp>
        <p:nvSpPr>
          <p:cNvPr id="2" name="Bent Arrow 1"/>
          <p:cNvSpPr/>
          <p:nvPr/>
        </p:nvSpPr>
        <p:spPr>
          <a:xfrm rot="10800000">
            <a:off x="10667999" y="6191534"/>
            <a:ext cx="1488744" cy="685800"/>
          </a:xfrm>
          <a:prstGeom prst="ben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3" name="TextBox 2"/>
          <p:cNvSpPr txBox="1"/>
          <p:nvPr/>
        </p:nvSpPr>
        <p:spPr>
          <a:xfrm>
            <a:off x="10134598" y="6019653"/>
            <a:ext cx="2209800" cy="707886"/>
          </a:xfrm>
          <a:prstGeom prst="rect">
            <a:avLst/>
          </a:prstGeom>
          <a:noFill/>
        </p:spPr>
        <p:txBody>
          <a:bodyPr wrap="square" rtlCol="0">
            <a:spAutoFit/>
          </a:bodyPr>
          <a:lstStyle/>
          <a:p>
            <a:r>
              <a:rPr lang="en-US" sz="4000" b="1" dirty="0" smtClean="0"/>
              <a:t>17 - 25</a:t>
            </a:r>
            <a:endParaRPr lang="en-US" sz="4000" b="1" dirty="0"/>
          </a:p>
        </p:txBody>
      </p:sp>
    </p:spTree>
    <p:extLst>
      <p:ext uri="{BB962C8B-B14F-4D97-AF65-F5344CB8AC3E}">
        <p14:creationId xmlns:p14="http://schemas.microsoft.com/office/powerpoint/2010/main" val="163018046"/>
      </p:ext>
    </p:extLst>
  </p:cSld>
  <p:clrMapOvr>
    <a:masterClrMapping/>
  </p:clrMapOvr>
  <mc:AlternateContent xmlns:mc="http://schemas.openxmlformats.org/markup-compatibility/2006" xmlns:p14="http://schemas.microsoft.com/office/powerpoint/2010/main">
    <mc:Choice Requires="p14">
      <p:transition spd="slow" p14:dur="3000">
        <p14:honeycomb/>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5" presetClass="path" presetSubtype="0" accel="50000" decel="50000" fill="hold" grpId="0" nodeType="clickEffect">
                                  <p:stCondLst>
                                    <p:cond delay="0"/>
                                  </p:stCondLst>
                                  <p:childTnLst>
                                    <p:animMotion origin="layout" path="M 5E-6 -4.44444E-6 L -0.84063 -0.01967 " pathEditMode="relative" rAng="0" ptsTypes="AA">
                                      <p:cBhvr>
                                        <p:cTn id="6" dur="2000" fill="hold"/>
                                        <p:tgtEl>
                                          <p:spTgt spid="9"/>
                                        </p:tgtEl>
                                        <p:attrNameLst>
                                          <p:attrName>ppt_x</p:attrName>
                                          <p:attrName>ppt_y</p:attrName>
                                        </p:attrNameLst>
                                      </p:cBhvr>
                                      <p:rCtr x="-42031" y="-995"/>
                                    </p:animMotion>
                                  </p:childTnLst>
                                </p:cTn>
                              </p:par>
                            </p:childTnLst>
                          </p:cTn>
                        </p:par>
                      </p:childTnLst>
                    </p:cTn>
                  </p:par>
                  <p:par>
                    <p:cTn id="7" fill="hold">
                      <p:stCondLst>
                        <p:cond delay="indefinite"/>
                      </p:stCondLst>
                      <p:childTnLst>
                        <p:par>
                          <p:cTn id="8" fill="hold">
                            <p:stCondLst>
                              <p:cond delay="0"/>
                            </p:stCondLst>
                            <p:childTnLst>
                              <p:par>
                                <p:cTn id="9" presetID="26"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wipe(down)">
                                      <p:cBhvr>
                                        <p:cTn id="11" dur="580">
                                          <p:stCondLst>
                                            <p:cond delay="0"/>
                                          </p:stCondLst>
                                        </p:cTn>
                                        <p:tgtEl>
                                          <p:spTgt spid="5"/>
                                        </p:tgtEl>
                                      </p:cBhvr>
                                    </p:animEffect>
                                    <p:anim calcmode="lin" valueType="num">
                                      <p:cBhvr>
                                        <p:cTn id="12" dur="1822" tmFilter="0,0; 0.14,0.36; 0.43,0.73; 0.71,0.91; 1.0,1.0">
                                          <p:stCondLst>
                                            <p:cond delay="0"/>
                                          </p:stCondLst>
                                        </p:cTn>
                                        <p:tgtEl>
                                          <p:spTgt spid="5"/>
                                        </p:tgtEl>
                                        <p:attrNameLst>
                                          <p:attrName>ppt_x</p:attrName>
                                        </p:attrNameLst>
                                      </p:cBhvr>
                                      <p:tavLst>
                                        <p:tav tm="0">
                                          <p:val>
                                            <p:strVal val="#ppt_x-0.25"/>
                                          </p:val>
                                        </p:tav>
                                        <p:tav tm="100000">
                                          <p:val>
                                            <p:strVal val="#ppt_x"/>
                                          </p:val>
                                        </p:tav>
                                      </p:tavLst>
                                    </p:anim>
                                    <p:anim calcmode="lin" valueType="num">
                                      <p:cBhvr>
                                        <p:cTn id="13" dur="664" tmFilter="0.0,0.0; 0.25,0.07; 0.50,0.2; 0.75,0.467; 1.0,1.0">
                                          <p:stCondLst>
                                            <p:cond delay="0"/>
                                          </p:stCondLst>
                                        </p:cTn>
                                        <p:tgtEl>
                                          <p:spTgt spid="5"/>
                                        </p:tgtEl>
                                        <p:attrNameLst>
                                          <p:attrName>ppt_y</p:attrName>
                                        </p:attrNameLst>
                                      </p:cBhvr>
                                      <p:tavLst>
                                        <p:tav tm="0" fmla="#ppt_y-sin(pi*$)/3">
                                          <p:val>
                                            <p:fltVal val="0.5"/>
                                          </p:val>
                                        </p:tav>
                                        <p:tav tm="100000">
                                          <p:val>
                                            <p:fltVal val="1"/>
                                          </p:val>
                                        </p:tav>
                                      </p:tavLst>
                                    </p:anim>
                                    <p:anim calcmode="lin" valueType="num">
                                      <p:cBhvr>
                                        <p:cTn id="14" dur="664" tmFilter="0, 0; 0.125,0.2665; 0.25,0.4; 0.375,0.465; 0.5,0.5;  0.625,0.535; 0.75,0.6; 0.875,0.7335; 1,1">
                                          <p:stCondLst>
                                            <p:cond delay="664"/>
                                          </p:stCondLst>
                                        </p:cTn>
                                        <p:tgtEl>
                                          <p:spTgt spid="5"/>
                                        </p:tgtEl>
                                        <p:attrNameLst>
                                          <p:attrName>ppt_y</p:attrName>
                                        </p:attrNameLst>
                                      </p:cBhvr>
                                      <p:tavLst>
                                        <p:tav tm="0" fmla="#ppt_y-sin(pi*$)/9">
                                          <p:val>
                                            <p:fltVal val="0"/>
                                          </p:val>
                                        </p:tav>
                                        <p:tav tm="100000">
                                          <p:val>
                                            <p:fltVal val="1"/>
                                          </p:val>
                                        </p:tav>
                                      </p:tavLst>
                                    </p:anim>
                                    <p:anim calcmode="lin" valueType="num">
                                      <p:cBhvr>
                                        <p:cTn id="15" dur="332" tmFilter="0, 0; 0.125,0.2665; 0.25,0.4; 0.375,0.465; 0.5,0.5;  0.625,0.535; 0.75,0.6; 0.875,0.7335; 1,1">
                                          <p:stCondLst>
                                            <p:cond delay="1324"/>
                                          </p:stCondLst>
                                        </p:cTn>
                                        <p:tgtEl>
                                          <p:spTgt spid="5"/>
                                        </p:tgtEl>
                                        <p:attrNameLst>
                                          <p:attrName>ppt_y</p:attrName>
                                        </p:attrNameLst>
                                      </p:cBhvr>
                                      <p:tavLst>
                                        <p:tav tm="0" fmla="#ppt_y-sin(pi*$)/27">
                                          <p:val>
                                            <p:fltVal val="0"/>
                                          </p:val>
                                        </p:tav>
                                        <p:tav tm="100000">
                                          <p:val>
                                            <p:fltVal val="1"/>
                                          </p:val>
                                        </p:tav>
                                      </p:tavLst>
                                    </p:anim>
                                    <p:anim calcmode="lin" valueType="num">
                                      <p:cBhvr>
                                        <p:cTn id="16" dur="164" tmFilter="0, 0; 0.125,0.2665; 0.25,0.4; 0.375,0.465; 0.5,0.5;  0.625,0.535; 0.75,0.6; 0.875,0.7335; 1,1">
                                          <p:stCondLst>
                                            <p:cond delay="1656"/>
                                          </p:stCondLst>
                                        </p:cTn>
                                        <p:tgtEl>
                                          <p:spTgt spid="5"/>
                                        </p:tgtEl>
                                        <p:attrNameLst>
                                          <p:attrName>ppt_y</p:attrName>
                                        </p:attrNameLst>
                                      </p:cBhvr>
                                      <p:tavLst>
                                        <p:tav tm="0" fmla="#ppt_y-sin(pi*$)/81">
                                          <p:val>
                                            <p:fltVal val="0"/>
                                          </p:val>
                                        </p:tav>
                                        <p:tav tm="100000">
                                          <p:val>
                                            <p:fltVal val="1"/>
                                          </p:val>
                                        </p:tav>
                                      </p:tavLst>
                                    </p:anim>
                                    <p:animScale>
                                      <p:cBhvr>
                                        <p:cTn id="17" dur="26">
                                          <p:stCondLst>
                                            <p:cond delay="650"/>
                                          </p:stCondLst>
                                        </p:cTn>
                                        <p:tgtEl>
                                          <p:spTgt spid="5"/>
                                        </p:tgtEl>
                                      </p:cBhvr>
                                      <p:to x="100000" y="60000"/>
                                    </p:animScale>
                                    <p:animScale>
                                      <p:cBhvr>
                                        <p:cTn id="18" dur="166" decel="50000">
                                          <p:stCondLst>
                                            <p:cond delay="676"/>
                                          </p:stCondLst>
                                        </p:cTn>
                                        <p:tgtEl>
                                          <p:spTgt spid="5"/>
                                        </p:tgtEl>
                                      </p:cBhvr>
                                      <p:to x="100000" y="100000"/>
                                    </p:animScale>
                                    <p:animScale>
                                      <p:cBhvr>
                                        <p:cTn id="19" dur="26">
                                          <p:stCondLst>
                                            <p:cond delay="1312"/>
                                          </p:stCondLst>
                                        </p:cTn>
                                        <p:tgtEl>
                                          <p:spTgt spid="5"/>
                                        </p:tgtEl>
                                      </p:cBhvr>
                                      <p:to x="100000" y="80000"/>
                                    </p:animScale>
                                    <p:animScale>
                                      <p:cBhvr>
                                        <p:cTn id="20" dur="166" decel="50000">
                                          <p:stCondLst>
                                            <p:cond delay="1338"/>
                                          </p:stCondLst>
                                        </p:cTn>
                                        <p:tgtEl>
                                          <p:spTgt spid="5"/>
                                        </p:tgtEl>
                                      </p:cBhvr>
                                      <p:to x="100000" y="100000"/>
                                    </p:animScale>
                                    <p:animScale>
                                      <p:cBhvr>
                                        <p:cTn id="21" dur="26">
                                          <p:stCondLst>
                                            <p:cond delay="1642"/>
                                          </p:stCondLst>
                                        </p:cTn>
                                        <p:tgtEl>
                                          <p:spTgt spid="5"/>
                                        </p:tgtEl>
                                      </p:cBhvr>
                                      <p:to x="100000" y="90000"/>
                                    </p:animScale>
                                    <p:animScale>
                                      <p:cBhvr>
                                        <p:cTn id="22" dur="166" decel="50000">
                                          <p:stCondLst>
                                            <p:cond delay="1668"/>
                                          </p:stCondLst>
                                        </p:cTn>
                                        <p:tgtEl>
                                          <p:spTgt spid="5"/>
                                        </p:tgtEl>
                                      </p:cBhvr>
                                      <p:to x="100000" y="100000"/>
                                    </p:animScale>
                                    <p:animScale>
                                      <p:cBhvr>
                                        <p:cTn id="23" dur="26">
                                          <p:stCondLst>
                                            <p:cond delay="1808"/>
                                          </p:stCondLst>
                                        </p:cTn>
                                        <p:tgtEl>
                                          <p:spTgt spid="5"/>
                                        </p:tgtEl>
                                      </p:cBhvr>
                                      <p:to x="100000" y="95000"/>
                                    </p:animScale>
                                    <p:animScale>
                                      <p:cBhvr>
                                        <p:cTn id="24" dur="166" decel="50000">
                                          <p:stCondLst>
                                            <p:cond delay="1834"/>
                                          </p:stCondLst>
                                        </p:cTn>
                                        <p:tgtEl>
                                          <p:spTgt spid="5"/>
                                        </p:tgtEl>
                                      </p:cBhvr>
                                      <p:to x="100000" y="100000"/>
                                    </p:animScale>
                                  </p:childTnLst>
                                </p:cTn>
                              </p:par>
                            </p:childTnLst>
                          </p:cTn>
                        </p:par>
                      </p:childTnLst>
                    </p:cTn>
                  </p:par>
                  <p:par>
                    <p:cTn id="25" fill="hold">
                      <p:stCondLst>
                        <p:cond delay="indefinite"/>
                      </p:stCondLst>
                      <p:childTnLst>
                        <p:par>
                          <p:cTn id="26" fill="hold">
                            <p:stCondLst>
                              <p:cond delay="0"/>
                            </p:stCondLst>
                            <p:childTnLst>
                              <p:par>
                                <p:cTn id="27" presetID="26" presetClass="entr" presetSubtype="0" fill="hold" grpId="0" nodeType="clickEffect">
                                  <p:stCondLst>
                                    <p:cond delay="0"/>
                                  </p:stCondLst>
                                  <p:childTnLst>
                                    <p:set>
                                      <p:cBhvr>
                                        <p:cTn id="28" dur="1" fill="hold">
                                          <p:stCondLst>
                                            <p:cond delay="0"/>
                                          </p:stCondLst>
                                        </p:cTn>
                                        <p:tgtEl>
                                          <p:spTgt spid="6"/>
                                        </p:tgtEl>
                                        <p:attrNameLst>
                                          <p:attrName>style.visibility</p:attrName>
                                        </p:attrNameLst>
                                      </p:cBhvr>
                                      <p:to>
                                        <p:strVal val="visible"/>
                                      </p:to>
                                    </p:set>
                                    <p:animEffect transition="in" filter="wipe(down)">
                                      <p:cBhvr>
                                        <p:cTn id="29" dur="580">
                                          <p:stCondLst>
                                            <p:cond delay="0"/>
                                          </p:stCondLst>
                                        </p:cTn>
                                        <p:tgtEl>
                                          <p:spTgt spid="6"/>
                                        </p:tgtEl>
                                      </p:cBhvr>
                                    </p:animEffect>
                                    <p:anim calcmode="lin" valueType="num">
                                      <p:cBhvr>
                                        <p:cTn id="30" dur="1822" tmFilter="0,0; 0.14,0.36; 0.43,0.73; 0.71,0.91; 1.0,1.0">
                                          <p:stCondLst>
                                            <p:cond delay="0"/>
                                          </p:stCondLst>
                                        </p:cTn>
                                        <p:tgtEl>
                                          <p:spTgt spid="6"/>
                                        </p:tgtEl>
                                        <p:attrNameLst>
                                          <p:attrName>ppt_x</p:attrName>
                                        </p:attrNameLst>
                                      </p:cBhvr>
                                      <p:tavLst>
                                        <p:tav tm="0">
                                          <p:val>
                                            <p:strVal val="#ppt_x-0.25"/>
                                          </p:val>
                                        </p:tav>
                                        <p:tav tm="100000">
                                          <p:val>
                                            <p:strVal val="#ppt_x"/>
                                          </p:val>
                                        </p:tav>
                                      </p:tavLst>
                                    </p:anim>
                                    <p:anim calcmode="lin" valueType="num">
                                      <p:cBhvr>
                                        <p:cTn id="31" dur="664" tmFilter="0.0,0.0; 0.25,0.07; 0.50,0.2; 0.75,0.467; 1.0,1.0">
                                          <p:stCondLst>
                                            <p:cond delay="0"/>
                                          </p:stCondLst>
                                        </p:cTn>
                                        <p:tgtEl>
                                          <p:spTgt spid="6"/>
                                        </p:tgtEl>
                                        <p:attrNameLst>
                                          <p:attrName>ppt_y</p:attrName>
                                        </p:attrNameLst>
                                      </p:cBhvr>
                                      <p:tavLst>
                                        <p:tav tm="0" fmla="#ppt_y-sin(pi*$)/3">
                                          <p:val>
                                            <p:fltVal val="0.5"/>
                                          </p:val>
                                        </p:tav>
                                        <p:tav tm="100000">
                                          <p:val>
                                            <p:fltVal val="1"/>
                                          </p:val>
                                        </p:tav>
                                      </p:tavLst>
                                    </p:anim>
                                    <p:anim calcmode="lin" valueType="num">
                                      <p:cBhvr>
                                        <p:cTn id="32" dur="664" tmFilter="0, 0; 0.125,0.2665; 0.25,0.4; 0.375,0.465; 0.5,0.5;  0.625,0.535; 0.75,0.6; 0.875,0.7335; 1,1">
                                          <p:stCondLst>
                                            <p:cond delay="664"/>
                                          </p:stCondLst>
                                        </p:cTn>
                                        <p:tgtEl>
                                          <p:spTgt spid="6"/>
                                        </p:tgtEl>
                                        <p:attrNameLst>
                                          <p:attrName>ppt_y</p:attrName>
                                        </p:attrNameLst>
                                      </p:cBhvr>
                                      <p:tavLst>
                                        <p:tav tm="0" fmla="#ppt_y-sin(pi*$)/9">
                                          <p:val>
                                            <p:fltVal val="0"/>
                                          </p:val>
                                        </p:tav>
                                        <p:tav tm="100000">
                                          <p:val>
                                            <p:fltVal val="1"/>
                                          </p:val>
                                        </p:tav>
                                      </p:tavLst>
                                    </p:anim>
                                    <p:anim calcmode="lin" valueType="num">
                                      <p:cBhvr>
                                        <p:cTn id="33" dur="332" tmFilter="0, 0; 0.125,0.2665; 0.25,0.4; 0.375,0.465; 0.5,0.5;  0.625,0.535; 0.75,0.6; 0.875,0.7335; 1,1">
                                          <p:stCondLst>
                                            <p:cond delay="1324"/>
                                          </p:stCondLst>
                                        </p:cTn>
                                        <p:tgtEl>
                                          <p:spTgt spid="6"/>
                                        </p:tgtEl>
                                        <p:attrNameLst>
                                          <p:attrName>ppt_y</p:attrName>
                                        </p:attrNameLst>
                                      </p:cBhvr>
                                      <p:tavLst>
                                        <p:tav tm="0" fmla="#ppt_y-sin(pi*$)/27">
                                          <p:val>
                                            <p:fltVal val="0"/>
                                          </p:val>
                                        </p:tav>
                                        <p:tav tm="100000">
                                          <p:val>
                                            <p:fltVal val="1"/>
                                          </p:val>
                                        </p:tav>
                                      </p:tavLst>
                                    </p:anim>
                                    <p:anim calcmode="lin" valueType="num">
                                      <p:cBhvr>
                                        <p:cTn id="34" dur="164" tmFilter="0, 0; 0.125,0.2665; 0.25,0.4; 0.375,0.465; 0.5,0.5;  0.625,0.535; 0.75,0.6; 0.875,0.7335; 1,1">
                                          <p:stCondLst>
                                            <p:cond delay="1656"/>
                                          </p:stCondLst>
                                        </p:cTn>
                                        <p:tgtEl>
                                          <p:spTgt spid="6"/>
                                        </p:tgtEl>
                                        <p:attrNameLst>
                                          <p:attrName>ppt_y</p:attrName>
                                        </p:attrNameLst>
                                      </p:cBhvr>
                                      <p:tavLst>
                                        <p:tav tm="0" fmla="#ppt_y-sin(pi*$)/81">
                                          <p:val>
                                            <p:fltVal val="0"/>
                                          </p:val>
                                        </p:tav>
                                        <p:tav tm="100000">
                                          <p:val>
                                            <p:fltVal val="1"/>
                                          </p:val>
                                        </p:tav>
                                      </p:tavLst>
                                    </p:anim>
                                    <p:animScale>
                                      <p:cBhvr>
                                        <p:cTn id="35" dur="26">
                                          <p:stCondLst>
                                            <p:cond delay="650"/>
                                          </p:stCondLst>
                                        </p:cTn>
                                        <p:tgtEl>
                                          <p:spTgt spid="6"/>
                                        </p:tgtEl>
                                      </p:cBhvr>
                                      <p:to x="100000" y="60000"/>
                                    </p:animScale>
                                    <p:animScale>
                                      <p:cBhvr>
                                        <p:cTn id="36" dur="166" decel="50000">
                                          <p:stCondLst>
                                            <p:cond delay="676"/>
                                          </p:stCondLst>
                                        </p:cTn>
                                        <p:tgtEl>
                                          <p:spTgt spid="6"/>
                                        </p:tgtEl>
                                      </p:cBhvr>
                                      <p:to x="100000" y="100000"/>
                                    </p:animScale>
                                    <p:animScale>
                                      <p:cBhvr>
                                        <p:cTn id="37" dur="26">
                                          <p:stCondLst>
                                            <p:cond delay="1312"/>
                                          </p:stCondLst>
                                        </p:cTn>
                                        <p:tgtEl>
                                          <p:spTgt spid="6"/>
                                        </p:tgtEl>
                                      </p:cBhvr>
                                      <p:to x="100000" y="80000"/>
                                    </p:animScale>
                                    <p:animScale>
                                      <p:cBhvr>
                                        <p:cTn id="38" dur="166" decel="50000">
                                          <p:stCondLst>
                                            <p:cond delay="1338"/>
                                          </p:stCondLst>
                                        </p:cTn>
                                        <p:tgtEl>
                                          <p:spTgt spid="6"/>
                                        </p:tgtEl>
                                      </p:cBhvr>
                                      <p:to x="100000" y="100000"/>
                                    </p:animScale>
                                    <p:animScale>
                                      <p:cBhvr>
                                        <p:cTn id="39" dur="26">
                                          <p:stCondLst>
                                            <p:cond delay="1642"/>
                                          </p:stCondLst>
                                        </p:cTn>
                                        <p:tgtEl>
                                          <p:spTgt spid="6"/>
                                        </p:tgtEl>
                                      </p:cBhvr>
                                      <p:to x="100000" y="90000"/>
                                    </p:animScale>
                                    <p:animScale>
                                      <p:cBhvr>
                                        <p:cTn id="40" dur="166" decel="50000">
                                          <p:stCondLst>
                                            <p:cond delay="1668"/>
                                          </p:stCondLst>
                                        </p:cTn>
                                        <p:tgtEl>
                                          <p:spTgt spid="6"/>
                                        </p:tgtEl>
                                      </p:cBhvr>
                                      <p:to x="100000" y="100000"/>
                                    </p:animScale>
                                    <p:animScale>
                                      <p:cBhvr>
                                        <p:cTn id="41" dur="26">
                                          <p:stCondLst>
                                            <p:cond delay="1808"/>
                                          </p:stCondLst>
                                        </p:cTn>
                                        <p:tgtEl>
                                          <p:spTgt spid="6"/>
                                        </p:tgtEl>
                                      </p:cBhvr>
                                      <p:to x="100000" y="95000"/>
                                    </p:animScale>
                                    <p:animScale>
                                      <p:cBhvr>
                                        <p:cTn id="42" dur="166" decel="50000">
                                          <p:stCondLst>
                                            <p:cond delay="1834"/>
                                          </p:stCondLst>
                                        </p:cTn>
                                        <p:tgtEl>
                                          <p:spTgt spid="6"/>
                                        </p:tgtEl>
                                      </p:cBhvr>
                                      <p:to x="100000" y="100000"/>
                                    </p:animScale>
                                  </p:childTnLst>
                                </p:cTn>
                              </p:par>
                            </p:childTnLst>
                          </p:cTn>
                        </p:par>
                      </p:childTnLst>
                    </p:cTn>
                  </p:par>
                  <p:par>
                    <p:cTn id="43" fill="hold">
                      <p:stCondLst>
                        <p:cond delay="indefinite"/>
                      </p:stCondLst>
                      <p:childTnLst>
                        <p:par>
                          <p:cTn id="44" fill="hold">
                            <p:stCondLst>
                              <p:cond delay="0"/>
                            </p:stCondLst>
                            <p:childTnLst>
                              <p:par>
                                <p:cTn id="45" presetID="26" presetClass="entr" presetSubtype="0" fill="hold" grpId="0" nodeType="clickEffect">
                                  <p:stCondLst>
                                    <p:cond delay="0"/>
                                  </p:stCondLst>
                                  <p:childTnLst>
                                    <p:set>
                                      <p:cBhvr>
                                        <p:cTn id="46" dur="1" fill="hold">
                                          <p:stCondLst>
                                            <p:cond delay="0"/>
                                          </p:stCondLst>
                                        </p:cTn>
                                        <p:tgtEl>
                                          <p:spTgt spid="7"/>
                                        </p:tgtEl>
                                        <p:attrNameLst>
                                          <p:attrName>style.visibility</p:attrName>
                                        </p:attrNameLst>
                                      </p:cBhvr>
                                      <p:to>
                                        <p:strVal val="visible"/>
                                      </p:to>
                                    </p:set>
                                    <p:animEffect transition="in" filter="wipe(down)">
                                      <p:cBhvr>
                                        <p:cTn id="47" dur="580">
                                          <p:stCondLst>
                                            <p:cond delay="0"/>
                                          </p:stCondLst>
                                        </p:cTn>
                                        <p:tgtEl>
                                          <p:spTgt spid="7"/>
                                        </p:tgtEl>
                                      </p:cBhvr>
                                    </p:animEffect>
                                    <p:anim calcmode="lin" valueType="num">
                                      <p:cBhvr>
                                        <p:cTn id="48" dur="1822" tmFilter="0,0; 0.14,0.36; 0.43,0.73; 0.71,0.91; 1.0,1.0">
                                          <p:stCondLst>
                                            <p:cond delay="0"/>
                                          </p:stCondLst>
                                        </p:cTn>
                                        <p:tgtEl>
                                          <p:spTgt spid="7"/>
                                        </p:tgtEl>
                                        <p:attrNameLst>
                                          <p:attrName>ppt_x</p:attrName>
                                        </p:attrNameLst>
                                      </p:cBhvr>
                                      <p:tavLst>
                                        <p:tav tm="0">
                                          <p:val>
                                            <p:strVal val="#ppt_x-0.25"/>
                                          </p:val>
                                        </p:tav>
                                        <p:tav tm="100000">
                                          <p:val>
                                            <p:strVal val="#ppt_x"/>
                                          </p:val>
                                        </p:tav>
                                      </p:tavLst>
                                    </p:anim>
                                    <p:anim calcmode="lin" valueType="num">
                                      <p:cBhvr>
                                        <p:cTn id="49" dur="664" tmFilter="0.0,0.0; 0.25,0.07; 0.50,0.2; 0.75,0.467; 1.0,1.0">
                                          <p:stCondLst>
                                            <p:cond delay="0"/>
                                          </p:stCondLst>
                                        </p:cTn>
                                        <p:tgtEl>
                                          <p:spTgt spid="7"/>
                                        </p:tgtEl>
                                        <p:attrNameLst>
                                          <p:attrName>ppt_y</p:attrName>
                                        </p:attrNameLst>
                                      </p:cBhvr>
                                      <p:tavLst>
                                        <p:tav tm="0" fmla="#ppt_y-sin(pi*$)/3">
                                          <p:val>
                                            <p:fltVal val="0.5"/>
                                          </p:val>
                                        </p:tav>
                                        <p:tav tm="100000">
                                          <p:val>
                                            <p:fltVal val="1"/>
                                          </p:val>
                                        </p:tav>
                                      </p:tavLst>
                                    </p:anim>
                                    <p:anim calcmode="lin" valueType="num">
                                      <p:cBhvr>
                                        <p:cTn id="50" dur="664" tmFilter="0, 0; 0.125,0.2665; 0.25,0.4; 0.375,0.465; 0.5,0.5;  0.625,0.535; 0.75,0.6; 0.875,0.7335; 1,1">
                                          <p:stCondLst>
                                            <p:cond delay="664"/>
                                          </p:stCondLst>
                                        </p:cTn>
                                        <p:tgtEl>
                                          <p:spTgt spid="7"/>
                                        </p:tgtEl>
                                        <p:attrNameLst>
                                          <p:attrName>ppt_y</p:attrName>
                                        </p:attrNameLst>
                                      </p:cBhvr>
                                      <p:tavLst>
                                        <p:tav tm="0" fmla="#ppt_y-sin(pi*$)/9">
                                          <p:val>
                                            <p:fltVal val="0"/>
                                          </p:val>
                                        </p:tav>
                                        <p:tav tm="100000">
                                          <p:val>
                                            <p:fltVal val="1"/>
                                          </p:val>
                                        </p:tav>
                                      </p:tavLst>
                                    </p:anim>
                                    <p:anim calcmode="lin" valueType="num">
                                      <p:cBhvr>
                                        <p:cTn id="51" dur="332" tmFilter="0, 0; 0.125,0.2665; 0.25,0.4; 0.375,0.465; 0.5,0.5;  0.625,0.535; 0.75,0.6; 0.875,0.7335; 1,1">
                                          <p:stCondLst>
                                            <p:cond delay="1324"/>
                                          </p:stCondLst>
                                        </p:cTn>
                                        <p:tgtEl>
                                          <p:spTgt spid="7"/>
                                        </p:tgtEl>
                                        <p:attrNameLst>
                                          <p:attrName>ppt_y</p:attrName>
                                        </p:attrNameLst>
                                      </p:cBhvr>
                                      <p:tavLst>
                                        <p:tav tm="0" fmla="#ppt_y-sin(pi*$)/27">
                                          <p:val>
                                            <p:fltVal val="0"/>
                                          </p:val>
                                        </p:tav>
                                        <p:tav tm="100000">
                                          <p:val>
                                            <p:fltVal val="1"/>
                                          </p:val>
                                        </p:tav>
                                      </p:tavLst>
                                    </p:anim>
                                    <p:anim calcmode="lin" valueType="num">
                                      <p:cBhvr>
                                        <p:cTn id="52" dur="164" tmFilter="0, 0; 0.125,0.2665; 0.25,0.4; 0.375,0.465; 0.5,0.5;  0.625,0.535; 0.75,0.6; 0.875,0.7335; 1,1">
                                          <p:stCondLst>
                                            <p:cond delay="1656"/>
                                          </p:stCondLst>
                                        </p:cTn>
                                        <p:tgtEl>
                                          <p:spTgt spid="7"/>
                                        </p:tgtEl>
                                        <p:attrNameLst>
                                          <p:attrName>ppt_y</p:attrName>
                                        </p:attrNameLst>
                                      </p:cBhvr>
                                      <p:tavLst>
                                        <p:tav tm="0" fmla="#ppt_y-sin(pi*$)/81">
                                          <p:val>
                                            <p:fltVal val="0"/>
                                          </p:val>
                                        </p:tav>
                                        <p:tav tm="100000">
                                          <p:val>
                                            <p:fltVal val="1"/>
                                          </p:val>
                                        </p:tav>
                                      </p:tavLst>
                                    </p:anim>
                                    <p:animScale>
                                      <p:cBhvr>
                                        <p:cTn id="53" dur="26">
                                          <p:stCondLst>
                                            <p:cond delay="650"/>
                                          </p:stCondLst>
                                        </p:cTn>
                                        <p:tgtEl>
                                          <p:spTgt spid="7"/>
                                        </p:tgtEl>
                                      </p:cBhvr>
                                      <p:to x="100000" y="60000"/>
                                    </p:animScale>
                                    <p:animScale>
                                      <p:cBhvr>
                                        <p:cTn id="54" dur="166" decel="50000">
                                          <p:stCondLst>
                                            <p:cond delay="676"/>
                                          </p:stCondLst>
                                        </p:cTn>
                                        <p:tgtEl>
                                          <p:spTgt spid="7"/>
                                        </p:tgtEl>
                                      </p:cBhvr>
                                      <p:to x="100000" y="100000"/>
                                    </p:animScale>
                                    <p:animScale>
                                      <p:cBhvr>
                                        <p:cTn id="55" dur="26">
                                          <p:stCondLst>
                                            <p:cond delay="1312"/>
                                          </p:stCondLst>
                                        </p:cTn>
                                        <p:tgtEl>
                                          <p:spTgt spid="7"/>
                                        </p:tgtEl>
                                      </p:cBhvr>
                                      <p:to x="100000" y="80000"/>
                                    </p:animScale>
                                    <p:animScale>
                                      <p:cBhvr>
                                        <p:cTn id="56" dur="166" decel="50000">
                                          <p:stCondLst>
                                            <p:cond delay="1338"/>
                                          </p:stCondLst>
                                        </p:cTn>
                                        <p:tgtEl>
                                          <p:spTgt spid="7"/>
                                        </p:tgtEl>
                                      </p:cBhvr>
                                      <p:to x="100000" y="100000"/>
                                    </p:animScale>
                                    <p:animScale>
                                      <p:cBhvr>
                                        <p:cTn id="57" dur="26">
                                          <p:stCondLst>
                                            <p:cond delay="1642"/>
                                          </p:stCondLst>
                                        </p:cTn>
                                        <p:tgtEl>
                                          <p:spTgt spid="7"/>
                                        </p:tgtEl>
                                      </p:cBhvr>
                                      <p:to x="100000" y="90000"/>
                                    </p:animScale>
                                    <p:animScale>
                                      <p:cBhvr>
                                        <p:cTn id="58" dur="166" decel="50000">
                                          <p:stCondLst>
                                            <p:cond delay="1668"/>
                                          </p:stCondLst>
                                        </p:cTn>
                                        <p:tgtEl>
                                          <p:spTgt spid="7"/>
                                        </p:tgtEl>
                                      </p:cBhvr>
                                      <p:to x="100000" y="100000"/>
                                    </p:animScale>
                                    <p:animScale>
                                      <p:cBhvr>
                                        <p:cTn id="59" dur="26">
                                          <p:stCondLst>
                                            <p:cond delay="1808"/>
                                          </p:stCondLst>
                                        </p:cTn>
                                        <p:tgtEl>
                                          <p:spTgt spid="7"/>
                                        </p:tgtEl>
                                      </p:cBhvr>
                                      <p:to x="100000" y="95000"/>
                                    </p:animScale>
                                    <p:animScale>
                                      <p:cBhvr>
                                        <p:cTn id="60" dur="166" decel="50000">
                                          <p:stCondLst>
                                            <p:cond delay="1834"/>
                                          </p:stCondLst>
                                        </p:cTn>
                                        <p:tgtEl>
                                          <p:spTgt spid="7"/>
                                        </p:tgtEl>
                                      </p:cBhvr>
                                      <p:to x="100000" y="100000"/>
                                    </p:animScale>
                                  </p:childTnLst>
                                </p:cTn>
                              </p:par>
                            </p:childTnLst>
                          </p:cTn>
                        </p:par>
                      </p:childTnLst>
                    </p:cTn>
                  </p:par>
                  <p:par>
                    <p:cTn id="61" fill="hold">
                      <p:stCondLst>
                        <p:cond delay="indefinite"/>
                      </p:stCondLst>
                      <p:childTnLst>
                        <p:par>
                          <p:cTn id="62" fill="hold">
                            <p:stCondLst>
                              <p:cond delay="0"/>
                            </p:stCondLst>
                            <p:childTnLst>
                              <p:par>
                                <p:cTn id="63" presetID="26" presetClass="entr" presetSubtype="0" fill="hold" grpId="0" nodeType="clickEffect">
                                  <p:stCondLst>
                                    <p:cond delay="0"/>
                                  </p:stCondLst>
                                  <p:childTnLst>
                                    <p:set>
                                      <p:cBhvr>
                                        <p:cTn id="64" dur="1" fill="hold">
                                          <p:stCondLst>
                                            <p:cond delay="0"/>
                                          </p:stCondLst>
                                        </p:cTn>
                                        <p:tgtEl>
                                          <p:spTgt spid="8"/>
                                        </p:tgtEl>
                                        <p:attrNameLst>
                                          <p:attrName>style.visibility</p:attrName>
                                        </p:attrNameLst>
                                      </p:cBhvr>
                                      <p:to>
                                        <p:strVal val="visible"/>
                                      </p:to>
                                    </p:set>
                                    <p:animEffect transition="in" filter="wipe(down)">
                                      <p:cBhvr>
                                        <p:cTn id="65" dur="580">
                                          <p:stCondLst>
                                            <p:cond delay="0"/>
                                          </p:stCondLst>
                                        </p:cTn>
                                        <p:tgtEl>
                                          <p:spTgt spid="8"/>
                                        </p:tgtEl>
                                      </p:cBhvr>
                                    </p:animEffect>
                                    <p:anim calcmode="lin" valueType="num">
                                      <p:cBhvr>
                                        <p:cTn id="66" dur="1822" tmFilter="0,0; 0.14,0.36; 0.43,0.73; 0.71,0.91; 1.0,1.0">
                                          <p:stCondLst>
                                            <p:cond delay="0"/>
                                          </p:stCondLst>
                                        </p:cTn>
                                        <p:tgtEl>
                                          <p:spTgt spid="8"/>
                                        </p:tgtEl>
                                        <p:attrNameLst>
                                          <p:attrName>ppt_x</p:attrName>
                                        </p:attrNameLst>
                                      </p:cBhvr>
                                      <p:tavLst>
                                        <p:tav tm="0">
                                          <p:val>
                                            <p:strVal val="#ppt_x-0.25"/>
                                          </p:val>
                                        </p:tav>
                                        <p:tav tm="100000">
                                          <p:val>
                                            <p:strVal val="#ppt_x"/>
                                          </p:val>
                                        </p:tav>
                                      </p:tavLst>
                                    </p:anim>
                                    <p:anim calcmode="lin" valueType="num">
                                      <p:cBhvr>
                                        <p:cTn id="67" dur="664" tmFilter="0.0,0.0; 0.25,0.07; 0.50,0.2; 0.75,0.467; 1.0,1.0">
                                          <p:stCondLst>
                                            <p:cond delay="0"/>
                                          </p:stCondLst>
                                        </p:cTn>
                                        <p:tgtEl>
                                          <p:spTgt spid="8"/>
                                        </p:tgtEl>
                                        <p:attrNameLst>
                                          <p:attrName>ppt_y</p:attrName>
                                        </p:attrNameLst>
                                      </p:cBhvr>
                                      <p:tavLst>
                                        <p:tav tm="0" fmla="#ppt_y-sin(pi*$)/3">
                                          <p:val>
                                            <p:fltVal val="0.5"/>
                                          </p:val>
                                        </p:tav>
                                        <p:tav tm="100000">
                                          <p:val>
                                            <p:fltVal val="1"/>
                                          </p:val>
                                        </p:tav>
                                      </p:tavLst>
                                    </p:anim>
                                    <p:anim calcmode="lin" valueType="num">
                                      <p:cBhvr>
                                        <p:cTn id="68" dur="664" tmFilter="0, 0; 0.125,0.2665; 0.25,0.4; 0.375,0.465; 0.5,0.5;  0.625,0.535; 0.75,0.6; 0.875,0.7335; 1,1">
                                          <p:stCondLst>
                                            <p:cond delay="664"/>
                                          </p:stCondLst>
                                        </p:cTn>
                                        <p:tgtEl>
                                          <p:spTgt spid="8"/>
                                        </p:tgtEl>
                                        <p:attrNameLst>
                                          <p:attrName>ppt_y</p:attrName>
                                        </p:attrNameLst>
                                      </p:cBhvr>
                                      <p:tavLst>
                                        <p:tav tm="0" fmla="#ppt_y-sin(pi*$)/9">
                                          <p:val>
                                            <p:fltVal val="0"/>
                                          </p:val>
                                        </p:tav>
                                        <p:tav tm="100000">
                                          <p:val>
                                            <p:fltVal val="1"/>
                                          </p:val>
                                        </p:tav>
                                      </p:tavLst>
                                    </p:anim>
                                    <p:anim calcmode="lin" valueType="num">
                                      <p:cBhvr>
                                        <p:cTn id="69" dur="332" tmFilter="0, 0; 0.125,0.2665; 0.25,0.4; 0.375,0.465; 0.5,0.5;  0.625,0.535; 0.75,0.6; 0.875,0.7335; 1,1">
                                          <p:stCondLst>
                                            <p:cond delay="1324"/>
                                          </p:stCondLst>
                                        </p:cTn>
                                        <p:tgtEl>
                                          <p:spTgt spid="8"/>
                                        </p:tgtEl>
                                        <p:attrNameLst>
                                          <p:attrName>ppt_y</p:attrName>
                                        </p:attrNameLst>
                                      </p:cBhvr>
                                      <p:tavLst>
                                        <p:tav tm="0" fmla="#ppt_y-sin(pi*$)/27">
                                          <p:val>
                                            <p:fltVal val="0"/>
                                          </p:val>
                                        </p:tav>
                                        <p:tav tm="100000">
                                          <p:val>
                                            <p:fltVal val="1"/>
                                          </p:val>
                                        </p:tav>
                                      </p:tavLst>
                                    </p:anim>
                                    <p:anim calcmode="lin" valueType="num">
                                      <p:cBhvr>
                                        <p:cTn id="70" dur="164" tmFilter="0, 0; 0.125,0.2665; 0.25,0.4; 0.375,0.465; 0.5,0.5;  0.625,0.535; 0.75,0.6; 0.875,0.7335; 1,1">
                                          <p:stCondLst>
                                            <p:cond delay="1656"/>
                                          </p:stCondLst>
                                        </p:cTn>
                                        <p:tgtEl>
                                          <p:spTgt spid="8"/>
                                        </p:tgtEl>
                                        <p:attrNameLst>
                                          <p:attrName>ppt_y</p:attrName>
                                        </p:attrNameLst>
                                      </p:cBhvr>
                                      <p:tavLst>
                                        <p:tav tm="0" fmla="#ppt_y-sin(pi*$)/81">
                                          <p:val>
                                            <p:fltVal val="0"/>
                                          </p:val>
                                        </p:tav>
                                        <p:tav tm="100000">
                                          <p:val>
                                            <p:fltVal val="1"/>
                                          </p:val>
                                        </p:tav>
                                      </p:tavLst>
                                    </p:anim>
                                    <p:animScale>
                                      <p:cBhvr>
                                        <p:cTn id="71" dur="26">
                                          <p:stCondLst>
                                            <p:cond delay="650"/>
                                          </p:stCondLst>
                                        </p:cTn>
                                        <p:tgtEl>
                                          <p:spTgt spid="8"/>
                                        </p:tgtEl>
                                      </p:cBhvr>
                                      <p:to x="100000" y="60000"/>
                                    </p:animScale>
                                    <p:animScale>
                                      <p:cBhvr>
                                        <p:cTn id="72" dur="166" decel="50000">
                                          <p:stCondLst>
                                            <p:cond delay="676"/>
                                          </p:stCondLst>
                                        </p:cTn>
                                        <p:tgtEl>
                                          <p:spTgt spid="8"/>
                                        </p:tgtEl>
                                      </p:cBhvr>
                                      <p:to x="100000" y="100000"/>
                                    </p:animScale>
                                    <p:animScale>
                                      <p:cBhvr>
                                        <p:cTn id="73" dur="26">
                                          <p:stCondLst>
                                            <p:cond delay="1312"/>
                                          </p:stCondLst>
                                        </p:cTn>
                                        <p:tgtEl>
                                          <p:spTgt spid="8"/>
                                        </p:tgtEl>
                                      </p:cBhvr>
                                      <p:to x="100000" y="80000"/>
                                    </p:animScale>
                                    <p:animScale>
                                      <p:cBhvr>
                                        <p:cTn id="74" dur="166" decel="50000">
                                          <p:stCondLst>
                                            <p:cond delay="1338"/>
                                          </p:stCondLst>
                                        </p:cTn>
                                        <p:tgtEl>
                                          <p:spTgt spid="8"/>
                                        </p:tgtEl>
                                      </p:cBhvr>
                                      <p:to x="100000" y="100000"/>
                                    </p:animScale>
                                    <p:animScale>
                                      <p:cBhvr>
                                        <p:cTn id="75" dur="26">
                                          <p:stCondLst>
                                            <p:cond delay="1642"/>
                                          </p:stCondLst>
                                        </p:cTn>
                                        <p:tgtEl>
                                          <p:spTgt spid="8"/>
                                        </p:tgtEl>
                                      </p:cBhvr>
                                      <p:to x="100000" y="90000"/>
                                    </p:animScale>
                                    <p:animScale>
                                      <p:cBhvr>
                                        <p:cTn id="76" dur="166" decel="50000">
                                          <p:stCondLst>
                                            <p:cond delay="1668"/>
                                          </p:stCondLst>
                                        </p:cTn>
                                        <p:tgtEl>
                                          <p:spTgt spid="8"/>
                                        </p:tgtEl>
                                      </p:cBhvr>
                                      <p:to x="100000" y="100000"/>
                                    </p:animScale>
                                    <p:animScale>
                                      <p:cBhvr>
                                        <p:cTn id="77" dur="26">
                                          <p:stCondLst>
                                            <p:cond delay="1808"/>
                                          </p:stCondLst>
                                        </p:cTn>
                                        <p:tgtEl>
                                          <p:spTgt spid="8"/>
                                        </p:tgtEl>
                                      </p:cBhvr>
                                      <p:to x="100000" y="95000"/>
                                    </p:animScale>
                                    <p:animScale>
                                      <p:cBhvr>
                                        <p:cTn id="78" dur="166" decel="50000">
                                          <p:stCondLst>
                                            <p:cond delay="1834"/>
                                          </p:stCondLst>
                                        </p:cTn>
                                        <p:tgtEl>
                                          <p:spTgt spid="8"/>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Lst>
  </p:timing>
</p:sld>
</file>

<file path=ppt/slides/slide2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1524000" y="0"/>
            <a:ext cx="9144000" cy="6858000"/>
          </a:xfrm>
          <a:prstGeom prst="rect">
            <a:avLst/>
          </a:prstGeom>
          <a:blipFill>
            <a:blip r:embed="rId3" cstate="print"/>
            <a:stretch>
              <a:fillRect/>
            </a:stretch>
          </a:blipFill>
        </p:spPr>
        <p:txBody>
          <a:bodyPr wrap="square" lIns="0" tIns="0" rIns="0" bIns="0" rtlCol="0"/>
          <a:lstStyle/>
          <a:p>
            <a:endParaRPr/>
          </a:p>
        </p:txBody>
      </p:sp>
      <p:sp>
        <p:nvSpPr>
          <p:cNvPr id="3" name="object 3"/>
          <p:cNvSpPr txBox="1"/>
          <p:nvPr/>
        </p:nvSpPr>
        <p:spPr>
          <a:xfrm>
            <a:off x="2677161" y="1405890"/>
            <a:ext cx="6817995" cy="848360"/>
          </a:xfrm>
          <a:prstGeom prst="rect">
            <a:avLst/>
          </a:prstGeom>
        </p:spPr>
        <p:txBody>
          <a:bodyPr vert="horz" wrap="square" lIns="0" tIns="12700" rIns="0" bIns="0" rtlCol="0">
            <a:spAutoFit/>
          </a:bodyPr>
          <a:lstStyle/>
          <a:p>
            <a:pPr marL="12700">
              <a:spcBef>
                <a:spcPts val="100"/>
              </a:spcBef>
              <a:tabLst>
                <a:tab pos="3085465" algn="l"/>
                <a:tab pos="6804659" algn="l"/>
              </a:tabLst>
            </a:pPr>
            <a:r>
              <a:rPr sz="5400" strike="sngStrike" dirty="0">
                <a:solidFill>
                  <a:srgbClr val="DBA354"/>
                </a:solidFill>
                <a:latin typeface="Times New Roman"/>
                <a:cs typeface="Times New Roman"/>
              </a:rPr>
              <a:t> 	</a:t>
            </a:r>
            <a:r>
              <a:rPr sz="5400" strike="sngStrike" spc="9385" dirty="0">
                <a:solidFill>
                  <a:srgbClr val="DBA354"/>
                </a:solidFill>
                <a:latin typeface="Wingdings"/>
                <a:cs typeface="Wingdings"/>
              </a:rPr>
              <a:t></a:t>
            </a:r>
            <a:r>
              <a:rPr sz="5400" strike="sngStrike" spc="9385" dirty="0">
                <a:solidFill>
                  <a:srgbClr val="DBA354"/>
                </a:solidFill>
                <a:latin typeface="Times New Roman"/>
                <a:cs typeface="Times New Roman"/>
              </a:rPr>
              <a:t>	</a:t>
            </a:r>
            <a:endParaRPr sz="5400" dirty="0">
              <a:latin typeface="Times New Roman"/>
              <a:cs typeface="Times New Roman"/>
            </a:endParaRPr>
          </a:p>
        </p:txBody>
      </p:sp>
      <p:graphicFrame>
        <p:nvGraphicFramePr>
          <p:cNvPr id="4" name="object 4"/>
          <p:cNvGraphicFramePr>
            <a:graphicFrameLocks noGrp="1"/>
          </p:cNvGraphicFramePr>
          <p:nvPr>
            <p:extLst>
              <p:ext uri="{D42A27DB-BD31-4B8C-83A1-F6EECF244321}">
                <p14:modId xmlns:p14="http://schemas.microsoft.com/office/powerpoint/2010/main" val="2870948733"/>
              </p:ext>
            </p:extLst>
          </p:nvPr>
        </p:nvGraphicFramePr>
        <p:xfrm>
          <a:off x="2057196" y="2423668"/>
          <a:ext cx="8229600" cy="4022725"/>
        </p:xfrm>
        <a:graphic>
          <a:graphicData uri="http://schemas.openxmlformats.org/drawingml/2006/table">
            <a:tbl>
              <a:tblPr firstRow="1" bandRow="1">
                <a:tableStyleId>{2D5ABB26-0587-4C30-8999-92F81FD0307C}</a:tableStyleId>
              </a:tblPr>
              <a:tblGrid>
                <a:gridCol w="2743200">
                  <a:extLst>
                    <a:ext uri="{9D8B030D-6E8A-4147-A177-3AD203B41FA5}">
                      <a16:colId xmlns:a16="http://schemas.microsoft.com/office/drawing/2014/main" xmlns="" val="20000"/>
                    </a:ext>
                  </a:extLst>
                </a:gridCol>
                <a:gridCol w="2743200">
                  <a:extLst>
                    <a:ext uri="{9D8B030D-6E8A-4147-A177-3AD203B41FA5}">
                      <a16:colId xmlns:a16="http://schemas.microsoft.com/office/drawing/2014/main" xmlns="" val="20001"/>
                    </a:ext>
                  </a:extLst>
                </a:gridCol>
                <a:gridCol w="2743200">
                  <a:extLst>
                    <a:ext uri="{9D8B030D-6E8A-4147-A177-3AD203B41FA5}">
                      <a16:colId xmlns:a16="http://schemas.microsoft.com/office/drawing/2014/main" xmlns="" val="20002"/>
                    </a:ext>
                  </a:extLst>
                </a:gridCol>
              </a:tblGrid>
              <a:tr h="640080">
                <a:tc>
                  <a:txBody>
                    <a:bodyPr/>
                    <a:lstStyle/>
                    <a:p>
                      <a:pPr marL="97790">
                        <a:lnSpc>
                          <a:spcPct val="100000"/>
                        </a:lnSpc>
                        <a:spcBef>
                          <a:spcPts val="240"/>
                        </a:spcBef>
                      </a:pPr>
                      <a:r>
                        <a:rPr sz="1800" b="1" dirty="0">
                          <a:solidFill>
                            <a:srgbClr val="FFFFFF"/>
                          </a:solidFill>
                          <a:latin typeface="Times New Roman"/>
                          <a:cs typeface="Times New Roman"/>
                        </a:rPr>
                        <a:t>1956</a:t>
                      </a:r>
                      <a:r>
                        <a:rPr sz="1800" b="1" spc="-20" dirty="0">
                          <a:solidFill>
                            <a:srgbClr val="FFFFFF"/>
                          </a:solidFill>
                          <a:latin typeface="Times New Roman"/>
                          <a:cs typeface="Times New Roman"/>
                        </a:rPr>
                        <a:t> </a:t>
                      </a:r>
                      <a:r>
                        <a:rPr sz="1800" b="1" spc="65" dirty="0">
                          <a:solidFill>
                            <a:srgbClr val="FFFFFF"/>
                          </a:solidFill>
                          <a:latin typeface="Times New Roman"/>
                          <a:cs typeface="Times New Roman"/>
                        </a:rPr>
                        <a:t>Constitution</a:t>
                      </a:r>
                      <a:endParaRPr sz="1800" dirty="0">
                        <a:latin typeface="Times New Roman"/>
                        <a:cs typeface="Times New Roman"/>
                      </a:endParaRPr>
                    </a:p>
                  </a:txBody>
                  <a:tcPr marL="0" marR="0" marT="3048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863623"/>
                    </a:solidFill>
                  </a:tcPr>
                </a:tc>
                <a:tc>
                  <a:txBody>
                    <a:bodyPr/>
                    <a:lstStyle/>
                    <a:p>
                      <a:pPr marL="97790">
                        <a:lnSpc>
                          <a:spcPct val="100000"/>
                        </a:lnSpc>
                        <a:spcBef>
                          <a:spcPts val="240"/>
                        </a:spcBef>
                      </a:pPr>
                      <a:r>
                        <a:rPr sz="1800" b="1" dirty="0">
                          <a:solidFill>
                            <a:srgbClr val="FFFFFF"/>
                          </a:solidFill>
                          <a:latin typeface="Times New Roman"/>
                          <a:cs typeface="Times New Roman"/>
                        </a:rPr>
                        <a:t>1962</a:t>
                      </a:r>
                      <a:r>
                        <a:rPr sz="1800" b="1" spc="-20" dirty="0">
                          <a:solidFill>
                            <a:srgbClr val="FFFFFF"/>
                          </a:solidFill>
                          <a:latin typeface="Times New Roman"/>
                          <a:cs typeface="Times New Roman"/>
                        </a:rPr>
                        <a:t> </a:t>
                      </a:r>
                      <a:r>
                        <a:rPr sz="1800" b="1" spc="65" dirty="0">
                          <a:solidFill>
                            <a:srgbClr val="FFFFFF"/>
                          </a:solidFill>
                          <a:latin typeface="Times New Roman"/>
                          <a:cs typeface="Times New Roman"/>
                        </a:rPr>
                        <a:t>Constitution</a:t>
                      </a:r>
                      <a:endParaRPr sz="1800" dirty="0">
                        <a:latin typeface="Times New Roman"/>
                        <a:cs typeface="Times New Roman"/>
                      </a:endParaRPr>
                    </a:p>
                  </a:txBody>
                  <a:tcPr marL="0" marR="0" marT="3048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863623"/>
                    </a:solidFill>
                  </a:tcPr>
                </a:tc>
                <a:tc>
                  <a:txBody>
                    <a:bodyPr/>
                    <a:lstStyle/>
                    <a:p>
                      <a:pPr marL="98425">
                        <a:lnSpc>
                          <a:spcPct val="100000"/>
                        </a:lnSpc>
                        <a:spcBef>
                          <a:spcPts val="240"/>
                        </a:spcBef>
                      </a:pPr>
                      <a:r>
                        <a:rPr sz="1800" b="1" spc="45" dirty="0">
                          <a:solidFill>
                            <a:srgbClr val="FFFFFF"/>
                          </a:solidFill>
                          <a:latin typeface="Times New Roman"/>
                          <a:cs typeface="Times New Roman"/>
                        </a:rPr>
                        <a:t>1973Constitution</a:t>
                      </a:r>
                      <a:endParaRPr sz="1800">
                        <a:latin typeface="Times New Roman"/>
                        <a:cs typeface="Times New Roman"/>
                      </a:endParaRPr>
                    </a:p>
                  </a:txBody>
                  <a:tcPr marL="0" marR="0" marT="3048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863623"/>
                    </a:solidFill>
                  </a:tcPr>
                </a:tc>
                <a:extLst>
                  <a:ext uri="{0D108BD9-81ED-4DB2-BD59-A6C34878D82A}">
                    <a16:rowId xmlns:a16="http://schemas.microsoft.com/office/drawing/2014/main" xmlns="" val="10000"/>
                  </a:ext>
                </a:extLst>
              </a:tr>
              <a:tr h="3382645">
                <a:tc>
                  <a:txBody>
                    <a:bodyPr/>
                    <a:lstStyle/>
                    <a:p>
                      <a:pPr marL="97790">
                        <a:lnSpc>
                          <a:spcPts val="2150"/>
                        </a:lnSpc>
                        <a:spcBef>
                          <a:spcPts val="254"/>
                        </a:spcBef>
                      </a:pPr>
                      <a:r>
                        <a:rPr sz="1800" b="1" spc="-5" dirty="0">
                          <a:latin typeface="Times New Roman"/>
                          <a:cs typeface="Times New Roman"/>
                        </a:rPr>
                        <a:t>Constitution-making</a:t>
                      </a:r>
                      <a:r>
                        <a:rPr sz="1800" b="1" spc="15" dirty="0">
                          <a:latin typeface="Times New Roman"/>
                          <a:cs typeface="Times New Roman"/>
                        </a:rPr>
                        <a:t> </a:t>
                      </a:r>
                      <a:r>
                        <a:rPr sz="1800" b="1" spc="-150" dirty="0">
                          <a:latin typeface="Times New Roman"/>
                          <a:cs typeface="Times New Roman"/>
                        </a:rPr>
                        <a:t>:</a:t>
                      </a:r>
                      <a:endParaRPr sz="1800" dirty="0">
                        <a:latin typeface="Times New Roman"/>
                        <a:cs typeface="Times New Roman"/>
                      </a:endParaRPr>
                    </a:p>
                    <a:p>
                      <a:pPr marL="384175" indent="-286385">
                        <a:lnSpc>
                          <a:spcPts val="2150"/>
                        </a:lnSpc>
                        <a:buFont typeface="Arial"/>
                        <a:buChar char="•"/>
                        <a:tabLst>
                          <a:tab pos="384175" algn="l"/>
                          <a:tab pos="384810" algn="l"/>
                        </a:tabLst>
                      </a:pPr>
                      <a:r>
                        <a:rPr sz="1800" spc="75" dirty="0">
                          <a:latin typeface="Times New Roman"/>
                          <a:cs typeface="Times New Roman"/>
                        </a:rPr>
                        <a:t>Enforced </a:t>
                      </a:r>
                      <a:r>
                        <a:rPr sz="1800" spc="114" dirty="0">
                          <a:latin typeface="Times New Roman"/>
                          <a:cs typeface="Times New Roman"/>
                        </a:rPr>
                        <a:t>on </a:t>
                      </a:r>
                      <a:r>
                        <a:rPr sz="1800" dirty="0">
                          <a:latin typeface="Times New Roman"/>
                          <a:cs typeface="Times New Roman"/>
                        </a:rPr>
                        <a:t>23</a:t>
                      </a:r>
                      <a:r>
                        <a:rPr sz="1800" spc="-235" dirty="0">
                          <a:latin typeface="Times New Roman"/>
                          <a:cs typeface="Times New Roman"/>
                        </a:rPr>
                        <a:t> </a:t>
                      </a:r>
                      <a:r>
                        <a:rPr sz="1800" spc="90" dirty="0">
                          <a:latin typeface="Times New Roman"/>
                          <a:cs typeface="Times New Roman"/>
                        </a:rPr>
                        <a:t>March</a:t>
                      </a:r>
                      <a:endParaRPr sz="1800" dirty="0">
                        <a:latin typeface="Times New Roman"/>
                        <a:cs typeface="Times New Roman"/>
                      </a:endParaRPr>
                    </a:p>
                    <a:p>
                      <a:pPr marL="384175">
                        <a:lnSpc>
                          <a:spcPct val="100000"/>
                        </a:lnSpc>
                        <a:spcBef>
                          <a:spcPts val="15"/>
                        </a:spcBef>
                      </a:pPr>
                      <a:r>
                        <a:rPr sz="1800" dirty="0">
                          <a:latin typeface="Times New Roman"/>
                          <a:cs typeface="Times New Roman"/>
                        </a:rPr>
                        <a:t>1956 to October</a:t>
                      </a:r>
                      <a:r>
                        <a:rPr sz="1800" spc="-45" dirty="0">
                          <a:latin typeface="Times New Roman"/>
                          <a:cs typeface="Times New Roman"/>
                        </a:rPr>
                        <a:t> </a:t>
                      </a:r>
                      <a:r>
                        <a:rPr sz="1800" dirty="0">
                          <a:latin typeface="Times New Roman"/>
                          <a:cs typeface="Times New Roman"/>
                        </a:rPr>
                        <a:t>7,</a:t>
                      </a:r>
                    </a:p>
                    <a:p>
                      <a:pPr marL="384175">
                        <a:lnSpc>
                          <a:spcPct val="100000"/>
                        </a:lnSpc>
                      </a:pPr>
                      <a:r>
                        <a:rPr sz="1800" spc="-5" dirty="0">
                          <a:latin typeface="Times New Roman"/>
                          <a:cs typeface="Times New Roman"/>
                        </a:rPr>
                        <a:t>1958.</a:t>
                      </a:r>
                      <a:endParaRPr sz="1800" dirty="0">
                        <a:latin typeface="Times New Roman"/>
                        <a:cs typeface="Times New Roman"/>
                      </a:endParaRPr>
                    </a:p>
                    <a:p>
                      <a:pPr>
                        <a:lnSpc>
                          <a:spcPct val="100000"/>
                        </a:lnSpc>
                      </a:pPr>
                      <a:endParaRPr sz="2100" dirty="0">
                        <a:latin typeface="Times New Roman"/>
                        <a:cs typeface="Times New Roman"/>
                      </a:endParaRPr>
                    </a:p>
                    <a:p>
                      <a:pPr>
                        <a:lnSpc>
                          <a:spcPct val="100000"/>
                        </a:lnSpc>
                        <a:spcBef>
                          <a:spcPts val="15"/>
                        </a:spcBef>
                      </a:pPr>
                      <a:endParaRPr sz="1800" dirty="0">
                        <a:latin typeface="Times New Roman"/>
                        <a:cs typeface="Times New Roman"/>
                      </a:endParaRPr>
                    </a:p>
                    <a:p>
                      <a:pPr marL="384175" marR="680720" indent="-286385">
                        <a:lnSpc>
                          <a:spcPts val="2100"/>
                        </a:lnSpc>
                        <a:buFont typeface="Arial"/>
                        <a:buChar char="•"/>
                        <a:tabLst>
                          <a:tab pos="384175" algn="l"/>
                          <a:tab pos="384810" algn="l"/>
                        </a:tabLst>
                      </a:pPr>
                      <a:r>
                        <a:rPr sz="1800" dirty="0">
                          <a:latin typeface="Times New Roman"/>
                          <a:cs typeface="Times New Roman"/>
                        </a:rPr>
                        <a:t>234 </a:t>
                      </a:r>
                      <a:r>
                        <a:rPr sz="1800" dirty="0" smtClean="0">
                          <a:latin typeface="Times New Roman"/>
                          <a:cs typeface="Times New Roman"/>
                        </a:rPr>
                        <a:t>Articles</a:t>
                      </a:r>
                      <a:r>
                        <a:rPr lang="en-US" sz="1800" dirty="0" smtClean="0">
                          <a:latin typeface="Times New Roman"/>
                          <a:cs typeface="Times New Roman"/>
                        </a:rPr>
                        <a:t>, 13 Parts</a:t>
                      </a:r>
                      <a:r>
                        <a:rPr sz="1800" dirty="0" smtClean="0">
                          <a:latin typeface="Times New Roman"/>
                          <a:cs typeface="Times New Roman"/>
                        </a:rPr>
                        <a:t> </a:t>
                      </a:r>
                      <a:r>
                        <a:rPr sz="1800" dirty="0">
                          <a:latin typeface="Times New Roman"/>
                          <a:cs typeface="Times New Roman"/>
                        </a:rPr>
                        <a:t>and</a:t>
                      </a:r>
                      <a:r>
                        <a:rPr sz="1800" spc="-210" dirty="0">
                          <a:latin typeface="Times New Roman"/>
                          <a:cs typeface="Times New Roman"/>
                        </a:rPr>
                        <a:t> </a:t>
                      </a:r>
                      <a:r>
                        <a:rPr sz="1800" dirty="0">
                          <a:latin typeface="Times New Roman"/>
                          <a:cs typeface="Times New Roman"/>
                        </a:rPr>
                        <a:t>6  </a:t>
                      </a:r>
                      <a:r>
                        <a:rPr sz="1800" dirty="0" smtClean="0">
                          <a:latin typeface="Times New Roman"/>
                          <a:cs typeface="Times New Roman"/>
                        </a:rPr>
                        <a:t>Schedules</a:t>
                      </a:r>
                      <a:endParaRPr sz="1800" dirty="0">
                        <a:latin typeface="Times New Roman"/>
                        <a:cs typeface="Times New Roman"/>
                      </a:endParaRPr>
                    </a:p>
                    <a:p>
                      <a:pPr>
                        <a:lnSpc>
                          <a:spcPct val="100000"/>
                        </a:lnSpc>
                        <a:spcBef>
                          <a:spcPts val="20"/>
                        </a:spcBef>
                        <a:buFont typeface="Arial"/>
                        <a:buChar char="•"/>
                      </a:pPr>
                      <a:endParaRPr sz="1800" dirty="0">
                        <a:latin typeface="Times New Roman"/>
                        <a:cs typeface="Times New Roman"/>
                      </a:endParaRPr>
                    </a:p>
                    <a:p>
                      <a:pPr marL="384175" indent="-286385">
                        <a:lnSpc>
                          <a:spcPct val="100000"/>
                        </a:lnSpc>
                        <a:buFont typeface="Arial"/>
                        <a:buChar char="•"/>
                        <a:tabLst>
                          <a:tab pos="384175" algn="l"/>
                          <a:tab pos="384810" algn="l"/>
                        </a:tabLst>
                      </a:pPr>
                      <a:r>
                        <a:rPr sz="1800" spc="85" dirty="0">
                          <a:latin typeface="Times New Roman"/>
                          <a:cs typeface="Times New Roman"/>
                        </a:rPr>
                        <a:t>Written</a:t>
                      </a:r>
                      <a:r>
                        <a:rPr sz="1800" spc="-10" dirty="0">
                          <a:latin typeface="Times New Roman"/>
                          <a:cs typeface="Times New Roman"/>
                        </a:rPr>
                        <a:t> </a:t>
                      </a:r>
                      <a:r>
                        <a:rPr sz="1800" spc="90" dirty="0">
                          <a:latin typeface="Times New Roman"/>
                          <a:cs typeface="Times New Roman"/>
                        </a:rPr>
                        <a:t>Constitution</a:t>
                      </a:r>
                      <a:endParaRPr sz="1800" dirty="0">
                        <a:latin typeface="Times New Roman"/>
                        <a:cs typeface="Times New Roman"/>
                      </a:endParaRPr>
                    </a:p>
                  </a:txBody>
                  <a:tcPr marL="0" marR="0" marT="32384"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D9CECC"/>
                    </a:solidFill>
                  </a:tcPr>
                </a:tc>
                <a:tc>
                  <a:txBody>
                    <a:bodyPr/>
                    <a:lstStyle/>
                    <a:p>
                      <a:pPr marL="384810" marR="521334" indent="-287020">
                        <a:lnSpc>
                          <a:spcPct val="100000"/>
                        </a:lnSpc>
                        <a:spcBef>
                          <a:spcPts val="245"/>
                        </a:spcBef>
                        <a:buFont typeface="Arial"/>
                        <a:buChar char="•"/>
                        <a:tabLst>
                          <a:tab pos="384810" algn="l"/>
                          <a:tab pos="385445" algn="l"/>
                        </a:tabLst>
                      </a:pPr>
                      <a:r>
                        <a:rPr sz="1800" dirty="0">
                          <a:latin typeface="Times New Roman"/>
                          <a:cs typeface="Times New Roman"/>
                        </a:rPr>
                        <a:t>Enforced on June</a:t>
                      </a:r>
                      <a:r>
                        <a:rPr sz="1800" spc="-110" dirty="0">
                          <a:latin typeface="Times New Roman"/>
                          <a:cs typeface="Times New Roman"/>
                        </a:rPr>
                        <a:t> </a:t>
                      </a:r>
                      <a:r>
                        <a:rPr sz="1800" dirty="0">
                          <a:latin typeface="Times New Roman"/>
                          <a:cs typeface="Times New Roman"/>
                        </a:rPr>
                        <a:t>8,  1962 </a:t>
                      </a:r>
                      <a:r>
                        <a:rPr sz="1800" spc="80" dirty="0">
                          <a:latin typeface="Times New Roman"/>
                          <a:cs typeface="Times New Roman"/>
                        </a:rPr>
                        <a:t>to </a:t>
                      </a:r>
                      <a:r>
                        <a:rPr sz="1800" dirty="0">
                          <a:latin typeface="Times New Roman"/>
                          <a:cs typeface="Times New Roman"/>
                        </a:rPr>
                        <a:t>March 25,  1969.</a:t>
                      </a:r>
                    </a:p>
                    <a:p>
                      <a:pPr>
                        <a:lnSpc>
                          <a:spcPct val="100000"/>
                        </a:lnSpc>
                        <a:buFont typeface="Arial"/>
                        <a:buChar char="•"/>
                      </a:pPr>
                      <a:endParaRPr sz="2000" dirty="0">
                        <a:latin typeface="Times New Roman"/>
                        <a:cs typeface="Times New Roman"/>
                      </a:endParaRPr>
                    </a:p>
                    <a:p>
                      <a:pPr>
                        <a:lnSpc>
                          <a:spcPct val="100000"/>
                        </a:lnSpc>
                        <a:buFont typeface="Arial"/>
                        <a:buChar char="•"/>
                      </a:pPr>
                      <a:endParaRPr sz="2000" dirty="0">
                        <a:latin typeface="Times New Roman"/>
                        <a:cs typeface="Times New Roman"/>
                      </a:endParaRPr>
                    </a:p>
                    <a:p>
                      <a:pPr>
                        <a:lnSpc>
                          <a:spcPct val="100000"/>
                        </a:lnSpc>
                        <a:spcBef>
                          <a:spcPts val="50"/>
                        </a:spcBef>
                        <a:buFont typeface="Arial"/>
                        <a:buChar char="•"/>
                      </a:pPr>
                      <a:endParaRPr sz="1750" dirty="0">
                        <a:latin typeface="Times New Roman"/>
                        <a:cs typeface="Times New Roman"/>
                      </a:endParaRPr>
                    </a:p>
                    <a:p>
                      <a:pPr marL="384810" marR="1061720" indent="-287020">
                        <a:lnSpc>
                          <a:spcPts val="2100"/>
                        </a:lnSpc>
                        <a:buFont typeface="Arial"/>
                        <a:buChar char="•"/>
                        <a:tabLst>
                          <a:tab pos="384810" algn="l"/>
                          <a:tab pos="385445" algn="l"/>
                        </a:tabLst>
                      </a:pPr>
                      <a:r>
                        <a:rPr sz="1800" dirty="0">
                          <a:latin typeface="Times New Roman"/>
                          <a:cs typeface="Times New Roman"/>
                        </a:rPr>
                        <a:t>250 articles,</a:t>
                      </a:r>
                      <a:r>
                        <a:rPr sz="1800" spc="-114" dirty="0">
                          <a:latin typeface="Times New Roman"/>
                          <a:cs typeface="Times New Roman"/>
                        </a:rPr>
                        <a:t> </a:t>
                      </a:r>
                      <a:r>
                        <a:rPr lang="en-US" sz="1800" spc="-114" dirty="0" smtClean="0">
                          <a:latin typeface="Times New Roman"/>
                          <a:cs typeface="Times New Roman"/>
                        </a:rPr>
                        <a:t>12 Parts</a:t>
                      </a:r>
                      <a:r>
                        <a:rPr lang="en-US" sz="1800" spc="-114" baseline="0" dirty="0" smtClean="0">
                          <a:latin typeface="Times New Roman"/>
                          <a:cs typeface="Times New Roman"/>
                        </a:rPr>
                        <a:t> and </a:t>
                      </a:r>
                      <a:r>
                        <a:rPr sz="1800" dirty="0" smtClean="0">
                          <a:latin typeface="Times New Roman"/>
                          <a:cs typeface="Times New Roman"/>
                        </a:rPr>
                        <a:t>5  </a:t>
                      </a:r>
                      <a:r>
                        <a:rPr sz="1800" dirty="0">
                          <a:latin typeface="Times New Roman"/>
                          <a:cs typeface="Times New Roman"/>
                        </a:rPr>
                        <a:t>schedules.</a:t>
                      </a:r>
                    </a:p>
                    <a:p>
                      <a:pPr>
                        <a:lnSpc>
                          <a:spcPct val="100000"/>
                        </a:lnSpc>
                        <a:spcBef>
                          <a:spcPts val="15"/>
                        </a:spcBef>
                        <a:buFont typeface="Arial"/>
                        <a:buChar char="•"/>
                      </a:pPr>
                      <a:endParaRPr sz="1800" dirty="0">
                        <a:latin typeface="Times New Roman"/>
                        <a:cs typeface="Times New Roman"/>
                      </a:endParaRPr>
                    </a:p>
                    <a:p>
                      <a:pPr marL="384810" indent="-287020">
                        <a:lnSpc>
                          <a:spcPct val="100000"/>
                        </a:lnSpc>
                        <a:spcBef>
                          <a:spcPts val="5"/>
                        </a:spcBef>
                        <a:buFont typeface="Arial"/>
                        <a:buChar char="•"/>
                        <a:tabLst>
                          <a:tab pos="384810" algn="l"/>
                          <a:tab pos="385445" algn="l"/>
                        </a:tabLst>
                      </a:pPr>
                      <a:r>
                        <a:rPr sz="1800" spc="85" dirty="0">
                          <a:latin typeface="Times New Roman"/>
                          <a:cs typeface="Times New Roman"/>
                        </a:rPr>
                        <a:t>Written</a:t>
                      </a:r>
                      <a:r>
                        <a:rPr sz="1800" spc="-10" dirty="0">
                          <a:latin typeface="Times New Roman"/>
                          <a:cs typeface="Times New Roman"/>
                        </a:rPr>
                        <a:t> </a:t>
                      </a:r>
                      <a:r>
                        <a:rPr sz="1800" spc="90" dirty="0">
                          <a:latin typeface="Times New Roman"/>
                          <a:cs typeface="Times New Roman"/>
                        </a:rPr>
                        <a:t>Constitution</a:t>
                      </a:r>
                      <a:endParaRPr sz="1800" dirty="0">
                        <a:latin typeface="Times New Roman"/>
                        <a:cs typeface="Times New Roman"/>
                      </a:endParaRPr>
                    </a:p>
                  </a:txBody>
                  <a:tcPr marL="0" marR="0" marT="31115"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D9CECC"/>
                    </a:solidFill>
                  </a:tcPr>
                </a:tc>
                <a:tc>
                  <a:txBody>
                    <a:bodyPr/>
                    <a:lstStyle/>
                    <a:p>
                      <a:pPr marL="384810" marR="179070" indent="-286385">
                        <a:lnSpc>
                          <a:spcPct val="100000"/>
                        </a:lnSpc>
                        <a:spcBef>
                          <a:spcPts val="245"/>
                        </a:spcBef>
                        <a:buFont typeface="Arial"/>
                        <a:buChar char="•"/>
                        <a:tabLst>
                          <a:tab pos="384810" algn="l"/>
                          <a:tab pos="385445" algn="l"/>
                        </a:tabLst>
                      </a:pPr>
                      <a:r>
                        <a:rPr sz="1800" dirty="0">
                          <a:latin typeface="Times New Roman"/>
                          <a:cs typeface="Times New Roman"/>
                        </a:rPr>
                        <a:t>Enforced on </a:t>
                      </a:r>
                      <a:r>
                        <a:rPr sz="1800" spc="-5" dirty="0">
                          <a:latin typeface="Times New Roman"/>
                          <a:cs typeface="Times New Roman"/>
                        </a:rPr>
                        <a:t>August</a:t>
                      </a:r>
                      <a:r>
                        <a:rPr sz="1800" spc="-180" dirty="0">
                          <a:latin typeface="Times New Roman"/>
                          <a:cs typeface="Times New Roman"/>
                        </a:rPr>
                        <a:t> </a:t>
                      </a:r>
                      <a:r>
                        <a:rPr sz="1800" dirty="0">
                          <a:latin typeface="Times New Roman"/>
                          <a:cs typeface="Times New Roman"/>
                        </a:rPr>
                        <a:t>14,  1973 </a:t>
                      </a:r>
                      <a:r>
                        <a:rPr sz="1800" spc="35" dirty="0">
                          <a:latin typeface="Times New Roman"/>
                          <a:cs typeface="Times New Roman"/>
                        </a:rPr>
                        <a:t>till</a:t>
                      </a:r>
                      <a:r>
                        <a:rPr sz="1800" spc="-15" dirty="0">
                          <a:latin typeface="Times New Roman"/>
                          <a:cs typeface="Times New Roman"/>
                        </a:rPr>
                        <a:t> </a:t>
                      </a:r>
                      <a:r>
                        <a:rPr sz="1800" spc="100" dirty="0">
                          <a:latin typeface="Times New Roman"/>
                          <a:cs typeface="Times New Roman"/>
                        </a:rPr>
                        <a:t>now.</a:t>
                      </a:r>
                      <a:endParaRPr sz="1800" dirty="0">
                        <a:latin typeface="Times New Roman"/>
                        <a:cs typeface="Times New Roman"/>
                      </a:endParaRPr>
                    </a:p>
                    <a:p>
                      <a:pPr>
                        <a:lnSpc>
                          <a:spcPct val="100000"/>
                        </a:lnSpc>
                        <a:buFont typeface="Arial"/>
                        <a:buChar char="•"/>
                      </a:pPr>
                      <a:endParaRPr sz="2100" dirty="0">
                        <a:latin typeface="Times New Roman"/>
                        <a:cs typeface="Times New Roman"/>
                      </a:endParaRPr>
                    </a:p>
                    <a:p>
                      <a:pPr>
                        <a:lnSpc>
                          <a:spcPct val="100000"/>
                        </a:lnSpc>
                        <a:buFont typeface="Arial"/>
                        <a:buChar char="•"/>
                      </a:pPr>
                      <a:endParaRPr sz="2100" dirty="0">
                        <a:latin typeface="Times New Roman"/>
                        <a:cs typeface="Times New Roman"/>
                      </a:endParaRPr>
                    </a:p>
                    <a:p>
                      <a:pPr marL="384810" indent="-286385">
                        <a:lnSpc>
                          <a:spcPct val="100000"/>
                        </a:lnSpc>
                        <a:spcBef>
                          <a:spcPts val="1640"/>
                        </a:spcBef>
                        <a:buFont typeface="Arial"/>
                        <a:buChar char="•"/>
                        <a:tabLst>
                          <a:tab pos="384810" algn="l"/>
                          <a:tab pos="385445" algn="l"/>
                        </a:tabLst>
                      </a:pPr>
                      <a:r>
                        <a:rPr sz="1800" dirty="0">
                          <a:latin typeface="Times New Roman"/>
                          <a:cs typeface="Times New Roman"/>
                        </a:rPr>
                        <a:t>280 </a:t>
                      </a:r>
                      <a:r>
                        <a:rPr sz="1800" spc="60" dirty="0">
                          <a:latin typeface="Times New Roman"/>
                          <a:cs typeface="Times New Roman"/>
                        </a:rPr>
                        <a:t>articles</a:t>
                      </a:r>
                      <a:r>
                        <a:rPr sz="1800" spc="-25" dirty="0">
                          <a:latin typeface="Times New Roman"/>
                          <a:cs typeface="Times New Roman"/>
                        </a:rPr>
                        <a:t> </a:t>
                      </a:r>
                      <a:r>
                        <a:rPr sz="1800" spc="-5" dirty="0">
                          <a:latin typeface="Times New Roman"/>
                          <a:cs typeface="Times New Roman"/>
                        </a:rPr>
                        <a:t>12</a:t>
                      </a:r>
                      <a:r>
                        <a:rPr lang="en-US" sz="1800" spc="-5" dirty="0">
                          <a:latin typeface="Times New Roman"/>
                          <a:cs typeface="Times New Roman"/>
                        </a:rPr>
                        <a:t> Parts</a:t>
                      </a:r>
                      <a:endParaRPr sz="1800" dirty="0">
                        <a:latin typeface="Times New Roman"/>
                        <a:cs typeface="Times New Roman"/>
                      </a:endParaRPr>
                    </a:p>
                    <a:p>
                      <a:pPr marR="949960" algn="ctr">
                        <a:lnSpc>
                          <a:spcPct val="100000"/>
                        </a:lnSpc>
                      </a:pPr>
                      <a:r>
                        <a:rPr lang="en-US" sz="1800" spc="70" dirty="0">
                          <a:latin typeface="Times New Roman"/>
                          <a:cs typeface="Times New Roman"/>
                        </a:rPr>
                        <a:t>7 </a:t>
                      </a:r>
                      <a:r>
                        <a:rPr sz="1800" spc="70" dirty="0">
                          <a:latin typeface="Times New Roman"/>
                          <a:cs typeface="Times New Roman"/>
                        </a:rPr>
                        <a:t>Schedules</a:t>
                      </a:r>
                      <a:endParaRPr sz="1800" dirty="0">
                        <a:latin typeface="Times New Roman"/>
                        <a:cs typeface="Times New Roman"/>
                      </a:endParaRPr>
                    </a:p>
                    <a:p>
                      <a:pPr>
                        <a:lnSpc>
                          <a:spcPct val="100000"/>
                        </a:lnSpc>
                      </a:pPr>
                      <a:endParaRPr sz="2100" dirty="0">
                        <a:latin typeface="Times New Roman"/>
                        <a:cs typeface="Times New Roman"/>
                      </a:endParaRPr>
                    </a:p>
                    <a:p>
                      <a:pPr>
                        <a:lnSpc>
                          <a:spcPct val="100000"/>
                        </a:lnSpc>
                        <a:spcBef>
                          <a:spcPts val="5"/>
                        </a:spcBef>
                      </a:pPr>
                      <a:endParaRPr lang="en-US" sz="1650" dirty="0" smtClean="0">
                        <a:latin typeface="Times New Roman"/>
                        <a:cs typeface="Times New Roman"/>
                      </a:endParaRPr>
                    </a:p>
                    <a:p>
                      <a:pPr>
                        <a:lnSpc>
                          <a:spcPct val="100000"/>
                        </a:lnSpc>
                        <a:spcBef>
                          <a:spcPts val="5"/>
                        </a:spcBef>
                      </a:pPr>
                      <a:endParaRPr sz="1650" dirty="0">
                        <a:latin typeface="Times New Roman"/>
                        <a:cs typeface="Times New Roman"/>
                      </a:endParaRPr>
                    </a:p>
                    <a:p>
                      <a:pPr marL="384810" indent="-286385">
                        <a:lnSpc>
                          <a:spcPct val="100000"/>
                        </a:lnSpc>
                        <a:spcBef>
                          <a:spcPts val="5"/>
                        </a:spcBef>
                        <a:buFont typeface="Arial"/>
                        <a:buChar char="•"/>
                        <a:tabLst>
                          <a:tab pos="384810" algn="l"/>
                          <a:tab pos="385445" algn="l"/>
                        </a:tabLst>
                      </a:pPr>
                      <a:r>
                        <a:rPr sz="1800" spc="85" dirty="0">
                          <a:latin typeface="Times New Roman"/>
                          <a:cs typeface="Times New Roman"/>
                        </a:rPr>
                        <a:t>Written</a:t>
                      </a:r>
                      <a:r>
                        <a:rPr sz="1800" spc="-10" dirty="0">
                          <a:latin typeface="Times New Roman"/>
                          <a:cs typeface="Times New Roman"/>
                        </a:rPr>
                        <a:t> </a:t>
                      </a:r>
                      <a:r>
                        <a:rPr sz="1800" spc="90" dirty="0">
                          <a:latin typeface="Times New Roman"/>
                          <a:cs typeface="Times New Roman"/>
                        </a:rPr>
                        <a:t>Constitution</a:t>
                      </a:r>
                      <a:endParaRPr sz="1800" dirty="0">
                        <a:latin typeface="Times New Roman"/>
                        <a:cs typeface="Times New Roman"/>
                      </a:endParaRPr>
                    </a:p>
                  </a:txBody>
                  <a:tcPr marL="0" marR="0" marT="31115"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D9CECC"/>
                    </a:solidFill>
                  </a:tcPr>
                </a:tc>
                <a:extLst>
                  <a:ext uri="{0D108BD9-81ED-4DB2-BD59-A6C34878D82A}">
                    <a16:rowId xmlns:a16="http://schemas.microsoft.com/office/drawing/2014/main" xmlns="" val="10001"/>
                  </a:ext>
                </a:extLst>
              </a:tr>
            </a:tbl>
          </a:graphicData>
        </a:graphic>
      </p:graphicFrame>
      <p:sp>
        <p:nvSpPr>
          <p:cNvPr id="5" name="object 5"/>
          <p:cNvSpPr txBox="1">
            <a:spLocks noGrp="1"/>
          </p:cNvSpPr>
          <p:nvPr>
            <p:ph type="title"/>
          </p:nvPr>
        </p:nvSpPr>
        <p:spPr>
          <a:xfrm>
            <a:off x="1600200" y="152400"/>
            <a:ext cx="8915400" cy="1524000"/>
          </a:xfrm>
          <a:prstGeom prst="rect">
            <a:avLst/>
          </a:prstGeom>
        </p:spPr>
        <p:txBody>
          <a:bodyPr vert="horz" wrap="square" lIns="0" tIns="12065" rIns="0" bIns="0" rtlCol="0" anchor="t">
            <a:spAutoFit/>
          </a:bodyPr>
          <a:lstStyle/>
          <a:p>
            <a:pPr marL="12700" algn="ctr">
              <a:spcBef>
                <a:spcPts val="95"/>
              </a:spcBef>
            </a:pPr>
            <a:r>
              <a:rPr lang="en-US" sz="4900" spc="285" dirty="0"/>
              <a:t>Comparative Analysis </a:t>
            </a:r>
            <a:r>
              <a:rPr lang="en-US" sz="4900" spc="-295" dirty="0"/>
              <a:t/>
            </a:r>
            <a:br>
              <a:rPr lang="en-US" sz="4900" spc="-295" dirty="0"/>
            </a:br>
            <a:endParaRPr sz="4900" dirty="0"/>
          </a:p>
        </p:txBody>
      </p:sp>
      <p:sp>
        <p:nvSpPr>
          <p:cNvPr id="6" name="TextBox 5"/>
          <p:cNvSpPr txBox="1"/>
          <p:nvPr/>
        </p:nvSpPr>
        <p:spPr>
          <a:xfrm>
            <a:off x="2438400" y="6096000"/>
            <a:ext cx="6781800" cy="369332"/>
          </a:xfrm>
          <a:prstGeom prst="rect">
            <a:avLst/>
          </a:prstGeom>
          <a:noFill/>
        </p:spPr>
        <p:txBody>
          <a:bodyPr wrap="square" rtlCol="0">
            <a:spAutoFit/>
          </a:bodyPr>
          <a:lstStyle/>
          <a:p>
            <a:r>
              <a:rPr lang="en-US" dirty="0">
                <a:hlinkClick r:id="rId4"/>
              </a:rPr>
              <a:t>http://www.pakistani.org/pakistan/constitution/</a:t>
            </a:r>
            <a:r>
              <a:rPr lang="en-US" dirty="0"/>
              <a:t> </a:t>
            </a:r>
          </a:p>
        </p:txBody>
      </p:sp>
      <p:sp>
        <p:nvSpPr>
          <p:cNvPr id="8" name="Bent Arrow 7"/>
          <p:cNvSpPr/>
          <p:nvPr/>
        </p:nvSpPr>
        <p:spPr>
          <a:xfrm rot="10800000">
            <a:off x="1181100" y="5029200"/>
            <a:ext cx="685800" cy="381000"/>
          </a:xfrm>
          <a:prstGeom prst="ben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9" name="TextBox 8"/>
          <p:cNvSpPr txBox="1"/>
          <p:nvPr/>
        </p:nvSpPr>
        <p:spPr>
          <a:xfrm>
            <a:off x="1097668" y="4019371"/>
            <a:ext cx="952704" cy="1200329"/>
          </a:xfrm>
          <a:prstGeom prst="rect">
            <a:avLst/>
          </a:prstGeom>
          <a:noFill/>
        </p:spPr>
        <p:txBody>
          <a:bodyPr wrap="square" rtlCol="0">
            <a:spAutoFit/>
          </a:bodyPr>
          <a:lstStyle/>
          <a:p>
            <a:r>
              <a:rPr lang="en-US" sz="3600" b="1" dirty="0" smtClean="0"/>
              <a:t>18</a:t>
            </a:r>
          </a:p>
          <a:p>
            <a:r>
              <a:rPr lang="en-US" sz="3600" b="1" dirty="0" smtClean="0"/>
              <a:t>24 </a:t>
            </a:r>
            <a:endParaRPr lang="en-US" sz="3600" b="1" dirty="0"/>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3000">
        <p15:prstTrans prst="crush"/>
      </p:transition>
    </mc:Choice>
    <mc:Fallback xmlns="">
      <p:transition spd="slow">
        <p:fade/>
      </p:transition>
    </mc:Fallback>
  </mc:AlternateContent>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1524000" y="0"/>
            <a:ext cx="9144000" cy="6858000"/>
          </a:xfrm>
          <a:prstGeom prst="rect">
            <a:avLst/>
          </a:prstGeom>
          <a:blipFill>
            <a:blip r:embed="rId2" cstate="print"/>
            <a:stretch>
              <a:fillRect/>
            </a:stretch>
          </a:blipFill>
        </p:spPr>
        <p:txBody>
          <a:bodyPr wrap="square" lIns="0" tIns="0" rIns="0" bIns="0" rtlCol="0"/>
          <a:lstStyle/>
          <a:p>
            <a:endParaRPr/>
          </a:p>
        </p:txBody>
      </p:sp>
      <p:sp>
        <p:nvSpPr>
          <p:cNvPr id="3" name="object 3"/>
          <p:cNvSpPr txBox="1"/>
          <p:nvPr/>
        </p:nvSpPr>
        <p:spPr>
          <a:xfrm>
            <a:off x="5763133" y="1487907"/>
            <a:ext cx="685800" cy="761365"/>
          </a:xfrm>
          <a:prstGeom prst="rect">
            <a:avLst/>
          </a:prstGeom>
        </p:spPr>
        <p:txBody>
          <a:bodyPr vert="horz" wrap="square" lIns="0" tIns="0" rIns="0" bIns="0" rtlCol="0">
            <a:spAutoFit/>
          </a:bodyPr>
          <a:lstStyle/>
          <a:p>
            <a:pPr>
              <a:lnSpc>
                <a:spcPts val="5935"/>
              </a:lnSpc>
            </a:pPr>
            <a:r>
              <a:rPr sz="5400" spc="9385" dirty="0">
                <a:solidFill>
                  <a:srgbClr val="DBA354"/>
                </a:solidFill>
                <a:latin typeface="Wingdings"/>
                <a:cs typeface="Wingdings"/>
              </a:rPr>
              <a:t></a:t>
            </a:r>
            <a:endParaRPr sz="5400">
              <a:latin typeface="Wingdings"/>
              <a:cs typeface="Wingdings"/>
            </a:endParaRPr>
          </a:p>
        </p:txBody>
      </p:sp>
      <p:graphicFrame>
        <p:nvGraphicFramePr>
          <p:cNvPr id="4" name="object 4"/>
          <p:cNvGraphicFramePr>
            <a:graphicFrameLocks noGrp="1"/>
          </p:cNvGraphicFramePr>
          <p:nvPr>
            <p:extLst>
              <p:ext uri="{D42A27DB-BD31-4B8C-83A1-F6EECF244321}">
                <p14:modId xmlns:p14="http://schemas.microsoft.com/office/powerpoint/2010/main" val="260589357"/>
              </p:ext>
            </p:extLst>
          </p:nvPr>
        </p:nvGraphicFramePr>
        <p:xfrm>
          <a:off x="2057196" y="1622425"/>
          <a:ext cx="8229600" cy="5250179"/>
        </p:xfrm>
        <a:graphic>
          <a:graphicData uri="http://schemas.openxmlformats.org/drawingml/2006/table">
            <a:tbl>
              <a:tblPr firstRow="1" bandRow="1">
                <a:tableStyleId>{2D5ABB26-0587-4C30-8999-92F81FD0307C}</a:tableStyleId>
              </a:tblPr>
              <a:tblGrid>
                <a:gridCol w="2743200">
                  <a:extLst>
                    <a:ext uri="{9D8B030D-6E8A-4147-A177-3AD203B41FA5}">
                      <a16:colId xmlns:a16="http://schemas.microsoft.com/office/drawing/2014/main" xmlns="" val="20000"/>
                    </a:ext>
                  </a:extLst>
                </a:gridCol>
                <a:gridCol w="2743200">
                  <a:extLst>
                    <a:ext uri="{9D8B030D-6E8A-4147-A177-3AD203B41FA5}">
                      <a16:colId xmlns:a16="http://schemas.microsoft.com/office/drawing/2014/main" xmlns="" val="20001"/>
                    </a:ext>
                  </a:extLst>
                </a:gridCol>
                <a:gridCol w="2743200">
                  <a:extLst>
                    <a:ext uri="{9D8B030D-6E8A-4147-A177-3AD203B41FA5}">
                      <a16:colId xmlns:a16="http://schemas.microsoft.com/office/drawing/2014/main" xmlns="" val="20002"/>
                    </a:ext>
                  </a:extLst>
                </a:gridCol>
              </a:tblGrid>
              <a:tr h="488315">
                <a:tc>
                  <a:txBody>
                    <a:bodyPr/>
                    <a:lstStyle/>
                    <a:p>
                      <a:pPr marL="97790">
                        <a:lnSpc>
                          <a:spcPct val="100000"/>
                        </a:lnSpc>
                        <a:spcBef>
                          <a:spcPts val="240"/>
                        </a:spcBef>
                      </a:pPr>
                      <a:r>
                        <a:rPr sz="1800" b="1" dirty="0">
                          <a:solidFill>
                            <a:srgbClr val="FFFFFF"/>
                          </a:solidFill>
                          <a:latin typeface="Times New Roman"/>
                          <a:cs typeface="Times New Roman"/>
                        </a:rPr>
                        <a:t>1956</a:t>
                      </a:r>
                      <a:r>
                        <a:rPr sz="1800" b="1" spc="-20" dirty="0">
                          <a:solidFill>
                            <a:srgbClr val="FFFFFF"/>
                          </a:solidFill>
                          <a:latin typeface="Times New Roman"/>
                          <a:cs typeface="Times New Roman"/>
                        </a:rPr>
                        <a:t> </a:t>
                      </a:r>
                      <a:r>
                        <a:rPr sz="1800" b="1" spc="65" dirty="0">
                          <a:solidFill>
                            <a:srgbClr val="FFFFFF"/>
                          </a:solidFill>
                          <a:latin typeface="Times New Roman"/>
                          <a:cs typeface="Times New Roman"/>
                        </a:rPr>
                        <a:t>Constitution</a:t>
                      </a:r>
                      <a:endParaRPr sz="1800" dirty="0">
                        <a:latin typeface="Times New Roman"/>
                        <a:cs typeface="Times New Roman"/>
                      </a:endParaRPr>
                    </a:p>
                  </a:txBody>
                  <a:tcPr marL="0" marR="0" marT="3048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863623"/>
                    </a:solidFill>
                  </a:tcPr>
                </a:tc>
                <a:tc>
                  <a:txBody>
                    <a:bodyPr/>
                    <a:lstStyle/>
                    <a:p>
                      <a:pPr marL="97790">
                        <a:lnSpc>
                          <a:spcPct val="100000"/>
                        </a:lnSpc>
                        <a:spcBef>
                          <a:spcPts val="240"/>
                        </a:spcBef>
                      </a:pPr>
                      <a:r>
                        <a:rPr sz="1800" b="1" dirty="0">
                          <a:solidFill>
                            <a:srgbClr val="FFFFFF"/>
                          </a:solidFill>
                          <a:latin typeface="Times New Roman"/>
                          <a:cs typeface="Times New Roman"/>
                        </a:rPr>
                        <a:t>1962</a:t>
                      </a:r>
                      <a:r>
                        <a:rPr sz="1800" b="1" spc="-20" dirty="0">
                          <a:solidFill>
                            <a:srgbClr val="FFFFFF"/>
                          </a:solidFill>
                          <a:latin typeface="Times New Roman"/>
                          <a:cs typeface="Times New Roman"/>
                        </a:rPr>
                        <a:t> </a:t>
                      </a:r>
                      <a:r>
                        <a:rPr sz="1800" b="1" spc="65" dirty="0">
                          <a:solidFill>
                            <a:srgbClr val="FFFFFF"/>
                          </a:solidFill>
                          <a:latin typeface="Times New Roman"/>
                          <a:cs typeface="Times New Roman"/>
                        </a:rPr>
                        <a:t>Constitution</a:t>
                      </a:r>
                      <a:endParaRPr sz="1800">
                        <a:latin typeface="Times New Roman"/>
                        <a:cs typeface="Times New Roman"/>
                      </a:endParaRPr>
                    </a:p>
                  </a:txBody>
                  <a:tcPr marL="0" marR="0" marT="3048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863623"/>
                    </a:solidFill>
                  </a:tcPr>
                </a:tc>
                <a:tc>
                  <a:txBody>
                    <a:bodyPr/>
                    <a:lstStyle/>
                    <a:p>
                      <a:pPr marL="98425">
                        <a:lnSpc>
                          <a:spcPct val="100000"/>
                        </a:lnSpc>
                        <a:spcBef>
                          <a:spcPts val="240"/>
                        </a:spcBef>
                      </a:pPr>
                      <a:r>
                        <a:rPr sz="1800" b="1" dirty="0">
                          <a:solidFill>
                            <a:srgbClr val="FFFFFF"/>
                          </a:solidFill>
                          <a:latin typeface="Times New Roman"/>
                          <a:cs typeface="Times New Roman"/>
                        </a:rPr>
                        <a:t>1973</a:t>
                      </a:r>
                      <a:r>
                        <a:rPr sz="1800" b="1" spc="-20" dirty="0">
                          <a:solidFill>
                            <a:srgbClr val="FFFFFF"/>
                          </a:solidFill>
                          <a:latin typeface="Times New Roman"/>
                          <a:cs typeface="Times New Roman"/>
                        </a:rPr>
                        <a:t> </a:t>
                      </a:r>
                      <a:r>
                        <a:rPr sz="1800" b="1" spc="65" dirty="0">
                          <a:solidFill>
                            <a:srgbClr val="FFFFFF"/>
                          </a:solidFill>
                          <a:latin typeface="Times New Roman"/>
                          <a:cs typeface="Times New Roman"/>
                        </a:rPr>
                        <a:t>Constitution</a:t>
                      </a:r>
                      <a:endParaRPr sz="1800">
                        <a:latin typeface="Times New Roman"/>
                        <a:cs typeface="Times New Roman"/>
                      </a:endParaRPr>
                    </a:p>
                  </a:txBody>
                  <a:tcPr marL="0" marR="0" marT="3048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863623"/>
                    </a:solidFill>
                  </a:tcPr>
                </a:tc>
                <a:extLst>
                  <a:ext uri="{0D108BD9-81ED-4DB2-BD59-A6C34878D82A}">
                    <a16:rowId xmlns:a16="http://schemas.microsoft.com/office/drawing/2014/main" xmlns="" val="10000"/>
                  </a:ext>
                </a:extLst>
              </a:tr>
              <a:tr h="321945">
                <a:tc>
                  <a:txBody>
                    <a:bodyPr/>
                    <a:lstStyle/>
                    <a:p>
                      <a:pPr marL="97790">
                        <a:lnSpc>
                          <a:spcPct val="100000"/>
                        </a:lnSpc>
                        <a:spcBef>
                          <a:spcPts val="240"/>
                        </a:spcBef>
                      </a:pPr>
                      <a:r>
                        <a:rPr lang="en-US" sz="1800" b="1" spc="-5" dirty="0" smtClean="0">
                          <a:latin typeface="Times New Roman"/>
                          <a:cs typeface="Times New Roman"/>
                        </a:rPr>
                        <a:t>Elections</a:t>
                      </a:r>
                      <a:r>
                        <a:rPr lang="en-US" sz="1800" b="1" spc="-5" baseline="0" dirty="0" smtClean="0">
                          <a:latin typeface="Times New Roman"/>
                          <a:cs typeface="Times New Roman"/>
                        </a:rPr>
                        <a:t> of President</a:t>
                      </a:r>
                      <a:r>
                        <a:rPr sz="1800" b="1" spc="45" dirty="0" smtClean="0">
                          <a:latin typeface="Times New Roman"/>
                          <a:cs typeface="Times New Roman"/>
                        </a:rPr>
                        <a:t>:</a:t>
                      </a:r>
                      <a:endParaRPr sz="1800" dirty="0">
                        <a:latin typeface="Times New Roman"/>
                        <a:cs typeface="Times New Roman"/>
                      </a:endParaRPr>
                    </a:p>
                  </a:txBody>
                  <a:tcPr marL="0" marR="0" marT="30480" marB="0">
                    <a:lnL w="12700">
                      <a:solidFill>
                        <a:srgbClr val="FFFFFF"/>
                      </a:solidFill>
                      <a:prstDash val="solid"/>
                    </a:lnL>
                    <a:lnR w="12700">
                      <a:solidFill>
                        <a:srgbClr val="FFFFFF"/>
                      </a:solidFill>
                      <a:prstDash val="solid"/>
                    </a:lnR>
                    <a:lnT w="38100">
                      <a:solidFill>
                        <a:srgbClr val="FFFFFF"/>
                      </a:solidFill>
                      <a:prstDash val="solid"/>
                    </a:lnT>
                    <a:solidFill>
                      <a:srgbClr val="D9CECC"/>
                    </a:solidFill>
                  </a:tcPr>
                </a:tc>
                <a:tc>
                  <a:txBody>
                    <a:bodyPr/>
                    <a:lstStyle/>
                    <a:p>
                      <a:pPr marL="97790">
                        <a:lnSpc>
                          <a:spcPct val="100000"/>
                        </a:lnSpc>
                        <a:spcBef>
                          <a:spcPts val="229"/>
                        </a:spcBef>
                      </a:pPr>
                      <a:r>
                        <a:rPr lang="en-US" sz="1800" spc="85" dirty="0" smtClean="0">
                          <a:latin typeface="Times New Roman"/>
                          <a:cs typeface="Times New Roman"/>
                        </a:rPr>
                        <a:t>Electoral</a:t>
                      </a:r>
                      <a:r>
                        <a:rPr lang="en-US" sz="1800" spc="85" baseline="0" dirty="0" smtClean="0">
                          <a:latin typeface="Times New Roman"/>
                          <a:cs typeface="Times New Roman"/>
                        </a:rPr>
                        <a:t> College BD System</a:t>
                      </a:r>
                      <a:endParaRPr sz="1800" dirty="0">
                        <a:latin typeface="Times New Roman"/>
                        <a:cs typeface="Times New Roman"/>
                      </a:endParaRPr>
                    </a:p>
                  </a:txBody>
                  <a:tcPr marL="0" marR="0" marT="29209" marB="0">
                    <a:lnL w="12700">
                      <a:solidFill>
                        <a:srgbClr val="FFFFFF"/>
                      </a:solidFill>
                      <a:prstDash val="solid"/>
                    </a:lnL>
                    <a:lnR w="12700">
                      <a:solidFill>
                        <a:srgbClr val="FFFFFF"/>
                      </a:solidFill>
                      <a:prstDash val="solid"/>
                    </a:lnR>
                    <a:lnT w="38100">
                      <a:solidFill>
                        <a:srgbClr val="FFFFFF"/>
                      </a:solidFill>
                      <a:prstDash val="solid"/>
                    </a:lnT>
                    <a:solidFill>
                      <a:srgbClr val="D9CECC"/>
                    </a:solidFill>
                  </a:tcPr>
                </a:tc>
                <a:tc>
                  <a:txBody>
                    <a:bodyPr/>
                    <a:lstStyle/>
                    <a:p>
                      <a:pPr marL="97790">
                        <a:lnSpc>
                          <a:spcPts val="2014"/>
                        </a:lnSpc>
                      </a:pPr>
                      <a:r>
                        <a:rPr lang="en-US" sz="1800" dirty="0" smtClean="0">
                          <a:latin typeface="Times New Roman"/>
                          <a:cs typeface="Times New Roman"/>
                        </a:rPr>
                        <a:t>Electoral</a:t>
                      </a:r>
                      <a:r>
                        <a:rPr lang="en-US" sz="1800" baseline="0" dirty="0" smtClean="0">
                          <a:latin typeface="Times New Roman"/>
                          <a:cs typeface="Times New Roman"/>
                        </a:rPr>
                        <a:t> College of NA, PA, Senate</a:t>
                      </a:r>
                      <a:endParaRPr lang="en-US" sz="1800" dirty="0">
                        <a:latin typeface="Times New Roman"/>
                        <a:cs typeface="Times New Roman"/>
                      </a:endParaRPr>
                    </a:p>
                  </a:txBody>
                  <a:tcPr marL="0" marR="0" marT="29209" marB="0">
                    <a:lnL w="12700">
                      <a:solidFill>
                        <a:srgbClr val="FFFFFF"/>
                      </a:solidFill>
                      <a:prstDash val="solid"/>
                    </a:lnL>
                    <a:lnR w="12700">
                      <a:solidFill>
                        <a:srgbClr val="FFFFFF"/>
                      </a:solidFill>
                      <a:prstDash val="solid"/>
                    </a:lnR>
                    <a:lnT w="38100">
                      <a:solidFill>
                        <a:srgbClr val="FFFFFF"/>
                      </a:solidFill>
                      <a:prstDash val="solid"/>
                    </a:lnT>
                    <a:solidFill>
                      <a:srgbClr val="D9CECC"/>
                    </a:solidFill>
                  </a:tcPr>
                </a:tc>
                <a:extLst>
                  <a:ext uri="{0D108BD9-81ED-4DB2-BD59-A6C34878D82A}">
                    <a16:rowId xmlns:a16="http://schemas.microsoft.com/office/drawing/2014/main" xmlns="" val="10001"/>
                  </a:ext>
                </a:extLst>
              </a:tr>
              <a:tr h="273685">
                <a:tc>
                  <a:txBody>
                    <a:bodyPr/>
                    <a:lstStyle/>
                    <a:p>
                      <a:pPr marL="97790">
                        <a:lnSpc>
                          <a:spcPts val="2014"/>
                        </a:lnSpc>
                      </a:pPr>
                      <a:r>
                        <a:rPr lang="en-US" sz="1800" dirty="0" smtClean="0">
                          <a:latin typeface="Times New Roman"/>
                          <a:cs typeface="Times New Roman"/>
                        </a:rPr>
                        <a:t>Electoral</a:t>
                      </a:r>
                      <a:r>
                        <a:rPr lang="en-US" sz="1800" baseline="0" dirty="0" smtClean="0">
                          <a:latin typeface="Times New Roman"/>
                          <a:cs typeface="Times New Roman"/>
                        </a:rPr>
                        <a:t> College of NA, PA</a:t>
                      </a:r>
                      <a:endParaRPr sz="1800" dirty="0">
                        <a:latin typeface="Times New Roman"/>
                        <a:cs typeface="Times New Roman"/>
                      </a:endParaRPr>
                    </a:p>
                  </a:txBody>
                  <a:tcPr marL="0" marR="0" marT="0" marB="0">
                    <a:lnL w="12700">
                      <a:solidFill>
                        <a:srgbClr val="FFFFFF"/>
                      </a:solidFill>
                      <a:prstDash val="solid"/>
                    </a:lnL>
                    <a:lnR w="12700">
                      <a:solidFill>
                        <a:srgbClr val="FFFFFF"/>
                      </a:solidFill>
                      <a:prstDash val="solid"/>
                    </a:lnR>
                    <a:solidFill>
                      <a:srgbClr val="D9CECC"/>
                    </a:solidFill>
                  </a:tcPr>
                </a:tc>
                <a:tc>
                  <a:txBody>
                    <a:bodyPr/>
                    <a:lstStyle/>
                    <a:p>
                      <a:endParaRPr lang="en-US" dirty="0"/>
                    </a:p>
                  </a:txBody>
                  <a:tcPr marL="0" marR="0" marT="0" marB="0">
                    <a:lnL w="12700">
                      <a:solidFill>
                        <a:srgbClr val="FFFFFF"/>
                      </a:solidFill>
                      <a:prstDash val="solid"/>
                    </a:lnL>
                    <a:lnR w="12700">
                      <a:solidFill>
                        <a:srgbClr val="FFFFFF"/>
                      </a:solidFill>
                      <a:prstDash val="solid"/>
                    </a:lnR>
                    <a:solidFill>
                      <a:srgbClr val="D9CECC"/>
                    </a:solidFill>
                  </a:tcPr>
                </a:tc>
                <a:tc>
                  <a:txBody>
                    <a:bodyPr/>
                    <a:lstStyle/>
                    <a:p>
                      <a:pPr marL="98425">
                        <a:lnSpc>
                          <a:spcPts val="2014"/>
                        </a:lnSpc>
                      </a:pPr>
                      <a:endParaRPr sz="1800" dirty="0">
                        <a:latin typeface="Times New Roman"/>
                        <a:cs typeface="Times New Roman"/>
                      </a:endParaRPr>
                    </a:p>
                  </a:txBody>
                  <a:tcPr marL="0" marR="0" marT="0" marB="0">
                    <a:lnL w="12700">
                      <a:solidFill>
                        <a:srgbClr val="FFFFFF"/>
                      </a:solidFill>
                      <a:prstDash val="solid"/>
                    </a:lnL>
                    <a:lnR w="12700">
                      <a:solidFill>
                        <a:srgbClr val="FFFFFF"/>
                      </a:solidFill>
                      <a:prstDash val="solid"/>
                    </a:lnR>
                    <a:solidFill>
                      <a:srgbClr val="D9CECC"/>
                    </a:solidFill>
                  </a:tcPr>
                </a:tc>
                <a:extLst>
                  <a:ext uri="{0D108BD9-81ED-4DB2-BD59-A6C34878D82A}">
                    <a16:rowId xmlns:a16="http://schemas.microsoft.com/office/drawing/2014/main" xmlns="" val="10002"/>
                  </a:ext>
                </a:extLst>
              </a:tr>
              <a:tr h="274320">
                <a:tc>
                  <a:txBody>
                    <a:bodyPr/>
                    <a:lstStyle/>
                    <a:p>
                      <a:endParaRPr lang="en-US" dirty="0"/>
                    </a:p>
                  </a:txBody>
                  <a:tcPr marL="0" marR="0" marT="0" marB="0">
                    <a:lnL w="12700">
                      <a:solidFill>
                        <a:srgbClr val="FFFFFF"/>
                      </a:solidFill>
                      <a:prstDash val="solid"/>
                    </a:lnL>
                    <a:lnR w="12700">
                      <a:solidFill>
                        <a:srgbClr val="FFFFFF"/>
                      </a:solidFill>
                      <a:prstDash val="solid"/>
                    </a:lnR>
                    <a:solidFill>
                      <a:srgbClr val="D9CECC"/>
                    </a:solidFill>
                  </a:tcPr>
                </a:tc>
                <a:tc>
                  <a:txBody>
                    <a:bodyPr/>
                    <a:lstStyle/>
                    <a:p>
                      <a:endParaRPr lang="en-US" dirty="0"/>
                    </a:p>
                  </a:txBody>
                  <a:tcPr marL="0" marR="0" marT="0" marB="0">
                    <a:lnL w="12700">
                      <a:solidFill>
                        <a:srgbClr val="FFFFFF"/>
                      </a:solidFill>
                      <a:prstDash val="solid"/>
                    </a:lnL>
                    <a:lnR w="12700">
                      <a:solidFill>
                        <a:srgbClr val="FFFFFF"/>
                      </a:solidFill>
                      <a:prstDash val="solid"/>
                    </a:lnR>
                    <a:solidFill>
                      <a:srgbClr val="D9CECC"/>
                    </a:solidFill>
                  </a:tcPr>
                </a:tc>
                <a:tc>
                  <a:txBody>
                    <a:bodyPr/>
                    <a:lstStyle/>
                    <a:p>
                      <a:pPr>
                        <a:lnSpc>
                          <a:spcPct val="100000"/>
                        </a:lnSpc>
                      </a:pPr>
                      <a:endParaRPr sz="1700">
                        <a:latin typeface="Times New Roman"/>
                        <a:cs typeface="Times New Roman"/>
                      </a:endParaRPr>
                    </a:p>
                  </a:txBody>
                  <a:tcPr marL="0" marR="0" marT="0" marB="0">
                    <a:lnL w="12700">
                      <a:solidFill>
                        <a:srgbClr val="FFFFFF"/>
                      </a:solidFill>
                      <a:prstDash val="solid"/>
                    </a:lnL>
                    <a:lnR w="12700">
                      <a:solidFill>
                        <a:srgbClr val="FFFFFF"/>
                      </a:solidFill>
                      <a:prstDash val="solid"/>
                    </a:lnR>
                    <a:solidFill>
                      <a:srgbClr val="D9CECC"/>
                    </a:solidFill>
                  </a:tcPr>
                </a:tc>
                <a:extLst>
                  <a:ext uri="{0D108BD9-81ED-4DB2-BD59-A6C34878D82A}">
                    <a16:rowId xmlns:a16="http://schemas.microsoft.com/office/drawing/2014/main" xmlns="" val="10003"/>
                  </a:ext>
                </a:extLst>
              </a:tr>
              <a:tr h="273685">
                <a:tc>
                  <a:txBody>
                    <a:bodyPr/>
                    <a:lstStyle/>
                    <a:p>
                      <a:endParaRPr lang="en-US" dirty="0"/>
                    </a:p>
                  </a:txBody>
                  <a:tcPr marL="0" marR="0" marT="0" marB="0">
                    <a:lnL w="12700">
                      <a:solidFill>
                        <a:srgbClr val="FFFFFF"/>
                      </a:solidFill>
                      <a:prstDash val="solid"/>
                    </a:lnL>
                    <a:lnR w="12700">
                      <a:solidFill>
                        <a:srgbClr val="FFFFFF"/>
                      </a:solidFill>
                      <a:prstDash val="solid"/>
                    </a:lnR>
                    <a:solidFill>
                      <a:srgbClr val="D9CECC"/>
                    </a:solidFill>
                  </a:tcPr>
                </a:tc>
                <a:tc>
                  <a:txBody>
                    <a:bodyPr/>
                    <a:lstStyle/>
                    <a:p>
                      <a:pPr>
                        <a:lnSpc>
                          <a:spcPct val="100000"/>
                        </a:lnSpc>
                      </a:pPr>
                      <a:endParaRPr sz="1700">
                        <a:latin typeface="Times New Roman"/>
                        <a:cs typeface="Times New Roman"/>
                      </a:endParaRPr>
                    </a:p>
                  </a:txBody>
                  <a:tcPr marL="0" marR="0" marT="0" marB="0">
                    <a:lnL w="12700">
                      <a:solidFill>
                        <a:srgbClr val="FFFFFF"/>
                      </a:solidFill>
                      <a:prstDash val="solid"/>
                    </a:lnL>
                    <a:lnR w="12700">
                      <a:solidFill>
                        <a:srgbClr val="FFFFFF"/>
                      </a:solidFill>
                      <a:prstDash val="solid"/>
                    </a:lnR>
                    <a:solidFill>
                      <a:srgbClr val="D9CECC"/>
                    </a:solidFill>
                  </a:tcPr>
                </a:tc>
                <a:tc>
                  <a:txBody>
                    <a:bodyPr/>
                    <a:lstStyle/>
                    <a:p>
                      <a:pPr>
                        <a:lnSpc>
                          <a:spcPct val="100000"/>
                        </a:lnSpc>
                      </a:pPr>
                      <a:endParaRPr sz="1700">
                        <a:latin typeface="Times New Roman"/>
                        <a:cs typeface="Times New Roman"/>
                      </a:endParaRPr>
                    </a:p>
                  </a:txBody>
                  <a:tcPr marL="0" marR="0" marT="0" marB="0">
                    <a:lnL w="12700">
                      <a:solidFill>
                        <a:srgbClr val="FFFFFF"/>
                      </a:solidFill>
                      <a:prstDash val="solid"/>
                    </a:lnL>
                    <a:lnR w="12700">
                      <a:solidFill>
                        <a:srgbClr val="FFFFFF"/>
                      </a:solidFill>
                      <a:prstDash val="solid"/>
                    </a:lnR>
                    <a:solidFill>
                      <a:srgbClr val="D9CECC"/>
                    </a:solidFill>
                  </a:tcPr>
                </a:tc>
                <a:extLst>
                  <a:ext uri="{0D108BD9-81ED-4DB2-BD59-A6C34878D82A}">
                    <a16:rowId xmlns:a16="http://schemas.microsoft.com/office/drawing/2014/main" xmlns="" val="10004"/>
                  </a:ext>
                </a:extLst>
              </a:tr>
              <a:tr h="420370">
                <a:tc>
                  <a:txBody>
                    <a:bodyPr/>
                    <a:lstStyle/>
                    <a:p>
                      <a:pPr marL="97790">
                        <a:lnSpc>
                          <a:spcPts val="2014"/>
                        </a:lnSpc>
                      </a:pPr>
                      <a:endParaRPr sz="1800" dirty="0">
                        <a:latin typeface="Times New Roman"/>
                        <a:cs typeface="Times New Roman"/>
                      </a:endParaRPr>
                    </a:p>
                  </a:txBody>
                  <a:tcPr marL="0" marR="0" marT="0" marB="0">
                    <a:lnL w="12700">
                      <a:solidFill>
                        <a:srgbClr val="FFFFFF"/>
                      </a:solidFill>
                      <a:prstDash val="solid"/>
                    </a:lnL>
                    <a:lnR w="12700">
                      <a:solidFill>
                        <a:srgbClr val="FFFFFF"/>
                      </a:solidFill>
                      <a:prstDash val="solid"/>
                    </a:lnR>
                    <a:lnB w="12700">
                      <a:solidFill>
                        <a:srgbClr val="FFFFFF"/>
                      </a:solidFill>
                      <a:prstDash val="solid"/>
                    </a:lnB>
                    <a:solidFill>
                      <a:srgbClr val="D9CECC"/>
                    </a:solidFill>
                  </a:tcPr>
                </a:tc>
                <a:tc>
                  <a:txBody>
                    <a:bodyPr/>
                    <a:lstStyle/>
                    <a:p>
                      <a:pPr>
                        <a:lnSpc>
                          <a:spcPct val="100000"/>
                        </a:lnSpc>
                      </a:pPr>
                      <a:endParaRPr sz="1900">
                        <a:latin typeface="Times New Roman"/>
                        <a:cs typeface="Times New Roman"/>
                      </a:endParaRPr>
                    </a:p>
                  </a:txBody>
                  <a:tcPr marL="0" marR="0" marT="0" marB="0">
                    <a:lnL w="12700">
                      <a:solidFill>
                        <a:srgbClr val="FFFFFF"/>
                      </a:solidFill>
                      <a:prstDash val="solid"/>
                    </a:lnL>
                    <a:lnR w="12700">
                      <a:solidFill>
                        <a:srgbClr val="FFFFFF"/>
                      </a:solidFill>
                      <a:prstDash val="solid"/>
                    </a:lnR>
                    <a:lnB w="12700">
                      <a:solidFill>
                        <a:srgbClr val="FFFFFF"/>
                      </a:solidFill>
                      <a:prstDash val="solid"/>
                    </a:lnB>
                    <a:solidFill>
                      <a:srgbClr val="D9CECC"/>
                    </a:solidFill>
                  </a:tcPr>
                </a:tc>
                <a:tc>
                  <a:txBody>
                    <a:bodyPr/>
                    <a:lstStyle/>
                    <a:p>
                      <a:pPr>
                        <a:lnSpc>
                          <a:spcPct val="100000"/>
                        </a:lnSpc>
                      </a:pPr>
                      <a:endParaRPr sz="1900">
                        <a:latin typeface="Times New Roman"/>
                        <a:cs typeface="Times New Roman"/>
                      </a:endParaRPr>
                    </a:p>
                  </a:txBody>
                  <a:tcPr marL="0" marR="0" marT="0" marB="0">
                    <a:lnL w="12700">
                      <a:solidFill>
                        <a:srgbClr val="FFFFFF"/>
                      </a:solidFill>
                      <a:prstDash val="solid"/>
                    </a:lnL>
                    <a:lnR w="12700">
                      <a:solidFill>
                        <a:srgbClr val="FFFFFF"/>
                      </a:solidFill>
                      <a:prstDash val="solid"/>
                    </a:lnR>
                    <a:lnB w="12700">
                      <a:solidFill>
                        <a:srgbClr val="FFFFFF"/>
                      </a:solidFill>
                      <a:prstDash val="solid"/>
                    </a:lnB>
                    <a:solidFill>
                      <a:srgbClr val="D9CECC"/>
                    </a:solidFill>
                  </a:tcPr>
                </a:tc>
                <a:extLst>
                  <a:ext uri="{0D108BD9-81ED-4DB2-BD59-A6C34878D82A}">
                    <a16:rowId xmlns:a16="http://schemas.microsoft.com/office/drawing/2014/main" xmlns="" val="10005"/>
                  </a:ext>
                </a:extLst>
              </a:tr>
              <a:tr h="321945">
                <a:tc>
                  <a:txBody>
                    <a:bodyPr/>
                    <a:lstStyle/>
                    <a:p>
                      <a:pPr marL="97790">
                        <a:lnSpc>
                          <a:spcPct val="100000"/>
                        </a:lnSpc>
                        <a:spcBef>
                          <a:spcPts val="245"/>
                        </a:spcBef>
                      </a:pPr>
                      <a:r>
                        <a:rPr lang="en-US" sz="1800" b="1" spc="45" dirty="0" smtClean="0">
                          <a:latin typeface="Times New Roman"/>
                          <a:cs typeface="Times New Roman"/>
                        </a:rPr>
                        <a:t>Objective Resolution</a:t>
                      </a:r>
                      <a:r>
                        <a:rPr sz="1800" b="1" spc="45" dirty="0" smtClean="0">
                          <a:latin typeface="Times New Roman"/>
                          <a:cs typeface="Times New Roman"/>
                        </a:rPr>
                        <a:t>:</a:t>
                      </a:r>
                      <a:endParaRPr sz="1800" dirty="0">
                        <a:latin typeface="Times New Roman"/>
                        <a:cs typeface="Times New Roman"/>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solidFill>
                      <a:srgbClr val="ECE8E8"/>
                    </a:solidFill>
                  </a:tcPr>
                </a:tc>
                <a:tc>
                  <a:txBody>
                    <a:bodyPr/>
                    <a:lstStyle/>
                    <a:p>
                      <a:pPr marL="97790">
                        <a:lnSpc>
                          <a:spcPct val="100000"/>
                        </a:lnSpc>
                        <a:spcBef>
                          <a:spcPts val="229"/>
                        </a:spcBef>
                      </a:pPr>
                      <a:r>
                        <a:rPr lang="en-US" sz="1800" spc="85" dirty="0" smtClean="0">
                          <a:latin typeface="Times New Roman"/>
                          <a:cs typeface="Times New Roman"/>
                        </a:rPr>
                        <a:t>vague</a:t>
                      </a:r>
                      <a:endParaRPr sz="1800" dirty="0">
                        <a:latin typeface="Times New Roman"/>
                        <a:cs typeface="Times New Roman"/>
                      </a:endParaRPr>
                    </a:p>
                  </a:txBody>
                  <a:tcPr marL="0" marR="0" marT="29209" marB="0">
                    <a:lnL w="12700">
                      <a:solidFill>
                        <a:srgbClr val="FFFFFF"/>
                      </a:solidFill>
                      <a:prstDash val="solid"/>
                    </a:lnL>
                    <a:lnR w="12700">
                      <a:solidFill>
                        <a:srgbClr val="FFFFFF"/>
                      </a:solidFill>
                      <a:prstDash val="solid"/>
                    </a:lnR>
                    <a:lnT w="12700">
                      <a:solidFill>
                        <a:srgbClr val="FFFFFF"/>
                      </a:solidFill>
                      <a:prstDash val="solid"/>
                    </a:lnT>
                    <a:solidFill>
                      <a:srgbClr val="ECE8E8"/>
                    </a:solidFill>
                  </a:tcPr>
                </a:tc>
                <a:tc>
                  <a:txBody>
                    <a:bodyPr/>
                    <a:lstStyle/>
                    <a:p>
                      <a:pPr marL="98425">
                        <a:lnSpc>
                          <a:spcPct val="100000"/>
                        </a:lnSpc>
                        <a:spcBef>
                          <a:spcPts val="229"/>
                        </a:spcBef>
                      </a:pPr>
                      <a:r>
                        <a:rPr lang="en-US" sz="1800" spc="70" dirty="0" smtClean="0">
                          <a:latin typeface="Times New Roman"/>
                          <a:cs typeface="Times New Roman"/>
                        </a:rPr>
                        <a:t>Adopted </a:t>
                      </a:r>
                      <a:endParaRPr sz="1800" dirty="0">
                        <a:latin typeface="Times New Roman"/>
                        <a:cs typeface="Times New Roman"/>
                      </a:endParaRPr>
                    </a:p>
                  </a:txBody>
                  <a:tcPr marL="0" marR="0" marT="29209" marB="0">
                    <a:lnL w="12700">
                      <a:solidFill>
                        <a:srgbClr val="FFFFFF"/>
                      </a:solidFill>
                      <a:prstDash val="solid"/>
                    </a:lnL>
                    <a:lnR w="12700">
                      <a:solidFill>
                        <a:srgbClr val="FFFFFF"/>
                      </a:solidFill>
                      <a:prstDash val="solid"/>
                    </a:lnR>
                    <a:lnT w="12700">
                      <a:solidFill>
                        <a:srgbClr val="FFFFFF"/>
                      </a:solidFill>
                      <a:prstDash val="solid"/>
                    </a:lnT>
                    <a:solidFill>
                      <a:srgbClr val="ECE8E8"/>
                    </a:solidFill>
                  </a:tcPr>
                </a:tc>
                <a:extLst>
                  <a:ext uri="{0D108BD9-81ED-4DB2-BD59-A6C34878D82A}">
                    <a16:rowId xmlns:a16="http://schemas.microsoft.com/office/drawing/2014/main" xmlns="" val="10006"/>
                  </a:ext>
                </a:extLst>
              </a:tr>
              <a:tr h="273685">
                <a:tc>
                  <a:txBody>
                    <a:bodyPr/>
                    <a:lstStyle/>
                    <a:p>
                      <a:pPr marL="97790">
                        <a:lnSpc>
                          <a:spcPts val="2014"/>
                        </a:lnSpc>
                      </a:pPr>
                      <a:r>
                        <a:rPr lang="en-US" sz="1800" spc="85" dirty="0" smtClean="0">
                          <a:latin typeface="Times New Roman"/>
                          <a:cs typeface="Times New Roman"/>
                        </a:rPr>
                        <a:t>Adopted </a:t>
                      </a:r>
                      <a:endParaRPr sz="1800" dirty="0">
                        <a:latin typeface="Times New Roman"/>
                        <a:cs typeface="Times New Roman"/>
                      </a:endParaRPr>
                    </a:p>
                  </a:txBody>
                  <a:tcPr marL="0" marR="0" marT="0" marB="0">
                    <a:lnL w="12700">
                      <a:solidFill>
                        <a:srgbClr val="FFFFFF"/>
                      </a:solidFill>
                      <a:prstDash val="solid"/>
                    </a:lnL>
                    <a:lnR w="12700">
                      <a:solidFill>
                        <a:srgbClr val="FFFFFF"/>
                      </a:solidFill>
                      <a:prstDash val="solid"/>
                    </a:lnR>
                    <a:solidFill>
                      <a:srgbClr val="ECE8E8"/>
                    </a:solidFill>
                  </a:tcPr>
                </a:tc>
                <a:tc>
                  <a:txBody>
                    <a:bodyPr/>
                    <a:lstStyle/>
                    <a:p>
                      <a:endParaRPr lang="en-US" dirty="0"/>
                    </a:p>
                  </a:txBody>
                  <a:tcPr marL="0" marR="0" marT="0" marB="0">
                    <a:lnL w="12700">
                      <a:solidFill>
                        <a:srgbClr val="FFFFFF"/>
                      </a:solidFill>
                      <a:prstDash val="solid"/>
                    </a:lnL>
                    <a:lnR w="12700">
                      <a:solidFill>
                        <a:srgbClr val="FFFFFF"/>
                      </a:solidFill>
                      <a:prstDash val="solid"/>
                    </a:lnR>
                    <a:solidFill>
                      <a:srgbClr val="ECE8E8"/>
                    </a:solidFill>
                  </a:tcPr>
                </a:tc>
                <a:tc>
                  <a:txBody>
                    <a:bodyPr/>
                    <a:lstStyle/>
                    <a:p>
                      <a:endParaRPr lang="en-US" dirty="0"/>
                    </a:p>
                  </a:txBody>
                  <a:tcPr marL="0" marR="0" marT="0" marB="0">
                    <a:lnL w="12700">
                      <a:solidFill>
                        <a:srgbClr val="FFFFFF"/>
                      </a:solidFill>
                      <a:prstDash val="solid"/>
                    </a:lnL>
                    <a:lnR w="12700">
                      <a:solidFill>
                        <a:srgbClr val="FFFFFF"/>
                      </a:solidFill>
                      <a:prstDash val="solid"/>
                    </a:lnR>
                    <a:solidFill>
                      <a:srgbClr val="ECE8E8"/>
                    </a:solidFill>
                  </a:tcPr>
                </a:tc>
                <a:extLst>
                  <a:ext uri="{0D108BD9-81ED-4DB2-BD59-A6C34878D82A}">
                    <a16:rowId xmlns:a16="http://schemas.microsoft.com/office/drawing/2014/main" xmlns="" val="10007"/>
                  </a:ext>
                </a:extLst>
              </a:tr>
              <a:tr h="274955">
                <a:tc>
                  <a:txBody>
                    <a:bodyPr/>
                    <a:lstStyle/>
                    <a:p>
                      <a:pPr marL="97790">
                        <a:lnSpc>
                          <a:spcPts val="2020"/>
                        </a:lnSpc>
                      </a:pPr>
                      <a:endParaRPr sz="1800" dirty="0">
                        <a:latin typeface="Times New Roman"/>
                        <a:cs typeface="Times New Roman"/>
                      </a:endParaRPr>
                    </a:p>
                  </a:txBody>
                  <a:tcPr marL="0" marR="0" marT="0" marB="0">
                    <a:lnL w="12700">
                      <a:solidFill>
                        <a:srgbClr val="FFFFFF"/>
                      </a:solidFill>
                      <a:prstDash val="solid"/>
                    </a:lnL>
                    <a:lnR w="12700">
                      <a:solidFill>
                        <a:srgbClr val="FFFFFF"/>
                      </a:solidFill>
                      <a:prstDash val="solid"/>
                    </a:lnR>
                    <a:solidFill>
                      <a:srgbClr val="ECE8E8"/>
                    </a:solidFill>
                  </a:tcPr>
                </a:tc>
                <a:tc>
                  <a:txBody>
                    <a:bodyPr/>
                    <a:lstStyle/>
                    <a:p>
                      <a:endParaRPr lang="en-US"/>
                    </a:p>
                  </a:txBody>
                  <a:tcPr marL="0" marR="0" marT="0" marB="0">
                    <a:lnL w="12700">
                      <a:solidFill>
                        <a:srgbClr val="FFFFFF"/>
                      </a:solidFill>
                      <a:prstDash val="solid"/>
                    </a:lnL>
                    <a:lnR w="12700">
                      <a:solidFill>
                        <a:srgbClr val="FFFFFF"/>
                      </a:solidFill>
                      <a:prstDash val="solid"/>
                    </a:lnR>
                    <a:solidFill>
                      <a:srgbClr val="ECE8E8"/>
                    </a:solidFill>
                  </a:tcPr>
                </a:tc>
                <a:tc>
                  <a:txBody>
                    <a:bodyPr/>
                    <a:lstStyle/>
                    <a:p>
                      <a:endParaRPr lang="en-US"/>
                    </a:p>
                  </a:txBody>
                  <a:tcPr marL="0" marR="0" marT="0" marB="0">
                    <a:lnL w="12700">
                      <a:solidFill>
                        <a:srgbClr val="FFFFFF"/>
                      </a:solidFill>
                      <a:prstDash val="solid"/>
                    </a:lnL>
                    <a:lnR w="12700">
                      <a:solidFill>
                        <a:srgbClr val="FFFFFF"/>
                      </a:solidFill>
                      <a:prstDash val="solid"/>
                    </a:lnR>
                    <a:solidFill>
                      <a:srgbClr val="ECE8E8"/>
                    </a:solidFill>
                  </a:tcPr>
                </a:tc>
                <a:extLst>
                  <a:ext uri="{0D108BD9-81ED-4DB2-BD59-A6C34878D82A}">
                    <a16:rowId xmlns:a16="http://schemas.microsoft.com/office/drawing/2014/main" xmlns="" val="10008"/>
                  </a:ext>
                </a:extLst>
              </a:tr>
              <a:tr h="274320">
                <a:tc>
                  <a:txBody>
                    <a:bodyPr/>
                    <a:lstStyle/>
                    <a:p>
                      <a:pPr>
                        <a:lnSpc>
                          <a:spcPct val="100000"/>
                        </a:lnSpc>
                      </a:pPr>
                      <a:endParaRPr sz="1700" dirty="0">
                        <a:latin typeface="Times New Roman"/>
                        <a:cs typeface="Times New Roman"/>
                      </a:endParaRPr>
                    </a:p>
                  </a:txBody>
                  <a:tcPr marL="0" marR="0" marT="0" marB="0">
                    <a:lnL w="12700">
                      <a:solidFill>
                        <a:srgbClr val="FFFFFF"/>
                      </a:solidFill>
                      <a:prstDash val="solid"/>
                    </a:lnL>
                    <a:lnR w="12700">
                      <a:solidFill>
                        <a:srgbClr val="FFFFFF"/>
                      </a:solidFill>
                      <a:prstDash val="solid"/>
                    </a:lnR>
                    <a:solidFill>
                      <a:srgbClr val="ECE8E8"/>
                    </a:solidFill>
                  </a:tcPr>
                </a:tc>
                <a:tc>
                  <a:txBody>
                    <a:bodyPr/>
                    <a:lstStyle/>
                    <a:p>
                      <a:endParaRPr lang="en-US" dirty="0"/>
                    </a:p>
                  </a:txBody>
                  <a:tcPr marL="0" marR="0" marT="0" marB="0">
                    <a:lnL w="12700">
                      <a:solidFill>
                        <a:srgbClr val="FFFFFF"/>
                      </a:solidFill>
                      <a:prstDash val="solid"/>
                    </a:lnL>
                    <a:lnR w="12700">
                      <a:solidFill>
                        <a:srgbClr val="FFFFFF"/>
                      </a:solidFill>
                      <a:prstDash val="solid"/>
                    </a:lnR>
                    <a:solidFill>
                      <a:srgbClr val="ECE8E8"/>
                    </a:solidFill>
                  </a:tcPr>
                </a:tc>
                <a:tc>
                  <a:txBody>
                    <a:bodyPr/>
                    <a:lstStyle/>
                    <a:p>
                      <a:endParaRPr lang="en-US"/>
                    </a:p>
                  </a:txBody>
                  <a:tcPr marL="0" marR="0" marT="0" marB="0">
                    <a:lnL w="12700">
                      <a:solidFill>
                        <a:srgbClr val="FFFFFF"/>
                      </a:solidFill>
                      <a:prstDash val="solid"/>
                    </a:lnL>
                    <a:lnR w="12700">
                      <a:solidFill>
                        <a:srgbClr val="FFFFFF"/>
                      </a:solidFill>
                      <a:prstDash val="solid"/>
                    </a:lnR>
                    <a:solidFill>
                      <a:srgbClr val="ECE8E8"/>
                    </a:solidFill>
                  </a:tcPr>
                </a:tc>
                <a:extLst>
                  <a:ext uri="{0D108BD9-81ED-4DB2-BD59-A6C34878D82A}">
                    <a16:rowId xmlns:a16="http://schemas.microsoft.com/office/drawing/2014/main" xmlns="" val="10009"/>
                  </a:ext>
                </a:extLst>
              </a:tr>
              <a:tr h="273685">
                <a:tc>
                  <a:txBody>
                    <a:bodyPr/>
                    <a:lstStyle/>
                    <a:p>
                      <a:pPr>
                        <a:lnSpc>
                          <a:spcPct val="100000"/>
                        </a:lnSpc>
                      </a:pPr>
                      <a:endParaRPr sz="1700">
                        <a:latin typeface="Times New Roman"/>
                        <a:cs typeface="Times New Roman"/>
                      </a:endParaRPr>
                    </a:p>
                  </a:txBody>
                  <a:tcPr marL="0" marR="0" marT="0" marB="0">
                    <a:lnL w="12700">
                      <a:solidFill>
                        <a:srgbClr val="FFFFFF"/>
                      </a:solidFill>
                      <a:prstDash val="solid"/>
                    </a:lnL>
                    <a:lnR w="12700">
                      <a:solidFill>
                        <a:srgbClr val="FFFFFF"/>
                      </a:solidFill>
                      <a:prstDash val="solid"/>
                    </a:lnR>
                    <a:solidFill>
                      <a:srgbClr val="ECE8E8"/>
                    </a:solidFill>
                  </a:tcPr>
                </a:tc>
                <a:tc>
                  <a:txBody>
                    <a:bodyPr/>
                    <a:lstStyle/>
                    <a:p>
                      <a:pPr>
                        <a:lnSpc>
                          <a:spcPct val="100000"/>
                        </a:lnSpc>
                      </a:pPr>
                      <a:endParaRPr sz="1700" dirty="0">
                        <a:latin typeface="Times New Roman"/>
                        <a:cs typeface="Times New Roman"/>
                      </a:endParaRPr>
                    </a:p>
                  </a:txBody>
                  <a:tcPr marL="0" marR="0" marT="0" marB="0">
                    <a:lnL w="12700">
                      <a:solidFill>
                        <a:srgbClr val="FFFFFF"/>
                      </a:solidFill>
                      <a:prstDash val="solid"/>
                    </a:lnL>
                    <a:lnR w="12700">
                      <a:solidFill>
                        <a:srgbClr val="FFFFFF"/>
                      </a:solidFill>
                      <a:prstDash val="solid"/>
                    </a:lnR>
                    <a:solidFill>
                      <a:srgbClr val="ECE8E8"/>
                    </a:solidFill>
                  </a:tcPr>
                </a:tc>
                <a:tc>
                  <a:txBody>
                    <a:bodyPr/>
                    <a:lstStyle/>
                    <a:p>
                      <a:endParaRPr lang="en-US"/>
                    </a:p>
                  </a:txBody>
                  <a:tcPr marL="0" marR="0" marT="0" marB="0">
                    <a:lnL w="12700">
                      <a:solidFill>
                        <a:srgbClr val="FFFFFF"/>
                      </a:solidFill>
                      <a:prstDash val="solid"/>
                    </a:lnL>
                    <a:lnR w="12700">
                      <a:solidFill>
                        <a:srgbClr val="FFFFFF"/>
                      </a:solidFill>
                      <a:prstDash val="solid"/>
                    </a:lnR>
                    <a:solidFill>
                      <a:srgbClr val="ECE8E8"/>
                    </a:solidFill>
                  </a:tcPr>
                </a:tc>
                <a:extLst>
                  <a:ext uri="{0D108BD9-81ED-4DB2-BD59-A6C34878D82A}">
                    <a16:rowId xmlns:a16="http://schemas.microsoft.com/office/drawing/2014/main" xmlns="" val="10010"/>
                  </a:ext>
                </a:extLst>
              </a:tr>
              <a:tr h="317500">
                <a:tc>
                  <a:txBody>
                    <a:bodyPr/>
                    <a:lstStyle/>
                    <a:p>
                      <a:pPr>
                        <a:lnSpc>
                          <a:spcPct val="100000"/>
                        </a:lnSpc>
                      </a:pPr>
                      <a:endParaRPr sz="1900">
                        <a:latin typeface="Times New Roman"/>
                        <a:cs typeface="Times New Roman"/>
                      </a:endParaRPr>
                    </a:p>
                  </a:txBody>
                  <a:tcPr marL="0" marR="0" marT="0" marB="0">
                    <a:lnL w="12700">
                      <a:solidFill>
                        <a:srgbClr val="FFFFFF"/>
                      </a:solidFill>
                      <a:prstDash val="solid"/>
                    </a:lnL>
                    <a:lnR w="12700">
                      <a:solidFill>
                        <a:srgbClr val="FFFFFF"/>
                      </a:solidFill>
                      <a:prstDash val="solid"/>
                    </a:lnR>
                    <a:lnB w="12700">
                      <a:solidFill>
                        <a:srgbClr val="FFFFFF"/>
                      </a:solidFill>
                      <a:prstDash val="solid"/>
                    </a:lnB>
                    <a:solidFill>
                      <a:srgbClr val="ECE8E8"/>
                    </a:solidFill>
                  </a:tcPr>
                </a:tc>
                <a:tc>
                  <a:txBody>
                    <a:bodyPr/>
                    <a:lstStyle/>
                    <a:p>
                      <a:pPr>
                        <a:lnSpc>
                          <a:spcPct val="100000"/>
                        </a:lnSpc>
                      </a:pPr>
                      <a:endParaRPr sz="1900" dirty="0">
                        <a:latin typeface="Times New Roman"/>
                        <a:cs typeface="Times New Roman"/>
                      </a:endParaRPr>
                    </a:p>
                  </a:txBody>
                  <a:tcPr marL="0" marR="0" marT="0" marB="0">
                    <a:lnL w="12700">
                      <a:solidFill>
                        <a:srgbClr val="FFFFFF"/>
                      </a:solidFill>
                      <a:prstDash val="solid"/>
                    </a:lnL>
                    <a:lnR w="12700">
                      <a:solidFill>
                        <a:srgbClr val="FFFFFF"/>
                      </a:solidFill>
                      <a:prstDash val="solid"/>
                    </a:lnR>
                    <a:lnB w="12700">
                      <a:solidFill>
                        <a:srgbClr val="FFFFFF"/>
                      </a:solidFill>
                      <a:prstDash val="solid"/>
                    </a:lnB>
                    <a:solidFill>
                      <a:srgbClr val="ECE8E8"/>
                    </a:solidFill>
                  </a:tcPr>
                </a:tc>
                <a:tc>
                  <a:txBody>
                    <a:bodyPr/>
                    <a:lstStyle/>
                    <a:p>
                      <a:endParaRPr lang="en-US" dirty="0"/>
                    </a:p>
                  </a:txBody>
                  <a:tcPr marL="0" marR="0" marT="0" marB="0">
                    <a:lnL w="12700">
                      <a:solidFill>
                        <a:srgbClr val="FFFFFF"/>
                      </a:solidFill>
                      <a:prstDash val="solid"/>
                    </a:lnL>
                    <a:lnR w="12700">
                      <a:solidFill>
                        <a:srgbClr val="FFFFFF"/>
                      </a:solidFill>
                      <a:prstDash val="solid"/>
                    </a:lnR>
                    <a:lnB w="12700">
                      <a:solidFill>
                        <a:srgbClr val="FFFFFF"/>
                      </a:solidFill>
                      <a:prstDash val="solid"/>
                    </a:lnB>
                    <a:solidFill>
                      <a:srgbClr val="ECE8E8"/>
                    </a:solidFill>
                  </a:tcPr>
                </a:tc>
                <a:extLst>
                  <a:ext uri="{0D108BD9-81ED-4DB2-BD59-A6C34878D82A}">
                    <a16:rowId xmlns:a16="http://schemas.microsoft.com/office/drawing/2014/main" xmlns="" val="10011"/>
                  </a:ext>
                </a:extLst>
              </a:tr>
              <a:tr h="322580">
                <a:tc>
                  <a:txBody>
                    <a:bodyPr/>
                    <a:lstStyle/>
                    <a:p>
                      <a:pPr marL="97790">
                        <a:lnSpc>
                          <a:spcPct val="100000"/>
                        </a:lnSpc>
                        <a:spcBef>
                          <a:spcPts val="245"/>
                        </a:spcBef>
                      </a:pPr>
                      <a:r>
                        <a:rPr lang="en-US" sz="1800" b="1" spc="80" dirty="0" smtClean="0">
                          <a:latin typeface="Times New Roman"/>
                          <a:cs typeface="Times New Roman"/>
                        </a:rPr>
                        <a:t>Form of Govt</a:t>
                      </a:r>
                      <a:r>
                        <a:rPr sz="1800" b="1" spc="25" dirty="0" smtClean="0">
                          <a:latin typeface="Times New Roman"/>
                          <a:cs typeface="Times New Roman"/>
                        </a:rPr>
                        <a:t>:</a:t>
                      </a:r>
                      <a:endParaRPr sz="1800" dirty="0">
                        <a:latin typeface="Times New Roman"/>
                        <a:cs typeface="Times New Roman"/>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solidFill>
                      <a:srgbClr val="D9CECC"/>
                    </a:solidFill>
                  </a:tcPr>
                </a:tc>
                <a:tc>
                  <a:txBody>
                    <a:bodyPr/>
                    <a:lstStyle/>
                    <a:p>
                      <a:r>
                        <a:rPr lang="en-US" b="0" dirty="0" smtClean="0"/>
                        <a:t>Presidential </a:t>
                      </a:r>
                      <a:endParaRPr lang="en-US" b="0" dirty="0"/>
                    </a:p>
                  </a:txBody>
                  <a:tcPr marL="0" marR="0" marT="29845" marB="0">
                    <a:lnL w="12700">
                      <a:solidFill>
                        <a:srgbClr val="FFFFFF"/>
                      </a:solidFill>
                      <a:prstDash val="solid"/>
                    </a:lnL>
                    <a:lnR w="12700">
                      <a:solidFill>
                        <a:srgbClr val="FFFFFF"/>
                      </a:solidFill>
                      <a:prstDash val="solid"/>
                    </a:lnR>
                    <a:lnT w="12700">
                      <a:solidFill>
                        <a:srgbClr val="FFFFFF"/>
                      </a:solidFill>
                      <a:prstDash val="solid"/>
                    </a:lnT>
                    <a:solidFill>
                      <a:srgbClr val="D9CECC"/>
                    </a:solidFill>
                  </a:tcPr>
                </a:tc>
                <a:tc>
                  <a:txBody>
                    <a:bodyPr/>
                    <a:lstStyle/>
                    <a:p>
                      <a:pPr marL="98425">
                        <a:lnSpc>
                          <a:spcPct val="100000"/>
                        </a:lnSpc>
                        <a:spcBef>
                          <a:spcPts val="235"/>
                        </a:spcBef>
                      </a:pPr>
                      <a:r>
                        <a:rPr lang="en-US" sz="1800" spc="60" dirty="0" smtClean="0">
                          <a:latin typeface="Times New Roman"/>
                          <a:cs typeface="Times New Roman"/>
                        </a:rPr>
                        <a:t>Parliamentary </a:t>
                      </a:r>
                      <a:endParaRPr sz="1800" dirty="0">
                        <a:latin typeface="Times New Roman"/>
                        <a:cs typeface="Times New Roman"/>
                      </a:endParaRPr>
                    </a:p>
                  </a:txBody>
                  <a:tcPr marL="0" marR="0" marT="29845" marB="0">
                    <a:lnL w="12700">
                      <a:solidFill>
                        <a:srgbClr val="FFFFFF"/>
                      </a:solidFill>
                      <a:prstDash val="solid"/>
                    </a:lnL>
                    <a:lnR w="12700">
                      <a:solidFill>
                        <a:srgbClr val="FFFFFF"/>
                      </a:solidFill>
                      <a:prstDash val="solid"/>
                    </a:lnR>
                    <a:lnT w="12700">
                      <a:solidFill>
                        <a:srgbClr val="FFFFFF"/>
                      </a:solidFill>
                      <a:prstDash val="solid"/>
                    </a:lnT>
                    <a:solidFill>
                      <a:srgbClr val="D9CECC"/>
                    </a:solidFill>
                  </a:tcPr>
                </a:tc>
                <a:extLst>
                  <a:ext uri="{0D108BD9-81ED-4DB2-BD59-A6C34878D82A}">
                    <a16:rowId xmlns:a16="http://schemas.microsoft.com/office/drawing/2014/main" xmlns="" val="10012"/>
                  </a:ext>
                </a:extLst>
              </a:tr>
              <a:tr h="273685">
                <a:tc>
                  <a:txBody>
                    <a:bodyPr/>
                    <a:lstStyle/>
                    <a:p>
                      <a:pPr marL="97790">
                        <a:lnSpc>
                          <a:spcPts val="2014"/>
                        </a:lnSpc>
                      </a:pPr>
                      <a:r>
                        <a:rPr lang="en-US" sz="1800" spc="90" dirty="0" smtClean="0">
                          <a:latin typeface="Times New Roman"/>
                          <a:cs typeface="Times New Roman"/>
                        </a:rPr>
                        <a:t>Parliamentary </a:t>
                      </a:r>
                      <a:endParaRPr sz="1800" dirty="0">
                        <a:latin typeface="Times New Roman"/>
                        <a:cs typeface="Times New Roman"/>
                      </a:endParaRPr>
                    </a:p>
                  </a:txBody>
                  <a:tcPr marL="0" marR="0" marT="0" marB="0">
                    <a:lnL w="12700">
                      <a:solidFill>
                        <a:srgbClr val="FFFFFF"/>
                      </a:solidFill>
                      <a:prstDash val="solid"/>
                    </a:lnL>
                    <a:lnR w="12700">
                      <a:solidFill>
                        <a:srgbClr val="FFFFFF"/>
                      </a:solidFill>
                      <a:prstDash val="solid"/>
                    </a:lnR>
                    <a:solidFill>
                      <a:srgbClr val="D9CECC"/>
                    </a:solidFill>
                  </a:tcPr>
                </a:tc>
                <a:tc>
                  <a:txBody>
                    <a:bodyPr/>
                    <a:lstStyle/>
                    <a:p>
                      <a:endParaRPr lang="en-US"/>
                    </a:p>
                  </a:txBody>
                  <a:tcPr marL="0" marR="0" marT="0" marB="0">
                    <a:lnL w="12700">
                      <a:solidFill>
                        <a:srgbClr val="FFFFFF"/>
                      </a:solidFill>
                      <a:prstDash val="solid"/>
                    </a:lnL>
                    <a:lnR w="12700">
                      <a:solidFill>
                        <a:srgbClr val="FFFFFF"/>
                      </a:solidFill>
                      <a:prstDash val="solid"/>
                    </a:lnR>
                    <a:solidFill>
                      <a:srgbClr val="D9CECC"/>
                    </a:solidFill>
                  </a:tcPr>
                </a:tc>
                <a:tc>
                  <a:txBody>
                    <a:bodyPr/>
                    <a:lstStyle/>
                    <a:p>
                      <a:pPr>
                        <a:lnSpc>
                          <a:spcPct val="100000"/>
                        </a:lnSpc>
                      </a:pPr>
                      <a:endParaRPr sz="1700" dirty="0">
                        <a:latin typeface="Times New Roman"/>
                        <a:cs typeface="Times New Roman"/>
                      </a:endParaRPr>
                    </a:p>
                  </a:txBody>
                  <a:tcPr marL="0" marR="0" marT="0" marB="0">
                    <a:lnL w="12700">
                      <a:solidFill>
                        <a:srgbClr val="FFFFFF"/>
                      </a:solidFill>
                      <a:prstDash val="solid"/>
                    </a:lnL>
                    <a:lnR w="12700">
                      <a:solidFill>
                        <a:srgbClr val="FFFFFF"/>
                      </a:solidFill>
                      <a:prstDash val="solid"/>
                    </a:lnR>
                    <a:solidFill>
                      <a:srgbClr val="D9CECC"/>
                    </a:solidFill>
                  </a:tcPr>
                </a:tc>
                <a:extLst>
                  <a:ext uri="{0D108BD9-81ED-4DB2-BD59-A6C34878D82A}">
                    <a16:rowId xmlns:a16="http://schemas.microsoft.com/office/drawing/2014/main" xmlns="" val="10013"/>
                  </a:ext>
                </a:extLst>
              </a:tr>
              <a:tr h="274320">
                <a:tc>
                  <a:txBody>
                    <a:bodyPr/>
                    <a:lstStyle/>
                    <a:p>
                      <a:endParaRPr lang="en-US" dirty="0"/>
                    </a:p>
                  </a:txBody>
                  <a:tcPr marL="0" marR="0" marT="0" marB="0">
                    <a:lnL w="12700">
                      <a:solidFill>
                        <a:srgbClr val="FFFFFF"/>
                      </a:solidFill>
                      <a:prstDash val="solid"/>
                    </a:lnL>
                    <a:lnR w="12700">
                      <a:solidFill>
                        <a:srgbClr val="FFFFFF"/>
                      </a:solidFill>
                      <a:prstDash val="solid"/>
                    </a:lnR>
                    <a:solidFill>
                      <a:srgbClr val="D9CECC"/>
                    </a:solidFill>
                  </a:tcPr>
                </a:tc>
                <a:tc>
                  <a:txBody>
                    <a:bodyPr/>
                    <a:lstStyle/>
                    <a:p>
                      <a:endParaRPr lang="en-US" dirty="0"/>
                    </a:p>
                  </a:txBody>
                  <a:tcPr marL="0" marR="0" marT="0" marB="0">
                    <a:lnL w="12700">
                      <a:solidFill>
                        <a:srgbClr val="FFFFFF"/>
                      </a:solidFill>
                      <a:prstDash val="solid"/>
                    </a:lnL>
                    <a:lnR w="12700">
                      <a:solidFill>
                        <a:srgbClr val="FFFFFF"/>
                      </a:solidFill>
                      <a:prstDash val="solid"/>
                    </a:lnR>
                    <a:solidFill>
                      <a:srgbClr val="D9CECC"/>
                    </a:solidFill>
                  </a:tcPr>
                </a:tc>
                <a:tc>
                  <a:txBody>
                    <a:bodyPr/>
                    <a:lstStyle/>
                    <a:p>
                      <a:pPr>
                        <a:lnSpc>
                          <a:spcPct val="100000"/>
                        </a:lnSpc>
                      </a:pPr>
                      <a:endParaRPr sz="1700">
                        <a:latin typeface="Times New Roman"/>
                        <a:cs typeface="Times New Roman"/>
                      </a:endParaRPr>
                    </a:p>
                  </a:txBody>
                  <a:tcPr marL="0" marR="0" marT="0" marB="0">
                    <a:lnL w="12700">
                      <a:solidFill>
                        <a:srgbClr val="FFFFFF"/>
                      </a:solidFill>
                      <a:prstDash val="solid"/>
                    </a:lnL>
                    <a:lnR w="12700">
                      <a:solidFill>
                        <a:srgbClr val="FFFFFF"/>
                      </a:solidFill>
                      <a:prstDash val="solid"/>
                    </a:lnR>
                    <a:solidFill>
                      <a:srgbClr val="D9CECC"/>
                    </a:solidFill>
                  </a:tcPr>
                </a:tc>
                <a:extLst>
                  <a:ext uri="{0D108BD9-81ED-4DB2-BD59-A6C34878D82A}">
                    <a16:rowId xmlns:a16="http://schemas.microsoft.com/office/drawing/2014/main" xmlns="" val="10014"/>
                  </a:ext>
                </a:extLst>
              </a:tr>
              <a:tr h="332105">
                <a:tc>
                  <a:txBody>
                    <a:bodyPr/>
                    <a:lstStyle/>
                    <a:p>
                      <a:endParaRPr lang="en-US" dirty="0"/>
                    </a:p>
                  </a:txBody>
                  <a:tcPr marL="0" marR="0" marT="0" marB="0">
                    <a:lnL w="12700">
                      <a:solidFill>
                        <a:srgbClr val="FFFFFF"/>
                      </a:solidFill>
                      <a:prstDash val="solid"/>
                    </a:lnL>
                    <a:lnR w="12700">
                      <a:solidFill>
                        <a:srgbClr val="FFFFFF"/>
                      </a:solidFill>
                      <a:prstDash val="solid"/>
                    </a:lnR>
                    <a:lnB w="12700">
                      <a:solidFill>
                        <a:srgbClr val="FFFFFF"/>
                      </a:solidFill>
                      <a:prstDash val="solid"/>
                    </a:lnB>
                    <a:solidFill>
                      <a:srgbClr val="D9CECC"/>
                    </a:solidFill>
                  </a:tcPr>
                </a:tc>
                <a:tc>
                  <a:txBody>
                    <a:bodyPr/>
                    <a:lstStyle/>
                    <a:p>
                      <a:pPr>
                        <a:lnSpc>
                          <a:spcPct val="100000"/>
                        </a:lnSpc>
                      </a:pPr>
                      <a:endParaRPr sz="1900" dirty="0">
                        <a:latin typeface="Times New Roman"/>
                        <a:cs typeface="Times New Roman"/>
                      </a:endParaRPr>
                    </a:p>
                  </a:txBody>
                  <a:tcPr marL="0" marR="0" marT="0" marB="0">
                    <a:lnL w="12700">
                      <a:solidFill>
                        <a:srgbClr val="FFFFFF"/>
                      </a:solidFill>
                      <a:prstDash val="solid"/>
                    </a:lnL>
                    <a:lnR w="12700">
                      <a:solidFill>
                        <a:srgbClr val="FFFFFF"/>
                      </a:solidFill>
                      <a:prstDash val="solid"/>
                    </a:lnR>
                    <a:lnB w="12700">
                      <a:solidFill>
                        <a:srgbClr val="FFFFFF"/>
                      </a:solidFill>
                      <a:prstDash val="solid"/>
                    </a:lnB>
                    <a:solidFill>
                      <a:srgbClr val="D9CECC"/>
                    </a:solidFill>
                  </a:tcPr>
                </a:tc>
                <a:tc>
                  <a:txBody>
                    <a:bodyPr/>
                    <a:lstStyle/>
                    <a:p>
                      <a:pPr>
                        <a:lnSpc>
                          <a:spcPct val="100000"/>
                        </a:lnSpc>
                      </a:pPr>
                      <a:endParaRPr sz="1900" dirty="0">
                        <a:latin typeface="Times New Roman"/>
                        <a:cs typeface="Times New Roman"/>
                      </a:endParaRPr>
                    </a:p>
                  </a:txBody>
                  <a:tcPr marL="0" marR="0" marT="0" marB="0">
                    <a:lnL w="12700">
                      <a:solidFill>
                        <a:srgbClr val="FFFFFF"/>
                      </a:solidFill>
                      <a:prstDash val="solid"/>
                    </a:lnL>
                    <a:lnR w="12700">
                      <a:solidFill>
                        <a:srgbClr val="FFFFFF"/>
                      </a:solidFill>
                      <a:prstDash val="solid"/>
                    </a:lnR>
                    <a:lnB w="12700">
                      <a:solidFill>
                        <a:srgbClr val="FFFFFF"/>
                      </a:solidFill>
                      <a:prstDash val="solid"/>
                    </a:lnB>
                    <a:solidFill>
                      <a:srgbClr val="D9CECC"/>
                    </a:solidFill>
                  </a:tcPr>
                </a:tc>
                <a:extLst>
                  <a:ext uri="{0D108BD9-81ED-4DB2-BD59-A6C34878D82A}">
                    <a16:rowId xmlns:a16="http://schemas.microsoft.com/office/drawing/2014/main" xmlns="" val="10015"/>
                  </a:ext>
                </a:extLst>
              </a:tr>
            </a:tbl>
          </a:graphicData>
        </a:graphic>
      </p:graphicFrame>
      <p:sp>
        <p:nvSpPr>
          <p:cNvPr id="5" name="object 5"/>
          <p:cNvSpPr txBox="1">
            <a:spLocks noGrp="1"/>
          </p:cNvSpPr>
          <p:nvPr>
            <p:ph type="title"/>
          </p:nvPr>
        </p:nvSpPr>
        <p:spPr>
          <a:xfrm>
            <a:off x="1828801" y="304799"/>
            <a:ext cx="8686799" cy="1120820"/>
          </a:xfrm>
          <a:prstGeom prst="rect">
            <a:avLst/>
          </a:prstGeom>
        </p:spPr>
        <p:txBody>
          <a:bodyPr vert="horz" wrap="square" lIns="0" tIns="12700" rIns="0" bIns="0" rtlCol="0" anchor="t">
            <a:spAutoFit/>
          </a:bodyPr>
          <a:lstStyle/>
          <a:p>
            <a:pPr algn="ctr">
              <a:spcBef>
                <a:spcPts val="100"/>
              </a:spcBef>
            </a:pPr>
            <a:r>
              <a:rPr lang="en-US" spc="285" dirty="0"/>
              <a:t>Comparative Analysis </a:t>
            </a:r>
            <a:r>
              <a:rPr lang="en-US" spc="-295" dirty="0"/>
              <a:t/>
            </a:r>
            <a:br>
              <a:rPr lang="en-US" spc="-295" dirty="0"/>
            </a:br>
            <a:endParaRPr dirty="0">
              <a:latin typeface="Trebuchet MS"/>
              <a:cs typeface="Trebuchet MS"/>
            </a:endParaRP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3000">
        <p15:prstTrans prst="fracture"/>
      </p:transition>
    </mc:Choice>
    <mc:Fallback xmlns="">
      <p:transition spd="slow">
        <p:fade/>
      </p:transition>
    </mc:Fallback>
  </mc:AlternateContent>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1524000" y="0"/>
            <a:ext cx="9144000" cy="6858000"/>
          </a:xfrm>
          <a:prstGeom prst="rect">
            <a:avLst/>
          </a:prstGeom>
          <a:blipFill>
            <a:blip r:embed="rId2" cstate="print"/>
            <a:stretch>
              <a:fillRect/>
            </a:stretch>
          </a:blipFill>
        </p:spPr>
        <p:txBody>
          <a:bodyPr wrap="square" lIns="0" tIns="0" rIns="0" bIns="0" rtlCol="0"/>
          <a:lstStyle/>
          <a:p>
            <a:endParaRPr/>
          </a:p>
        </p:txBody>
      </p:sp>
      <p:sp>
        <p:nvSpPr>
          <p:cNvPr id="3" name="object 3"/>
          <p:cNvSpPr txBox="1"/>
          <p:nvPr/>
        </p:nvSpPr>
        <p:spPr>
          <a:xfrm>
            <a:off x="5763133" y="1487907"/>
            <a:ext cx="685800" cy="761365"/>
          </a:xfrm>
          <a:prstGeom prst="rect">
            <a:avLst/>
          </a:prstGeom>
        </p:spPr>
        <p:txBody>
          <a:bodyPr vert="horz" wrap="square" lIns="0" tIns="0" rIns="0" bIns="0" rtlCol="0">
            <a:spAutoFit/>
          </a:bodyPr>
          <a:lstStyle/>
          <a:p>
            <a:pPr>
              <a:lnSpc>
                <a:spcPts val="5935"/>
              </a:lnSpc>
            </a:pPr>
            <a:r>
              <a:rPr sz="5400" spc="9385" dirty="0">
                <a:solidFill>
                  <a:srgbClr val="DBA354"/>
                </a:solidFill>
                <a:latin typeface="Wingdings"/>
                <a:cs typeface="Wingdings"/>
              </a:rPr>
              <a:t></a:t>
            </a:r>
            <a:endParaRPr sz="5400">
              <a:latin typeface="Wingdings"/>
              <a:cs typeface="Wingdings"/>
            </a:endParaRPr>
          </a:p>
        </p:txBody>
      </p:sp>
      <p:sp>
        <p:nvSpPr>
          <p:cNvPr id="4" name="object 4"/>
          <p:cNvSpPr/>
          <p:nvPr/>
        </p:nvSpPr>
        <p:spPr>
          <a:xfrm>
            <a:off x="1524000" y="44627"/>
            <a:ext cx="3018790" cy="720090"/>
          </a:xfrm>
          <a:custGeom>
            <a:avLst/>
            <a:gdLst/>
            <a:ahLst/>
            <a:cxnLst/>
            <a:rect l="l" t="t" r="r" b="b"/>
            <a:pathLst>
              <a:path w="3018790" h="720090">
                <a:moveTo>
                  <a:pt x="0" y="719912"/>
                </a:moveTo>
                <a:lnTo>
                  <a:pt x="3018478" y="719912"/>
                </a:lnTo>
                <a:lnTo>
                  <a:pt x="3018478" y="0"/>
                </a:lnTo>
                <a:lnTo>
                  <a:pt x="0" y="0"/>
                </a:lnTo>
                <a:lnTo>
                  <a:pt x="0" y="719912"/>
                </a:lnTo>
                <a:close/>
              </a:path>
            </a:pathLst>
          </a:custGeom>
          <a:solidFill>
            <a:srgbClr val="863623"/>
          </a:solidFill>
        </p:spPr>
        <p:txBody>
          <a:bodyPr wrap="square" lIns="0" tIns="0" rIns="0" bIns="0" rtlCol="0"/>
          <a:lstStyle/>
          <a:p>
            <a:endParaRPr/>
          </a:p>
        </p:txBody>
      </p:sp>
      <p:sp>
        <p:nvSpPr>
          <p:cNvPr id="5" name="object 5"/>
          <p:cNvSpPr/>
          <p:nvPr/>
        </p:nvSpPr>
        <p:spPr>
          <a:xfrm>
            <a:off x="4542535" y="44627"/>
            <a:ext cx="3044190" cy="720090"/>
          </a:xfrm>
          <a:custGeom>
            <a:avLst/>
            <a:gdLst/>
            <a:ahLst/>
            <a:cxnLst/>
            <a:rect l="l" t="t" r="r" b="b"/>
            <a:pathLst>
              <a:path w="3044190" h="720090">
                <a:moveTo>
                  <a:pt x="0" y="719912"/>
                </a:moveTo>
                <a:lnTo>
                  <a:pt x="3043809" y="719912"/>
                </a:lnTo>
                <a:lnTo>
                  <a:pt x="3043809" y="0"/>
                </a:lnTo>
                <a:lnTo>
                  <a:pt x="0" y="0"/>
                </a:lnTo>
                <a:lnTo>
                  <a:pt x="0" y="719912"/>
                </a:lnTo>
                <a:close/>
              </a:path>
            </a:pathLst>
          </a:custGeom>
          <a:solidFill>
            <a:srgbClr val="863623"/>
          </a:solidFill>
        </p:spPr>
        <p:txBody>
          <a:bodyPr wrap="square" lIns="0" tIns="0" rIns="0" bIns="0" rtlCol="0"/>
          <a:lstStyle/>
          <a:p>
            <a:endParaRPr/>
          </a:p>
        </p:txBody>
      </p:sp>
      <p:sp>
        <p:nvSpPr>
          <p:cNvPr id="6" name="object 6"/>
          <p:cNvSpPr/>
          <p:nvPr/>
        </p:nvSpPr>
        <p:spPr>
          <a:xfrm>
            <a:off x="7586346" y="44627"/>
            <a:ext cx="3081655" cy="720090"/>
          </a:xfrm>
          <a:custGeom>
            <a:avLst/>
            <a:gdLst/>
            <a:ahLst/>
            <a:cxnLst/>
            <a:rect l="l" t="t" r="r" b="b"/>
            <a:pathLst>
              <a:path w="3081654" h="720090">
                <a:moveTo>
                  <a:pt x="0" y="719912"/>
                </a:moveTo>
                <a:lnTo>
                  <a:pt x="3081654" y="719912"/>
                </a:lnTo>
                <a:lnTo>
                  <a:pt x="3081654" y="0"/>
                </a:lnTo>
                <a:lnTo>
                  <a:pt x="0" y="0"/>
                </a:lnTo>
                <a:lnTo>
                  <a:pt x="0" y="719912"/>
                </a:lnTo>
                <a:close/>
              </a:path>
            </a:pathLst>
          </a:custGeom>
          <a:solidFill>
            <a:srgbClr val="863623"/>
          </a:solidFill>
        </p:spPr>
        <p:txBody>
          <a:bodyPr wrap="square" lIns="0" tIns="0" rIns="0" bIns="0" rtlCol="0"/>
          <a:lstStyle/>
          <a:p>
            <a:endParaRPr/>
          </a:p>
        </p:txBody>
      </p:sp>
      <p:sp>
        <p:nvSpPr>
          <p:cNvPr id="7" name="object 7"/>
          <p:cNvSpPr/>
          <p:nvPr/>
        </p:nvSpPr>
        <p:spPr>
          <a:xfrm>
            <a:off x="1524000" y="802640"/>
            <a:ext cx="3018790" cy="2005964"/>
          </a:xfrm>
          <a:custGeom>
            <a:avLst/>
            <a:gdLst/>
            <a:ahLst/>
            <a:cxnLst/>
            <a:rect l="l" t="t" r="r" b="b"/>
            <a:pathLst>
              <a:path w="3018790" h="2005964">
                <a:moveTo>
                  <a:pt x="0" y="2005711"/>
                </a:moveTo>
                <a:lnTo>
                  <a:pt x="3018478" y="2005711"/>
                </a:lnTo>
                <a:lnTo>
                  <a:pt x="3018478" y="0"/>
                </a:lnTo>
                <a:lnTo>
                  <a:pt x="0" y="0"/>
                </a:lnTo>
                <a:lnTo>
                  <a:pt x="0" y="2005711"/>
                </a:lnTo>
                <a:close/>
              </a:path>
            </a:pathLst>
          </a:custGeom>
          <a:solidFill>
            <a:srgbClr val="D9CECC"/>
          </a:solidFill>
        </p:spPr>
        <p:txBody>
          <a:bodyPr wrap="square" lIns="0" tIns="0" rIns="0" bIns="0" rtlCol="0"/>
          <a:lstStyle/>
          <a:p>
            <a:endParaRPr/>
          </a:p>
        </p:txBody>
      </p:sp>
      <p:sp>
        <p:nvSpPr>
          <p:cNvPr id="8" name="object 8"/>
          <p:cNvSpPr/>
          <p:nvPr/>
        </p:nvSpPr>
        <p:spPr>
          <a:xfrm>
            <a:off x="4542535" y="802640"/>
            <a:ext cx="3044190" cy="2005964"/>
          </a:xfrm>
          <a:custGeom>
            <a:avLst/>
            <a:gdLst/>
            <a:ahLst/>
            <a:cxnLst/>
            <a:rect l="l" t="t" r="r" b="b"/>
            <a:pathLst>
              <a:path w="3044190" h="2005964">
                <a:moveTo>
                  <a:pt x="0" y="2005711"/>
                </a:moveTo>
                <a:lnTo>
                  <a:pt x="3043809" y="2005711"/>
                </a:lnTo>
                <a:lnTo>
                  <a:pt x="3043809" y="0"/>
                </a:lnTo>
                <a:lnTo>
                  <a:pt x="0" y="0"/>
                </a:lnTo>
                <a:lnTo>
                  <a:pt x="0" y="2005711"/>
                </a:lnTo>
                <a:close/>
              </a:path>
            </a:pathLst>
          </a:custGeom>
          <a:solidFill>
            <a:srgbClr val="D9CECC"/>
          </a:solidFill>
        </p:spPr>
        <p:txBody>
          <a:bodyPr wrap="square" lIns="0" tIns="0" rIns="0" bIns="0" rtlCol="0"/>
          <a:lstStyle/>
          <a:p>
            <a:endParaRPr/>
          </a:p>
        </p:txBody>
      </p:sp>
      <p:sp>
        <p:nvSpPr>
          <p:cNvPr id="9" name="object 9"/>
          <p:cNvSpPr/>
          <p:nvPr/>
        </p:nvSpPr>
        <p:spPr>
          <a:xfrm>
            <a:off x="7586346" y="802640"/>
            <a:ext cx="3081655" cy="2005964"/>
          </a:xfrm>
          <a:custGeom>
            <a:avLst/>
            <a:gdLst/>
            <a:ahLst/>
            <a:cxnLst/>
            <a:rect l="l" t="t" r="r" b="b"/>
            <a:pathLst>
              <a:path w="3081654" h="2005964">
                <a:moveTo>
                  <a:pt x="0" y="2005711"/>
                </a:moveTo>
                <a:lnTo>
                  <a:pt x="3081654" y="2005711"/>
                </a:lnTo>
                <a:lnTo>
                  <a:pt x="3081654" y="0"/>
                </a:lnTo>
                <a:lnTo>
                  <a:pt x="0" y="0"/>
                </a:lnTo>
                <a:lnTo>
                  <a:pt x="0" y="2005711"/>
                </a:lnTo>
                <a:close/>
              </a:path>
            </a:pathLst>
          </a:custGeom>
          <a:solidFill>
            <a:srgbClr val="D9CECC"/>
          </a:solidFill>
        </p:spPr>
        <p:txBody>
          <a:bodyPr wrap="square" lIns="0" tIns="0" rIns="0" bIns="0" rtlCol="0"/>
          <a:lstStyle/>
          <a:p>
            <a:endParaRPr/>
          </a:p>
        </p:txBody>
      </p:sp>
      <p:sp>
        <p:nvSpPr>
          <p:cNvPr id="10" name="object 10"/>
          <p:cNvSpPr/>
          <p:nvPr/>
        </p:nvSpPr>
        <p:spPr>
          <a:xfrm>
            <a:off x="1524000" y="2808351"/>
            <a:ext cx="3018790" cy="2286000"/>
          </a:xfrm>
          <a:custGeom>
            <a:avLst/>
            <a:gdLst/>
            <a:ahLst/>
            <a:cxnLst/>
            <a:rect l="l" t="t" r="r" b="b"/>
            <a:pathLst>
              <a:path w="3018790" h="2286000">
                <a:moveTo>
                  <a:pt x="0" y="2286000"/>
                </a:moveTo>
                <a:lnTo>
                  <a:pt x="3018478" y="2286000"/>
                </a:lnTo>
                <a:lnTo>
                  <a:pt x="3018478" y="0"/>
                </a:lnTo>
                <a:lnTo>
                  <a:pt x="0" y="0"/>
                </a:lnTo>
                <a:lnTo>
                  <a:pt x="0" y="2286000"/>
                </a:lnTo>
                <a:close/>
              </a:path>
            </a:pathLst>
          </a:custGeom>
          <a:solidFill>
            <a:srgbClr val="ECE8E8"/>
          </a:solidFill>
        </p:spPr>
        <p:txBody>
          <a:bodyPr wrap="square" lIns="0" tIns="0" rIns="0" bIns="0" rtlCol="0"/>
          <a:lstStyle/>
          <a:p>
            <a:endParaRPr/>
          </a:p>
        </p:txBody>
      </p:sp>
      <p:sp>
        <p:nvSpPr>
          <p:cNvPr id="11" name="object 11"/>
          <p:cNvSpPr/>
          <p:nvPr/>
        </p:nvSpPr>
        <p:spPr>
          <a:xfrm>
            <a:off x="4542535" y="2808351"/>
            <a:ext cx="3044190" cy="2286000"/>
          </a:xfrm>
          <a:custGeom>
            <a:avLst/>
            <a:gdLst/>
            <a:ahLst/>
            <a:cxnLst/>
            <a:rect l="l" t="t" r="r" b="b"/>
            <a:pathLst>
              <a:path w="3044190" h="2286000">
                <a:moveTo>
                  <a:pt x="0" y="2286000"/>
                </a:moveTo>
                <a:lnTo>
                  <a:pt x="3043809" y="2286000"/>
                </a:lnTo>
                <a:lnTo>
                  <a:pt x="3043809" y="0"/>
                </a:lnTo>
                <a:lnTo>
                  <a:pt x="0" y="0"/>
                </a:lnTo>
                <a:lnTo>
                  <a:pt x="0" y="2286000"/>
                </a:lnTo>
                <a:close/>
              </a:path>
            </a:pathLst>
          </a:custGeom>
          <a:solidFill>
            <a:srgbClr val="ECE8E8"/>
          </a:solidFill>
        </p:spPr>
        <p:txBody>
          <a:bodyPr wrap="square" lIns="0" tIns="0" rIns="0" bIns="0" rtlCol="0"/>
          <a:lstStyle/>
          <a:p>
            <a:endParaRPr/>
          </a:p>
        </p:txBody>
      </p:sp>
      <p:sp>
        <p:nvSpPr>
          <p:cNvPr id="12" name="object 12"/>
          <p:cNvSpPr/>
          <p:nvPr/>
        </p:nvSpPr>
        <p:spPr>
          <a:xfrm>
            <a:off x="7586346" y="2808351"/>
            <a:ext cx="3081655" cy="2286000"/>
          </a:xfrm>
          <a:custGeom>
            <a:avLst/>
            <a:gdLst/>
            <a:ahLst/>
            <a:cxnLst/>
            <a:rect l="l" t="t" r="r" b="b"/>
            <a:pathLst>
              <a:path w="3081654" h="2286000">
                <a:moveTo>
                  <a:pt x="0" y="2286000"/>
                </a:moveTo>
                <a:lnTo>
                  <a:pt x="3081654" y="2286000"/>
                </a:lnTo>
                <a:lnTo>
                  <a:pt x="3081654" y="0"/>
                </a:lnTo>
                <a:lnTo>
                  <a:pt x="0" y="0"/>
                </a:lnTo>
                <a:lnTo>
                  <a:pt x="0" y="2286000"/>
                </a:lnTo>
                <a:close/>
              </a:path>
            </a:pathLst>
          </a:custGeom>
          <a:solidFill>
            <a:srgbClr val="ECE8E8"/>
          </a:solidFill>
        </p:spPr>
        <p:txBody>
          <a:bodyPr wrap="square" lIns="0" tIns="0" rIns="0" bIns="0" rtlCol="0"/>
          <a:lstStyle/>
          <a:p>
            <a:endParaRPr/>
          </a:p>
        </p:txBody>
      </p:sp>
      <p:sp>
        <p:nvSpPr>
          <p:cNvPr id="13" name="object 13"/>
          <p:cNvSpPr/>
          <p:nvPr/>
        </p:nvSpPr>
        <p:spPr>
          <a:xfrm>
            <a:off x="1524000" y="5094439"/>
            <a:ext cx="3018790" cy="1764030"/>
          </a:xfrm>
          <a:custGeom>
            <a:avLst/>
            <a:gdLst/>
            <a:ahLst/>
            <a:cxnLst/>
            <a:rect l="l" t="t" r="r" b="b"/>
            <a:pathLst>
              <a:path w="3018790" h="1764029">
                <a:moveTo>
                  <a:pt x="3018478" y="1763556"/>
                </a:moveTo>
                <a:lnTo>
                  <a:pt x="3018478" y="0"/>
                </a:lnTo>
                <a:lnTo>
                  <a:pt x="0" y="0"/>
                </a:lnTo>
                <a:lnTo>
                  <a:pt x="0" y="1763556"/>
                </a:lnTo>
                <a:lnTo>
                  <a:pt x="3018478" y="1763556"/>
                </a:lnTo>
                <a:close/>
              </a:path>
            </a:pathLst>
          </a:custGeom>
          <a:solidFill>
            <a:srgbClr val="D9CECC"/>
          </a:solidFill>
        </p:spPr>
        <p:txBody>
          <a:bodyPr wrap="square" lIns="0" tIns="0" rIns="0" bIns="0" rtlCol="0"/>
          <a:lstStyle/>
          <a:p>
            <a:endParaRPr/>
          </a:p>
        </p:txBody>
      </p:sp>
      <p:sp>
        <p:nvSpPr>
          <p:cNvPr id="14" name="object 14"/>
          <p:cNvSpPr/>
          <p:nvPr/>
        </p:nvSpPr>
        <p:spPr>
          <a:xfrm>
            <a:off x="4542535" y="5094439"/>
            <a:ext cx="3044190" cy="1764030"/>
          </a:xfrm>
          <a:custGeom>
            <a:avLst/>
            <a:gdLst/>
            <a:ahLst/>
            <a:cxnLst/>
            <a:rect l="l" t="t" r="r" b="b"/>
            <a:pathLst>
              <a:path w="3044190" h="1764029">
                <a:moveTo>
                  <a:pt x="3043809" y="1763556"/>
                </a:moveTo>
                <a:lnTo>
                  <a:pt x="3043809" y="0"/>
                </a:lnTo>
                <a:lnTo>
                  <a:pt x="0" y="0"/>
                </a:lnTo>
                <a:lnTo>
                  <a:pt x="0" y="1763556"/>
                </a:lnTo>
                <a:lnTo>
                  <a:pt x="3043809" y="1763556"/>
                </a:lnTo>
                <a:close/>
              </a:path>
            </a:pathLst>
          </a:custGeom>
          <a:solidFill>
            <a:srgbClr val="D9CECC"/>
          </a:solidFill>
        </p:spPr>
        <p:txBody>
          <a:bodyPr wrap="square" lIns="0" tIns="0" rIns="0" bIns="0" rtlCol="0"/>
          <a:lstStyle/>
          <a:p>
            <a:endParaRPr/>
          </a:p>
        </p:txBody>
      </p:sp>
      <p:sp>
        <p:nvSpPr>
          <p:cNvPr id="15" name="object 15"/>
          <p:cNvSpPr/>
          <p:nvPr/>
        </p:nvSpPr>
        <p:spPr>
          <a:xfrm>
            <a:off x="7586346" y="5094439"/>
            <a:ext cx="3081655" cy="1764030"/>
          </a:xfrm>
          <a:custGeom>
            <a:avLst/>
            <a:gdLst/>
            <a:ahLst/>
            <a:cxnLst/>
            <a:rect l="l" t="t" r="r" b="b"/>
            <a:pathLst>
              <a:path w="3081654" h="1764029">
                <a:moveTo>
                  <a:pt x="3081654" y="0"/>
                </a:moveTo>
                <a:lnTo>
                  <a:pt x="0" y="0"/>
                </a:lnTo>
                <a:lnTo>
                  <a:pt x="0" y="1763556"/>
                </a:lnTo>
                <a:lnTo>
                  <a:pt x="3081654" y="1763556"/>
                </a:lnTo>
                <a:lnTo>
                  <a:pt x="3081654" y="0"/>
                </a:lnTo>
                <a:close/>
              </a:path>
            </a:pathLst>
          </a:custGeom>
          <a:solidFill>
            <a:srgbClr val="D9CECC"/>
          </a:solidFill>
        </p:spPr>
        <p:txBody>
          <a:bodyPr wrap="square" lIns="0" tIns="0" rIns="0" bIns="0" rtlCol="0"/>
          <a:lstStyle/>
          <a:p>
            <a:endParaRPr/>
          </a:p>
        </p:txBody>
      </p:sp>
      <p:sp>
        <p:nvSpPr>
          <p:cNvPr id="16" name="object 16"/>
          <p:cNvSpPr/>
          <p:nvPr/>
        </p:nvSpPr>
        <p:spPr>
          <a:xfrm>
            <a:off x="4542535" y="38226"/>
            <a:ext cx="0" cy="726440"/>
          </a:xfrm>
          <a:custGeom>
            <a:avLst/>
            <a:gdLst/>
            <a:ahLst/>
            <a:cxnLst/>
            <a:rect l="l" t="t" r="r" b="b"/>
            <a:pathLst>
              <a:path h="726440">
                <a:moveTo>
                  <a:pt x="0" y="0"/>
                </a:moveTo>
                <a:lnTo>
                  <a:pt x="0" y="726313"/>
                </a:lnTo>
              </a:path>
            </a:pathLst>
          </a:custGeom>
          <a:ln w="12700">
            <a:solidFill>
              <a:srgbClr val="FFFFFF"/>
            </a:solidFill>
          </a:ln>
        </p:spPr>
        <p:txBody>
          <a:bodyPr wrap="square" lIns="0" tIns="0" rIns="0" bIns="0" rtlCol="0"/>
          <a:lstStyle/>
          <a:p>
            <a:endParaRPr/>
          </a:p>
        </p:txBody>
      </p:sp>
      <p:sp>
        <p:nvSpPr>
          <p:cNvPr id="17" name="object 17"/>
          <p:cNvSpPr/>
          <p:nvPr/>
        </p:nvSpPr>
        <p:spPr>
          <a:xfrm>
            <a:off x="4542535" y="802640"/>
            <a:ext cx="0" cy="6055360"/>
          </a:xfrm>
          <a:custGeom>
            <a:avLst/>
            <a:gdLst/>
            <a:ahLst/>
            <a:cxnLst/>
            <a:rect l="l" t="t" r="r" b="b"/>
            <a:pathLst>
              <a:path h="6055359">
                <a:moveTo>
                  <a:pt x="0" y="0"/>
                </a:moveTo>
                <a:lnTo>
                  <a:pt x="0" y="6055356"/>
                </a:lnTo>
              </a:path>
            </a:pathLst>
          </a:custGeom>
          <a:ln w="12700">
            <a:solidFill>
              <a:srgbClr val="FFFFFF"/>
            </a:solidFill>
          </a:ln>
        </p:spPr>
        <p:txBody>
          <a:bodyPr wrap="square" lIns="0" tIns="0" rIns="0" bIns="0" rtlCol="0"/>
          <a:lstStyle/>
          <a:p>
            <a:endParaRPr/>
          </a:p>
        </p:txBody>
      </p:sp>
      <p:sp>
        <p:nvSpPr>
          <p:cNvPr id="18" name="object 18"/>
          <p:cNvSpPr/>
          <p:nvPr/>
        </p:nvSpPr>
        <p:spPr>
          <a:xfrm>
            <a:off x="7586345" y="38226"/>
            <a:ext cx="0" cy="726440"/>
          </a:xfrm>
          <a:custGeom>
            <a:avLst/>
            <a:gdLst/>
            <a:ahLst/>
            <a:cxnLst/>
            <a:rect l="l" t="t" r="r" b="b"/>
            <a:pathLst>
              <a:path h="726440">
                <a:moveTo>
                  <a:pt x="0" y="0"/>
                </a:moveTo>
                <a:lnTo>
                  <a:pt x="0" y="726313"/>
                </a:lnTo>
              </a:path>
            </a:pathLst>
          </a:custGeom>
          <a:ln w="12700">
            <a:solidFill>
              <a:srgbClr val="FFFFFF"/>
            </a:solidFill>
          </a:ln>
        </p:spPr>
        <p:txBody>
          <a:bodyPr wrap="square" lIns="0" tIns="0" rIns="0" bIns="0" rtlCol="0"/>
          <a:lstStyle/>
          <a:p>
            <a:endParaRPr/>
          </a:p>
        </p:txBody>
      </p:sp>
      <p:sp>
        <p:nvSpPr>
          <p:cNvPr id="19" name="object 19"/>
          <p:cNvSpPr/>
          <p:nvPr/>
        </p:nvSpPr>
        <p:spPr>
          <a:xfrm>
            <a:off x="7586345" y="802640"/>
            <a:ext cx="0" cy="6055360"/>
          </a:xfrm>
          <a:custGeom>
            <a:avLst/>
            <a:gdLst/>
            <a:ahLst/>
            <a:cxnLst/>
            <a:rect l="l" t="t" r="r" b="b"/>
            <a:pathLst>
              <a:path h="6055359">
                <a:moveTo>
                  <a:pt x="0" y="0"/>
                </a:moveTo>
                <a:lnTo>
                  <a:pt x="0" y="6055356"/>
                </a:lnTo>
              </a:path>
            </a:pathLst>
          </a:custGeom>
          <a:ln w="12700">
            <a:solidFill>
              <a:srgbClr val="FFFFFF"/>
            </a:solidFill>
          </a:ln>
        </p:spPr>
        <p:txBody>
          <a:bodyPr wrap="square" lIns="0" tIns="0" rIns="0" bIns="0" rtlCol="0"/>
          <a:lstStyle/>
          <a:p>
            <a:endParaRPr/>
          </a:p>
        </p:txBody>
      </p:sp>
      <p:sp>
        <p:nvSpPr>
          <p:cNvPr id="20" name="object 20"/>
          <p:cNvSpPr/>
          <p:nvPr/>
        </p:nvSpPr>
        <p:spPr>
          <a:xfrm>
            <a:off x="1524000" y="783590"/>
            <a:ext cx="9144000" cy="0"/>
          </a:xfrm>
          <a:custGeom>
            <a:avLst/>
            <a:gdLst/>
            <a:ahLst/>
            <a:cxnLst/>
            <a:rect l="l" t="t" r="r" b="b"/>
            <a:pathLst>
              <a:path w="9144000">
                <a:moveTo>
                  <a:pt x="0" y="0"/>
                </a:moveTo>
                <a:lnTo>
                  <a:pt x="9143999" y="0"/>
                </a:lnTo>
              </a:path>
            </a:pathLst>
          </a:custGeom>
          <a:ln w="38100">
            <a:solidFill>
              <a:srgbClr val="FFFFFF"/>
            </a:solidFill>
          </a:ln>
        </p:spPr>
        <p:txBody>
          <a:bodyPr wrap="square" lIns="0" tIns="0" rIns="0" bIns="0" rtlCol="0"/>
          <a:lstStyle/>
          <a:p>
            <a:endParaRPr/>
          </a:p>
        </p:txBody>
      </p:sp>
      <p:sp>
        <p:nvSpPr>
          <p:cNvPr id="21" name="object 21"/>
          <p:cNvSpPr/>
          <p:nvPr/>
        </p:nvSpPr>
        <p:spPr>
          <a:xfrm>
            <a:off x="1524000" y="2808351"/>
            <a:ext cx="9144000" cy="0"/>
          </a:xfrm>
          <a:custGeom>
            <a:avLst/>
            <a:gdLst/>
            <a:ahLst/>
            <a:cxnLst/>
            <a:rect l="l" t="t" r="r" b="b"/>
            <a:pathLst>
              <a:path w="9144000">
                <a:moveTo>
                  <a:pt x="0" y="0"/>
                </a:moveTo>
                <a:lnTo>
                  <a:pt x="9143999" y="0"/>
                </a:lnTo>
              </a:path>
            </a:pathLst>
          </a:custGeom>
          <a:ln w="12700">
            <a:solidFill>
              <a:srgbClr val="FFFFFF"/>
            </a:solidFill>
          </a:ln>
        </p:spPr>
        <p:txBody>
          <a:bodyPr wrap="square" lIns="0" tIns="0" rIns="0" bIns="0" rtlCol="0"/>
          <a:lstStyle/>
          <a:p>
            <a:endParaRPr/>
          </a:p>
        </p:txBody>
      </p:sp>
      <p:sp>
        <p:nvSpPr>
          <p:cNvPr id="22" name="object 22"/>
          <p:cNvSpPr/>
          <p:nvPr/>
        </p:nvSpPr>
        <p:spPr>
          <a:xfrm>
            <a:off x="1524000" y="5094351"/>
            <a:ext cx="9144000" cy="0"/>
          </a:xfrm>
          <a:custGeom>
            <a:avLst/>
            <a:gdLst/>
            <a:ahLst/>
            <a:cxnLst/>
            <a:rect l="l" t="t" r="r" b="b"/>
            <a:pathLst>
              <a:path w="9144000">
                <a:moveTo>
                  <a:pt x="0" y="0"/>
                </a:moveTo>
                <a:lnTo>
                  <a:pt x="9143999" y="0"/>
                </a:lnTo>
              </a:path>
            </a:pathLst>
          </a:custGeom>
          <a:ln w="12700">
            <a:solidFill>
              <a:srgbClr val="FFFFFF"/>
            </a:solidFill>
          </a:ln>
        </p:spPr>
        <p:txBody>
          <a:bodyPr wrap="square" lIns="0" tIns="0" rIns="0" bIns="0" rtlCol="0"/>
          <a:lstStyle/>
          <a:p>
            <a:endParaRPr/>
          </a:p>
        </p:txBody>
      </p:sp>
      <p:sp>
        <p:nvSpPr>
          <p:cNvPr id="23" name="object 23"/>
          <p:cNvSpPr/>
          <p:nvPr/>
        </p:nvSpPr>
        <p:spPr>
          <a:xfrm>
            <a:off x="1524000" y="44576"/>
            <a:ext cx="9144000" cy="0"/>
          </a:xfrm>
          <a:custGeom>
            <a:avLst/>
            <a:gdLst/>
            <a:ahLst/>
            <a:cxnLst/>
            <a:rect l="l" t="t" r="r" b="b"/>
            <a:pathLst>
              <a:path w="9144000">
                <a:moveTo>
                  <a:pt x="0" y="0"/>
                </a:moveTo>
                <a:lnTo>
                  <a:pt x="9143999" y="0"/>
                </a:lnTo>
              </a:path>
            </a:pathLst>
          </a:custGeom>
          <a:ln w="12700">
            <a:solidFill>
              <a:srgbClr val="FFFFFF"/>
            </a:solidFill>
          </a:ln>
        </p:spPr>
        <p:txBody>
          <a:bodyPr wrap="square" lIns="0" tIns="0" rIns="0" bIns="0" rtlCol="0"/>
          <a:lstStyle/>
          <a:p>
            <a:endParaRPr/>
          </a:p>
        </p:txBody>
      </p:sp>
      <p:sp>
        <p:nvSpPr>
          <p:cNvPr id="24" name="object 24"/>
          <p:cNvSpPr txBox="1"/>
          <p:nvPr/>
        </p:nvSpPr>
        <p:spPr>
          <a:xfrm>
            <a:off x="1577441" y="62610"/>
            <a:ext cx="1859914" cy="299720"/>
          </a:xfrm>
          <a:prstGeom prst="rect">
            <a:avLst/>
          </a:prstGeom>
        </p:spPr>
        <p:txBody>
          <a:bodyPr vert="horz" wrap="square" lIns="0" tIns="12700" rIns="0" bIns="0" rtlCol="0">
            <a:spAutoFit/>
          </a:bodyPr>
          <a:lstStyle/>
          <a:p>
            <a:pPr marL="12700">
              <a:spcBef>
                <a:spcPts val="100"/>
              </a:spcBef>
            </a:pPr>
            <a:r>
              <a:rPr b="1" dirty="0">
                <a:solidFill>
                  <a:srgbClr val="FFFFFF"/>
                </a:solidFill>
                <a:latin typeface="Times New Roman"/>
                <a:cs typeface="Times New Roman"/>
              </a:rPr>
              <a:t>1956</a:t>
            </a:r>
            <a:r>
              <a:rPr b="1" spc="-90" dirty="0">
                <a:solidFill>
                  <a:srgbClr val="FFFFFF"/>
                </a:solidFill>
                <a:latin typeface="Times New Roman"/>
                <a:cs typeface="Times New Roman"/>
              </a:rPr>
              <a:t> </a:t>
            </a:r>
            <a:r>
              <a:rPr b="1" spc="65" dirty="0">
                <a:solidFill>
                  <a:srgbClr val="FFFFFF"/>
                </a:solidFill>
                <a:latin typeface="Times New Roman"/>
                <a:cs typeface="Times New Roman"/>
              </a:rPr>
              <a:t>Constitution</a:t>
            </a:r>
            <a:endParaRPr>
              <a:latin typeface="Times New Roman"/>
              <a:cs typeface="Times New Roman"/>
            </a:endParaRPr>
          </a:p>
        </p:txBody>
      </p:sp>
      <p:sp>
        <p:nvSpPr>
          <p:cNvPr id="25" name="object 25"/>
          <p:cNvSpPr txBox="1"/>
          <p:nvPr/>
        </p:nvSpPr>
        <p:spPr>
          <a:xfrm>
            <a:off x="4621783" y="62610"/>
            <a:ext cx="1859914" cy="299720"/>
          </a:xfrm>
          <a:prstGeom prst="rect">
            <a:avLst/>
          </a:prstGeom>
        </p:spPr>
        <p:txBody>
          <a:bodyPr vert="horz" wrap="square" lIns="0" tIns="12700" rIns="0" bIns="0" rtlCol="0">
            <a:spAutoFit/>
          </a:bodyPr>
          <a:lstStyle/>
          <a:p>
            <a:pPr marL="12700">
              <a:spcBef>
                <a:spcPts val="100"/>
              </a:spcBef>
            </a:pPr>
            <a:r>
              <a:rPr b="1" dirty="0">
                <a:solidFill>
                  <a:srgbClr val="FFFFFF"/>
                </a:solidFill>
                <a:latin typeface="Times New Roman"/>
                <a:cs typeface="Times New Roman"/>
              </a:rPr>
              <a:t>1962</a:t>
            </a:r>
            <a:r>
              <a:rPr b="1" spc="-90" dirty="0">
                <a:solidFill>
                  <a:srgbClr val="FFFFFF"/>
                </a:solidFill>
                <a:latin typeface="Times New Roman"/>
                <a:cs typeface="Times New Roman"/>
              </a:rPr>
              <a:t> </a:t>
            </a:r>
            <a:r>
              <a:rPr b="1" spc="65" dirty="0">
                <a:solidFill>
                  <a:srgbClr val="FFFFFF"/>
                </a:solidFill>
                <a:latin typeface="Times New Roman"/>
                <a:cs typeface="Times New Roman"/>
              </a:rPr>
              <a:t>Constitution</a:t>
            </a:r>
            <a:endParaRPr>
              <a:latin typeface="Times New Roman"/>
              <a:cs typeface="Times New Roman"/>
            </a:endParaRPr>
          </a:p>
        </p:txBody>
      </p:sp>
      <p:sp>
        <p:nvSpPr>
          <p:cNvPr id="26" name="object 26"/>
          <p:cNvSpPr txBox="1">
            <a:spLocks noGrp="1"/>
          </p:cNvSpPr>
          <p:nvPr>
            <p:ph type="title"/>
          </p:nvPr>
        </p:nvSpPr>
        <p:spPr>
          <a:xfrm>
            <a:off x="7665847" y="62610"/>
            <a:ext cx="1863089" cy="299720"/>
          </a:xfrm>
          <a:prstGeom prst="rect">
            <a:avLst/>
          </a:prstGeom>
        </p:spPr>
        <p:txBody>
          <a:bodyPr vert="horz" wrap="square" lIns="0" tIns="12700" rIns="0" bIns="0" rtlCol="0" anchor="t">
            <a:spAutoFit/>
          </a:bodyPr>
          <a:lstStyle/>
          <a:p>
            <a:pPr marL="12700">
              <a:spcBef>
                <a:spcPts val="100"/>
              </a:spcBef>
            </a:pPr>
            <a:r>
              <a:rPr sz="1800" b="1" dirty="0">
                <a:solidFill>
                  <a:srgbClr val="FFFFFF"/>
                </a:solidFill>
                <a:latin typeface="Times New Roman"/>
                <a:cs typeface="Times New Roman"/>
              </a:rPr>
              <a:t>1973</a:t>
            </a:r>
            <a:r>
              <a:rPr sz="1800" b="1" spc="-75" dirty="0">
                <a:solidFill>
                  <a:srgbClr val="FFFFFF"/>
                </a:solidFill>
                <a:latin typeface="Times New Roman"/>
                <a:cs typeface="Times New Roman"/>
              </a:rPr>
              <a:t> </a:t>
            </a:r>
            <a:r>
              <a:rPr sz="1800" b="1" spc="65" dirty="0">
                <a:solidFill>
                  <a:srgbClr val="FFFFFF"/>
                </a:solidFill>
                <a:latin typeface="Times New Roman"/>
                <a:cs typeface="Times New Roman"/>
              </a:rPr>
              <a:t>Constitution</a:t>
            </a:r>
            <a:endParaRPr sz="1800">
              <a:latin typeface="Times New Roman"/>
              <a:cs typeface="Times New Roman"/>
            </a:endParaRPr>
          </a:p>
        </p:txBody>
      </p:sp>
      <p:sp>
        <p:nvSpPr>
          <p:cNvPr id="27" name="object 27"/>
          <p:cNvSpPr txBox="1"/>
          <p:nvPr/>
        </p:nvSpPr>
        <p:spPr>
          <a:xfrm>
            <a:off x="1577441" y="801751"/>
            <a:ext cx="2801620" cy="589905"/>
          </a:xfrm>
          <a:prstGeom prst="rect">
            <a:avLst/>
          </a:prstGeom>
        </p:spPr>
        <p:txBody>
          <a:bodyPr vert="horz" wrap="square" lIns="0" tIns="12700" rIns="0" bIns="0" rtlCol="0">
            <a:spAutoFit/>
          </a:bodyPr>
          <a:lstStyle/>
          <a:p>
            <a:pPr marL="12700">
              <a:lnSpc>
                <a:spcPts val="2155"/>
              </a:lnSpc>
              <a:spcBef>
                <a:spcPts val="100"/>
              </a:spcBef>
            </a:pPr>
            <a:r>
              <a:rPr b="1" spc="50" dirty="0">
                <a:latin typeface="Times New Roman"/>
                <a:cs typeface="Times New Roman"/>
              </a:rPr>
              <a:t>Islamic</a:t>
            </a:r>
            <a:r>
              <a:rPr b="1" spc="-10" dirty="0">
                <a:latin typeface="Times New Roman"/>
                <a:cs typeface="Times New Roman"/>
              </a:rPr>
              <a:t> </a:t>
            </a:r>
            <a:r>
              <a:rPr b="1" spc="45" dirty="0">
                <a:latin typeface="Times New Roman"/>
                <a:cs typeface="Times New Roman"/>
              </a:rPr>
              <a:t>Institutions:</a:t>
            </a:r>
            <a:endParaRPr dirty="0">
              <a:latin typeface="Times New Roman"/>
              <a:cs typeface="Times New Roman"/>
            </a:endParaRPr>
          </a:p>
          <a:p>
            <a:pPr marL="12700" marR="5080">
              <a:lnSpc>
                <a:spcPts val="2160"/>
              </a:lnSpc>
              <a:spcBef>
                <a:spcPts val="65"/>
              </a:spcBef>
            </a:pPr>
            <a:r>
              <a:rPr lang="en-US" spc="75" dirty="0" smtClean="0">
                <a:latin typeface="Times New Roman"/>
                <a:cs typeface="Times New Roman"/>
              </a:rPr>
              <a:t>No </a:t>
            </a:r>
            <a:endParaRPr dirty="0">
              <a:latin typeface="Times New Roman"/>
              <a:cs typeface="Times New Roman"/>
            </a:endParaRPr>
          </a:p>
        </p:txBody>
      </p:sp>
      <p:sp>
        <p:nvSpPr>
          <p:cNvPr id="28" name="object 28"/>
          <p:cNvSpPr txBox="1"/>
          <p:nvPr/>
        </p:nvSpPr>
        <p:spPr>
          <a:xfrm>
            <a:off x="4621784" y="800228"/>
            <a:ext cx="2743835" cy="566822"/>
          </a:xfrm>
          <a:prstGeom prst="rect">
            <a:avLst/>
          </a:prstGeom>
        </p:spPr>
        <p:txBody>
          <a:bodyPr vert="horz" wrap="square" lIns="0" tIns="12700" rIns="0" bIns="0" rtlCol="0">
            <a:spAutoFit/>
          </a:bodyPr>
          <a:lstStyle/>
          <a:p>
            <a:pPr marL="12700" marR="5080">
              <a:spcBef>
                <a:spcPts val="100"/>
              </a:spcBef>
            </a:pPr>
            <a:r>
              <a:rPr lang="en-US" spc="85" dirty="0" smtClean="0">
                <a:latin typeface="Times New Roman"/>
                <a:cs typeface="Times New Roman"/>
              </a:rPr>
              <a:t>Islamic Ideological Council</a:t>
            </a:r>
            <a:endParaRPr dirty="0">
              <a:latin typeface="Times New Roman"/>
              <a:cs typeface="Times New Roman"/>
            </a:endParaRPr>
          </a:p>
        </p:txBody>
      </p:sp>
      <p:sp>
        <p:nvSpPr>
          <p:cNvPr id="29" name="object 29"/>
          <p:cNvSpPr txBox="1"/>
          <p:nvPr/>
        </p:nvSpPr>
        <p:spPr>
          <a:xfrm>
            <a:off x="7665847" y="800227"/>
            <a:ext cx="2146935" cy="574040"/>
          </a:xfrm>
          <a:prstGeom prst="rect">
            <a:avLst/>
          </a:prstGeom>
        </p:spPr>
        <p:txBody>
          <a:bodyPr vert="horz" wrap="square" lIns="0" tIns="12700" rIns="0" bIns="0" rtlCol="0">
            <a:spAutoFit/>
          </a:bodyPr>
          <a:lstStyle/>
          <a:p>
            <a:pPr marL="299085" marR="5080" indent="-286385">
              <a:spcBef>
                <a:spcPts val="100"/>
              </a:spcBef>
              <a:buFont typeface="Arial"/>
              <a:buChar char="•"/>
              <a:tabLst>
                <a:tab pos="299085" algn="l"/>
                <a:tab pos="299720" algn="l"/>
              </a:tabLst>
            </a:pPr>
            <a:r>
              <a:rPr spc="70" dirty="0">
                <a:latin typeface="Times New Roman"/>
                <a:cs typeface="Times New Roman"/>
              </a:rPr>
              <a:t>Council </a:t>
            </a:r>
            <a:r>
              <a:rPr spc="40" dirty="0">
                <a:latin typeface="Times New Roman"/>
                <a:cs typeface="Times New Roman"/>
              </a:rPr>
              <a:t>of</a:t>
            </a:r>
            <a:r>
              <a:rPr spc="-100" dirty="0">
                <a:latin typeface="Times New Roman"/>
                <a:cs typeface="Times New Roman"/>
              </a:rPr>
              <a:t> </a:t>
            </a:r>
            <a:r>
              <a:rPr spc="55" dirty="0">
                <a:latin typeface="Times New Roman"/>
                <a:cs typeface="Times New Roman"/>
              </a:rPr>
              <a:t>Islamic  </a:t>
            </a:r>
            <a:r>
              <a:rPr spc="80" dirty="0">
                <a:latin typeface="Times New Roman"/>
                <a:cs typeface="Times New Roman"/>
              </a:rPr>
              <a:t>Ideology</a:t>
            </a:r>
            <a:endParaRPr dirty="0">
              <a:latin typeface="Times New Roman"/>
              <a:cs typeface="Times New Roman"/>
            </a:endParaRPr>
          </a:p>
        </p:txBody>
      </p:sp>
      <p:sp>
        <p:nvSpPr>
          <p:cNvPr id="31" name="object 31"/>
          <p:cNvSpPr txBox="1"/>
          <p:nvPr/>
        </p:nvSpPr>
        <p:spPr>
          <a:xfrm>
            <a:off x="1577441" y="2826766"/>
            <a:ext cx="2641600" cy="589905"/>
          </a:xfrm>
          <a:prstGeom prst="rect">
            <a:avLst/>
          </a:prstGeom>
        </p:spPr>
        <p:txBody>
          <a:bodyPr vert="horz" wrap="square" lIns="0" tIns="12700" rIns="0" bIns="0" rtlCol="0">
            <a:spAutoFit/>
          </a:bodyPr>
          <a:lstStyle/>
          <a:p>
            <a:pPr marL="12700">
              <a:lnSpc>
                <a:spcPts val="2155"/>
              </a:lnSpc>
              <a:spcBef>
                <a:spcPts val="100"/>
              </a:spcBef>
            </a:pPr>
            <a:r>
              <a:rPr b="1" spc="40" dirty="0">
                <a:latin typeface="Times New Roman"/>
                <a:cs typeface="Times New Roman"/>
              </a:rPr>
              <a:t>Executive</a:t>
            </a:r>
            <a:r>
              <a:rPr b="1" spc="-20" dirty="0">
                <a:latin typeface="Times New Roman"/>
                <a:cs typeface="Times New Roman"/>
              </a:rPr>
              <a:t> </a:t>
            </a:r>
            <a:r>
              <a:rPr b="1" spc="35" dirty="0">
                <a:latin typeface="Times New Roman"/>
                <a:cs typeface="Times New Roman"/>
              </a:rPr>
              <a:t>Powers:</a:t>
            </a:r>
            <a:endParaRPr dirty="0">
              <a:latin typeface="Times New Roman"/>
              <a:cs typeface="Times New Roman"/>
            </a:endParaRPr>
          </a:p>
          <a:p>
            <a:pPr marL="12700" marR="5080">
              <a:lnSpc>
                <a:spcPts val="2160"/>
              </a:lnSpc>
              <a:spcBef>
                <a:spcPts val="65"/>
              </a:spcBef>
            </a:pPr>
            <a:r>
              <a:rPr lang="en-US" spc="80" dirty="0" smtClean="0">
                <a:latin typeface="Times New Roman"/>
                <a:cs typeface="Times New Roman"/>
              </a:rPr>
              <a:t>Vested in PM </a:t>
            </a:r>
            <a:endParaRPr dirty="0">
              <a:latin typeface="Times New Roman"/>
              <a:cs typeface="Times New Roman"/>
            </a:endParaRPr>
          </a:p>
        </p:txBody>
      </p:sp>
      <p:sp>
        <p:nvSpPr>
          <p:cNvPr id="32" name="object 32"/>
          <p:cNvSpPr txBox="1"/>
          <p:nvPr/>
        </p:nvSpPr>
        <p:spPr>
          <a:xfrm>
            <a:off x="4621784" y="2825242"/>
            <a:ext cx="2540635" cy="294953"/>
          </a:xfrm>
          <a:prstGeom prst="rect">
            <a:avLst/>
          </a:prstGeom>
        </p:spPr>
        <p:txBody>
          <a:bodyPr vert="horz" wrap="square" lIns="0" tIns="12700" rIns="0" bIns="0" rtlCol="0">
            <a:spAutoFit/>
          </a:bodyPr>
          <a:lstStyle/>
          <a:p>
            <a:pPr marL="12700" marR="5080">
              <a:lnSpc>
                <a:spcPts val="2160"/>
              </a:lnSpc>
              <a:spcBef>
                <a:spcPts val="65"/>
              </a:spcBef>
            </a:pPr>
            <a:r>
              <a:rPr lang="en-US" spc="80" dirty="0">
                <a:latin typeface="Times New Roman"/>
                <a:cs typeface="Times New Roman"/>
              </a:rPr>
              <a:t>Vested in </a:t>
            </a:r>
            <a:r>
              <a:rPr lang="en-US" spc="80" dirty="0" smtClean="0">
                <a:latin typeface="Times New Roman"/>
                <a:cs typeface="Times New Roman"/>
              </a:rPr>
              <a:t>President</a:t>
            </a:r>
            <a:endParaRPr lang="en-US" dirty="0">
              <a:latin typeface="Times New Roman"/>
              <a:cs typeface="Times New Roman"/>
            </a:endParaRPr>
          </a:p>
        </p:txBody>
      </p:sp>
      <p:sp>
        <p:nvSpPr>
          <p:cNvPr id="34" name="object 34"/>
          <p:cNvSpPr txBox="1"/>
          <p:nvPr/>
        </p:nvSpPr>
        <p:spPr>
          <a:xfrm>
            <a:off x="7692516" y="2980926"/>
            <a:ext cx="2903220" cy="278538"/>
          </a:xfrm>
          <a:prstGeom prst="rect">
            <a:avLst/>
          </a:prstGeom>
        </p:spPr>
        <p:txBody>
          <a:bodyPr vert="horz" wrap="square" lIns="0" tIns="12700" rIns="0" bIns="0" rtlCol="0">
            <a:spAutoFit/>
          </a:bodyPr>
          <a:lstStyle/>
          <a:p>
            <a:pPr marL="12700" marR="5080">
              <a:lnSpc>
                <a:spcPts val="2160"/>
              </a:lnSpc>
              <a:spcBef>
                <a:spcPts val="65"/>
              </a:spcBef>
            </a:pPr>
            <a:r>
              <a:rPr lang="en-US" spc="80" dirty="0">
                <a:latin typeface="Times New Roman"/>
                <a:cs typeface="Times New Roman"/>
              </a:rPr>
              <a:t>Vested in PM </a:t>
            </a:r>
            <a:endParaRPr lang="en-US" dirty="0">
              <a:latin typeface="Times New Roman"/>
              <a:cs typeface="Times New Roman"/>
            </a:endParaRPr>
          </a:p>
        </p:txBody>
      </p:sp>
      <p:sp>
        <p:nvSpPr>
          <p:cNvPr id="35" name="object 35"/>
          <p:cNvSpPr txBox="1"/>
          <p:nvPr/>
        </p:nvSpPr>
        <p:spPr>
          <a:xfrm>
            <a:off x="1577441" y="5113147"/>
            <a:ext cx="2654300" cy="843821"/>
          </a:xfrm>
          <a:prstGeom prst="rect">
            <a:avLst/>
          </a:prstGeom>
        </p:spPr>
        <p:txBody>
          <a:bodyPr vert="horz" wrap="square" lIns="0" tIns="12700" rIns="0" bIns="0" rtlCol="0">
            <a:spAutoFit/>
          </a:bodyPr>
          <a:lstStyle/>
          <a:p>
            <a:pPr marL="12700" marR="5080">
              <a:spcBef>
                <a:spcPts val="100"/>
              </a:spcBef>
            </a:pPr>
            <a:r>
              <a:rPr lang="en-US" b="1" spc="25" dirty="0" smtClean="0">
                <a:latin typeface="Times New Roman"/>
                <a:cs typeface="Times New Roman"/>
              </a:rPr>
              <a:t>Safeguard of the Constitution</a:t>
            </a:r>
            <a:r>
              <a:rPr b="1" spc="35" dirty="0" smtClean="0">
                <a:latin typeface="Times New Roman"/>
                <a:cs typeface="Times New Roman"/>
              </a:rPr>
              <a:t>:  </a:t>
            </a:r>
            <a:r>
              <a:rPr lang="en-US" spc="85" dirty="0" smtClean="0">
                <a:latin typeface="Times New Roman"/>
                <a:cs typeface="Times New Roman"/>
              </a:rPr>
              <a:t>No safeguard</a:t>
            </a:r>
            <a:endParaRPr dirty="0">
              <a:latin typeface="Times New Roman"/>
              <a:cs typeface="Times New Roman"/>
            </a:endParaRPr>
          </a:p>
        </p:txBody>
      </p:sp>
      <p:sp>
        <p:nvSpPr>
          <p:cNvPr id="36" name="object 36"/>
          <p:cNvSpPr txBox="1"/>
          <p:nvPr/>
        </p:nvSpPr>
        <p:spPr>
          <a:xfrm>
            <a:off x="4621784" y="5111623"/>
            <a:ext cx="2540635" cy="289823"/>
          </a:xfrm>
          <a:prstGeom prst="rect">
            <a:avLst/>
          </a:prstGeom>
        </p:spPr>
        <p:txBody>
          <a:bodyPr vert="horz" wrap="square" lIns="0" tIns="12700" rIns="0" bIns="0" rtlCol="0">
            <a:spAutoFit/>
          </a:bodyPr>
          <a:lstStyle/>
          <a:p>
            <a:pPr marL="12700" marR="5080">
              <a:spcBef>
                <a:spcPts val="100"/>
              </a:spcBef>
            </a:pPr>
            <a:r>
              <a:rPr lang="en-US" spc="85" dirty="0">
                <a:latin typeface="Times New Roman"/>
                <a:cs typeface="Times New Roman"/>
              </a:rPr>
              <a:t>No safeguard</a:t>
            </a:r>
            <a:endParaRPr lang="en-US" dirty="0">
              <a:latin typeface="Times New Roman"/>
              <a:cs typeface="Times New Roman"/>
            </a:endParaRPr>
          </a:p>
        </p:txBody>
      </p:sp>
      <p:sp>
        <p:nvSpPr>
          <p:cNvPr id="37" name="object 37"/>
          <p:cNvSpPr txBox="1"/>
          <p:nvPr/>
        </p:nvSpPr>
        <p:spPr>
          <a:xfrm>
            <a:off x="7665846" y="5120767"/>
            <a:ext cx="2921000" cy="290272"/>
          </a:xfrm>
          <a:prstGeom prst="rect">
            <a:avLst/>
          </a:prstGeom>
        </p:spPr>
        <p:txBody>
          <a:bodyPr vert="horz" wrap="square" lIns="0" tIns="15875" rIns="0" bIns="0" rtlCol="0">
            <a:spAutoFit/>
          </a:bodyPr>
          <a:lstStyle/>
          <a:p>
            <a:pPr marL="12700" marR="5080">
              <a:lnSpc>
                <a:spcPct val="98700"/>
              </a:lnSpc>
              <a:spcBef>
                <a:spcPts val="125"/>
              </a:spcBef>
              <a:tabLst>
                <a:tab pos="299085" algn="l"/>
                <a:tab pos="299720" algn="l"/>
              </a:tabLst>
            </a:pPr>
            <a:r>
              <a:rPr lang="en-US" spc="-45" dirty="0" smtClean="0">
                <a:latin typeface="Times New Roman"/>
                <a:cs typeface="Times New Roman"/>
              </a:rPr>
              <a:t>Yes Safeguard</a:t>
            </a:r>
            <a:endParaRPr dirty="0">
              <a:latin typeface="Times New Roman"/>
              <a:cs typeface="Times New Roman"/>
            </a:endParaRP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3000">
        <p15:prstTrans prst="peelOff"/>
      </p:transition>
    </mc:Choice>
    <mc:Fallback xmlns="">
      <p:transition spd="slow">
        <p:fade/>
      </p:transition>
    </mc:Fallback>
  </mc:AlternateContent>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1524000" y="0"/>
            <a:ext cx="9144000" cy="6858000"/>
          </a:xfrm>
          <a:prstGeom prst="rect">
            <a:avLst/>
          </a:prstGeom>
          <a:blipFill>
            <a:blip r:embed="rId2" cstate="print"/>
            <a:stretch>
              <a:fillRect/>
            </a:stretch>
          </a:blipFill>
        </p:spPr>
        <p:txBody>
          <a:bodyPr wrap="square" lIns="0" tIns="0" rIns="0" bIns="0" rtlCol="0"/>
          <a:lstStyle/>
          <a:p>
            <a:endParaRPr/>
          </a:p>
        </p:txBody>
      </p:sp>
      <p:sp>
        <p:nvSpPr>
          <p:cNvPr id="3" name="object 3"/>
          <p:cNvSpPr txBox="1"/>
          <p:nvPr/>
        </p:nvSpPr>
        <p:spPr>
          <a:xfrm>
            <a:off x="5763133" y="1487907"/>
            <a:ext cx="685800" cy="761365"/>
          </a:xfrm>
          <a:prstGeom prst="rect">
            <a:avLst/>
          </a:prstGeom>
        </p:spPr>
        <p:txBody>
          <a:bodyPr vert="horz" wrap="square" lIns="0" tIns="0" rIns="0" bIns="0" rtlCol="0">
            <a:spAutoFit/>
          </a:bodyPr>
          <a:lstStyle/>
          <a:p>
            <a:pPr>
              <a:lnSpc>
                <a:spcPts val="5935"/>
              </a:lnSpc>
            </a:pPr>
            <a:r>
              <a:rPr sz="5400" spc="9385" dirty="0">
                <a:solidFill>
                  <a:srgbClr val="DBA354"/>
                </a:solidFill>
                <a:latin typeface="Wingdings"/>
                <a:cs typeface="Wingdings"/>
              </a:rPr>
              <a:t></a:t>
            </a:r>
            <a:endParaRPr sz="5400">
              <a:latin typeface="Wingdings"/>
              <a:cs typeface="Wingdings"/>
            </a:endParaRPr>
          </a:p>
        </p:txBody>
      </p:sp>
      <p:sp>
        <p:nvSpPr>
          <p:cNvPr id="4" name="object 4"/>
          <p:cNvSpPr/>
          <p:nvPr/>
        </p:nvSpPr>
        <p:spPr>
          <a:xfrm>
            <a:off x="1524000" y="44627"/>
            <a:ext cx="3018790" cy="720090"/>
          </a:xfrm>
          <a:custGeom>
            <a:avLst/>
            <a:gdLst/>
            <a:ahLst/>
            <a:cxnLst/>
            <a:rect l="l" t="t" r="r" b="b"/>
            <a:pathLst>
              <a:path w="3018790" h="720090">
                <a:moveTo>
                  <a:pt x="0" y="719912"/>
                </a:moveTo>
                <a:lnTo>
                  <a:pt x="3018478" y="719912"/>
                </a:lnTo>
                <a:lnTo>
                  <a:pt x="3018478" y="0"/>
                </a:lnTo>
                <a:lnTo>
                  <a:pt x="0" y="0"/>
                </a:lnTo>
                <a:lnTo>
                  <a:pt x="0" y="719912"/>
                </a:lnTo>
                <a:close/>
              </a:path>
            </a:pathLst>
          </a:custGeom>
          <a:solidFill>
            <a:srgbClr val="863623"/>
          </a:solidFill>
        </p:spPr>
        <p:txBody>
          <a:bodyPr wrap="square" lIns="0" tIns="0" rIns="0" bIns="0" rtlCol="0"/>
          <a:lstStyle/>
          <a:p>
            <a:endParaRPr/>
          </a:p>
        </p:txBody>
      </p:sp>
      <p:sp>
        <p:nvSpPr>
          <p:cNvPr id="5" name="object 5"/>
          <p:cNvSpPr/>
          <p:nvPr/>
        </p:nvSpPr>
        <p:spPr>
          <a:xfrm>
            <a:off x="4542535" y="44627"/>
            <a:ext cx="3044190" cy="720090"/>
          </a:xfrm>
          <a:custGeom>
            <a:avLst/>
            <a:gdLst/>
            <a:ahLst/>
            <a:cxnLst/>
            <a:rect l="l" t="t" r="r" b="b"/>
            <a:pathLst>
              <a:path w="3044190" h="720090">
                <a:moveTo>
                  <a:pt x="0" y="719912"/>
                </a:moveTo>
                <a:lnTo>
                  <a:pt x="3043809" y="719912"/>
                </a:lnTo>
                <a:lnTo>
                  <a:pt x="3043809" y="0"/>
                </a:lnTo>
                <a:lnTo>
                  <a:pt x="0" y="0"/>
                </a:lnTo>
                <a:lnTo>
                  <a:pt x="0" y="719912"/>
                </a:lnTo>
                <a:close/>
              </a:path>
            </a:pathLst>
          </a:custGeom>
          <a:solidFill>
            <a:srgbClr val="863623"/>
          </a:solidFill>
        </p:spPr>
        <p:txBody>
          <a:bodyPr wrap="square" lIns="0" tIns="0" rIns="0" bIns="0" rtlCol="0"/>
          <a:lstStyle/>
          <a:p>
            <a:endParaRPr/>
          </a:p>
        </p:txBody>
      </p:sp>
      <p:sp>
        <p:nvSpPr>
          <p:cNvPr id="6" name="object 6"/>
          <p:cNvSpPr/>
          <p:nvPr/>
        </p:nvSpPr>
        <p:spPr>
          <a:xfrm>
            <a:off x="7586346" y="44627"/>
            <a:ext cx="3081655" cy="720090"/>
          </a:xfrm>
          <a:custGeom>
            <a:avLst/>
            <a:gdLst/>
            <a:ahLst/>
            <a:cxnLst/>
            <a:rect l="l" t="t" r="r" b="b"/>
            <a:pathLst>
              <a:path w="3081654" h="720090">
                <a:moveTo>
                  <a:pt x="0" y="719912"/>
                </a:moveTo>
                <a:lnTo>
                  <a:pt x="3081654" y="719912"/>
                </a:lnTo>
                <a:lnTo>
                  <a:pt x="3081654" y="0"/>
                </a:lnTo>
                <a:lnTo>
                  <a:pt x="0" y="0"/>
                </a:lnTo>
                <a:lnTo>
                  <a:pt x="0" y="719912"/>
                </a:lnTo>
                <a:close/>
              </a:path>
            </a:pathLst>
          </a:custGeom>
          <a:solidFill>
            <a:srgbClr val="863623"/>
          </a:solidFill>
        </p:spPr>
        <p:txBody>
          <a:bodyPr wrap="square" lIns="0" tIns="0" rIns="0" bIns="0" rtlCol="0"/>
          <a:lstStyle/>
          <a:p>
            <a:endParaRPr/>
          </a:p>
        </p:txBody>
      </p:sp>
      <p:sp>
        <p:nvSpPr>
          <p:cNvPr id="7" name="object 7"/>
          <p:cNvSpPr/>
          <p:nvPr/>
        </p:nvSpPr>
        <p:spPr>
          <a:xfrm>
            <a:off x="1524000" y="802640"/>
            <a:ext cx="3018790" cy="2005964"/>
          </a:xfrm>
          <a:custGeom>
            <a:avLst/>
            <a:gdLst/>
            <a:ahLst/>
            <a:cxnLst/>
            <a:rect l="l" t="t" r="r" b="b"/>
            <a:pathLst>
              <a:path w="3018790" h="2005964">
                <a:moveTo>
                  <a:pt x="0" y="2005711"/>
                </a:moveTo>
                <a:lnTo>
                  <a:pt x="3018478" y="2005711"/>
                </a:lnTo>
                <a:lnTo>
                  <a:pt x="3018478" y="0"/>
                </a:lnTo>
                <a:lnTo>
                  <a:pt x="0" y="0"/>
                </a:lnTo>
                <a:lnTo>
                  <a:pt x="0" y="2005711"/>
                </a:lnTo>
                <a:close/>
              </a:path>
            </a:pathLst>
          </a:custGeom>
          <a:solidFill>
            <a:srgbClr val="D9CECC"/>
          </a:solidFill>
        </p:spPr>
        <p:txBody>
          <a:bodyPr wrap="square" lIns="0" tIns="0" rIns="0" bIns="0" rtlCol="0"/>
          <a:lstStyle/>
          <a:p>
            <a:endParaRPr/>
          </a:p>
        </p:txBody>
      </p:sp>
      <p:sp>
        <p:nvSpPr>
          <p:cNvPr id="8" name="object 8"/>
          <p:cNvSpPr/>
          <p:nvPr/>
        </p:nvSpPr>
        <p:spPr>
          <a:xfrm>
            <a:off x="4542535" y="802640"/>
            <a:ext cx="3044190" cy="2005964"/>
          </a:xfrm>
          <a:custGeom>
            <a:avLst/>
            <a:gdLst/>
            <a:ahLst/>
            <a:cxnLst/>
            <a:rect l="l" t="t" r="r" b="b"/>
            <a:pathLst>
              <a:path w="3044190" h="2005964">
                <a:moveTo>
                  <a:pt x="0" y="2005711"/>
                </a:moveTo>
                <a:lnTo>
                  <a:pt x="3043809" y="2005711"/>
                </a:lnTo>
                <a:lnTo>
                  <a:pt x="3043809" y="0"/>
                </a:lnTo>
                <a:lnTo>
                  <a:pt x="0" y="0"/>
                </a:lnTo>
                <a:lnTo>
                  <a:pt x="0" y="2005711"/>
                </a:lnTo>
                <a:close/>
              </a:path>
            </a:pathLst>
          </a:custGeom>
          <a:solidFill>
            <a:srgbClr val="D9CECC"/>
          </a:solidFill>
        </p:spPr>
        <p:txBody>
          <a:bodyPr wrap="square" lIns="0" tIns="0" rIns="0" bIns="0" rtlCol="0"/>
          <a:lstStyle/>
          <a:p>
            <a:endParaRPr/>
          </a:p>
        </p:txBody>
      </p:sp>
      <p:sp>
        <p:nvSpPr>
          <p:cNvPr id="9" name="object 9"/>
          <p:cNvSpPr/>
          <p:nvPr/>
        </p:nvSpPr>
        <p:spPr>
          <a:xfrm>
            <a:off x="7586346" y="802640"/>
            <a:ext cx="3081655" cy="2005964"/>
          </a:xfrm>
          <a:custGeom>
            <a:avLst/>
            <a:gdLst/>
            <a:ahLst/>
            <a:cxnLst/>
            <a:rect l="l" t="t" r="r" b="b"/>
            <a:pathLst>
              <a:path w="3081654" h="2005964">
                <a:moveTo>
                  <a:pt x="0" y="2005711"/>
                </a:moveTo>
                <a:lnTo>
                  <a:pt x="3081654" y="2005711"/>
                </a:lnTo>
                <a:lnTo>
                  <a:pt x="3081654" y="0"/>
                </a:lnTo>
                <a:lnTo>
                  <a:pt x="0" y="0"/>
                </a:lnTo>
                <a:lnTo>
                  <a:pt x="0" y="2005711"/>
                </a:lnTo>
                <a:close/>
              </a:path>
            </a:pathLst>
          </a:custGeom>
          <a:solidFill>
            <a:srgbClr val="D9CECC"/>
          </a:solidFill>
        </p:spPr>
        <p:txBody>
          <a:bodyPr wrap="square" lIns="0" tIns="0" rIns="0" bIns="0" rtlCol="0"/>
          <a:lstStyle/>
          <a:p>
            <a:endParaRPr/>
          </a:p>
        </p:txBody>
      </p:sp>
      <p:sp>
        <p:nvSpPr>
          <p:cNvPr id="10" name="object 10"/>
          <p:cNvSpPr/>
          <p:nvPr/>
        </p:nvSpPr>
        <p:spPr>
          <a:xfrm>
            <a:off x="1524000" y="2808351"/>
            <a:ext cx="3018790" cy="2286000"/>
          </a:xfrm>
          <a:custGeom>
            <a:avLst/>
            <a:gdLst/>
            <a:ahLst/>
            <a:cxnLst/>
            <a:rect l="l" t="t" r="r" b="b"/>
            <a:pathLst>
              <a:path w="3018790" h="2286000">
                <a:moveTo>
                  <a:pt x="0" y="2286000"/>
                </a:moveTo>
                <a:lnTo>
                  <a:pt x="3018478" y="2286000"/>
                </a:lnTo>
                <a:lnTo>
                  <a:pt x="3018478" y="0"/>
                </a:lnTo>
                <a:lnTo>
                  <a:pt x="0" y="0"/>
                </a:lnTo>
                <a:lnTo>
                  <a:pt x="0" y="2286000"/>
                </a:lnTo>
                <a:close/>
              </a:path>
            </a:pathLst>
          </a:custGeom>
          <a:solidFill>
            <a:srgbClr val="ECE8E8"/>
          </a:solidFill>
        </p:spPr>
        <p:txBody>
          <a:bodyPr wrap="square" lIns="0" tIns="0" rIns="0" bIns="0" rtlCol="0"/>
          <a:lstStyle/>
          <a:p>
            <a:endParaRPr/>
          </a:p>
        </p:txBody>
      </p:sp>
      <p:sp>
        <p:nvSpPr>
          <p:cNvPr id="11" name="object 11"/>
          <p:cNvSpPr/>
          <p:nvPr/>
        </p:nvSpPr>
        <p:spPr>
          <a:xfrm>
            <a:off x="4542535" y="2808351"/>
            <a:ext cx="3044190" cy="2286000"/>
          </a:xfrm>
          <a:custGeom>
            <a:avLst/>
            <a:gdLst/>
            <a:ahLst/>
            <a:cxnLst/>
            <a:rect l="l" t="t" r="r" b="b"/>
            <a:pathLst>
              <a:path w="3044190" h="2286000">
                <a:moveTo>
                  <a:pt x="0" y="2286000"/>
                </a:moveTo>
                <a:lnTo>
                  <a:pt x="3043809" y="2286000"/>
                </a:lnTo>
                <a:lnTo>
                  <a:pt x="3043809" y="0"/>
                </a:lnTo>
                <a:lnTo>
                  <a:pt x="0" y="0"/>
                </a:lnTo>
                <a:lnTo>
                  <a:pt x="0" y="2286000"/>
                </a:lnTo>
                <a:close/>
              </a:path>
            </a:pathLst>
          </a:custGeom>
          <a:solidFill>
            <a:srgbClr val="ECE8E8"/>
          </a:solidFill>
        </p:spPr>
        <p:txBody>
          <a:bodyPr wrap="square" lIns="0" tIns="0" rIns="0" bIns="0" rtlCol="0"/>
          <a:lstStyle/>
          <a:p>
            <a:endParaRPr/>
          </a:p>
        </p:txBody>
      </p:sp>
      <p:sp>
        <p:nvSpPr>
          <p:cNvPr id="12" name="object 12"/>
          <p:cNvSpPr/>
          <p:nvPr/>
        </p:nvSpPr>
        <p:spPr>
          <a:xfrm>
            <a:off x="7586346" y="2808351"/>
            <a:ext cx="3081655" cy="2286000"/>
          </a:xfrm>
          <a:custGeom>
            <a:avLst/>
            <a:gdLst/>
            <a:ahLst/>
            <a:cxnLst/>
            <a:rect l="l" t="t" r="r" b="b"/>
            <a:pathLst>
              <a:path w="3081654" h="2286000">
                <a:moveTo>
                  <a:pt x="0" y="2286000"/>
                </a:moveTo>
                <a:lnTo>
                  <a:pt x="3081654" y="2286000"/>
                </a:lnTo>
                <a:lnTo>
                  <a:pt x="3081654" y="0"/>
                </a:lnTo>
                <a:lnTo>
                  <a:pt x="0" y="0"/>
                </a:lnTo>
                <a:lnTo>
                  <a:pt x="0" y="2286000"/>
                </a:lnTo>
                <a:close/>
              </a:path>
            </a:pathLst>
          </a:custGeom>
          <a:solidFill>
            <a:srgbClr val="ECE8E8"/>
          </a:solidFill>
        </p:spPr>
        <p:txBody>
          <a:bodyPr wrap="square" lIns="0" tIns="0" rIns="0" bIns="0" rtlCol="0"/>
          <a:lstStyle/>
          <a:p>
            <a:endParaRPr/>
          </a:p>
        </p:txBody>
      </p:sp>
      <p:sp>
        <p:nvSpPr>
          <p:cNvPr id="13" name="object 13"/>
          <p:cNvSpPr/>
          <p:nvPr/>
        </p:nvSpPr>
        <p:spPr>
          <a:xfrm>
            <a:off x="1524000" y="5094439"/>
            <a:ext cx="3018790" cy="1764030"/>
          </a:xfrm>
          <a:custGeom>
            <a:avLst/>
            <a:gdLst/>
            <a:ahLst/>
            <a:cxnLst/>
            <a:rect l="l" t="t" r="r" b="b"/>
            <a:pathLst>
              <a:path w="3018790" h="1764029">
                <a:moveTo>
                  <a:pt x="3018478" y="1763556"/>
                </a:moveTo>
                <a:lnTo>
                  <a:pt x="3018478" y="0"/>
                </a:lnTo>
                <a:lnTo>
                  <a:pt x="0" y="0"/>
                </a:lnTo>
                <a:lnTo>
                  <a:pt x="0" y="1763556"/>
                </a:lnTo>
                <a:lnTo>
                  <a:pt x="3018478" y="1763556"/>
                </a:lnTo>
                <a:close/>
              </a:path>
            </a:pathLst>
          </a:custGeom>
          <a:solidFill>
            <a:srgbClr val="D9CECC"/>
          </a:solidFill>
        </p:spPr>
        <p:txBody>
          <a:bodyPr wrap="square" lIns="0" tIns="0" rIns="0" bIns="0" rtlCol="0"/>
          <a:lstStyle/>
          <a:p>
            <a:endParaRPr/>
          </a:p>
        </p:txBody>
      </p:sp>
      <p:sp>
        <p:nvSpPr>
          <p:cNvPr id="14" name="object 14"/>
          <p:cNvSpPr/>
          <p:nvPr/>
        </p:nvSpPr>
        <p:spPr>
          <a:xfrm>
            <a:off x="4542535" y="5094439"/>
            <a:ext cx="3044190" cy="1764030"/>
          </a:xfrm>
          <a:custGeom>
            <a:avLst/>
            <a:gdLst/>
            <a:ahLst/>
            <a:cxnLst/>
            <a:rect l="l" t="t" r="r" b="b"/>
            <a:pathLst>
              <a:path w="3044190" h="1764029">
                <a:moveTo>
                  <a:pt x="3043809" y="1763556"/>
                </a:moveTo>
                <a:lnTo>
                  <a:pt x="3043809" y="0"/>
                </a:lnTo>
                <a:lnTo>
                  <a:pt x="0" y="0"/>
                </a:lnTo>
                <a:lnTo>
                  <a:pt x="0" y="1763556"/>
                </a:lnTo>
                <a:lnTo>
                  <a:pt x="3043809" y="1763556"/>
                </a:lnTo>
                <a:close/>
              </a:path>
            </a:pathLst>
          </a:custGeom>
          <a:solidFill>
            <a:srgbClr val="D9CECC"/>
          </a:solidFill>
        </p:spPr>
        <p:txBody>
          <a:bodyPr wrap="square" lIns="0" tIns="0" rIns="0" bIns="0" rtlCol="0"/>
          <a:lstStyle/>
          <a:p>
            <a:endParaRPr/>
          </a:p>
        </p:txBody>
      </p:sp>
      <p:sp>
        <p:nvSpPr>
          <p:cNvPr id="15" name="object 15"/>
          <p:cNvSpPr/>
          <p:nvPr/>
        </p:nvSpPr>
        <p:spPr>
          <a:xfrm>
            <a:off x="7586346" y="5094439"/>
            <a:ext cx="3081655" cy="1764030"/>
          </a:xfrm>
          <a:custGeom>
            <a:avLst/>
            <a:gdLst/>
            <a:ahLst/>
            <a:cxnLst/>
            <a:rect l="l" t="t" r="r" b="b"/>
            <a:pathLst>
              <a:path w="3081654" h="1764029">
                <a:moveTo>
                  <a:pt x="3081654" y="0"/>
                </a:moveTo>
                <a:lnTo>
                  <a:pt x="0" y="0"/>
                </a:lnTo>
                <a:lnTo>
                  <a:pt x="0" y="1763556"/>
                </a:lnTo>
                <a:lnTo>
                  <a:pt x="3081654" y="1763556"/>
                </a:lnTo>
                <a:lnTo>
                  <a:pt x="3081654" y="0"/>
                </a:lnTo>
                <a:close/>
              </a:path>
            </a:pathLst>
          </a:custGeom>
          <a:solidFill>
            <a:srgbClr val="D9CECC"/>
          </a:solidFill>
        </p:spPr>
        <p:txBody>
          <a:bodyPr wrap="square" lIns="0" tIns="0" rIns="0" bIns="0" rtlCol="0"/>
          <a:lstStyle/>
          <a:p>
            <a:endParaRPr/>
          </a:p>
        </p:txBody>
      </p:sp>
      <p:sp>
        <p:nvSpPr>
          <p:cNvPr id="16" name="object 16"/>
          <p:cNvSpPr/>
          <p:nvPr/>
        </p:nvSpPr>
        <p:spPr>
          <a:xfrm>
            <a:off x="4542535" y="38226"/>
            <a:ext cx="0" cy="726440"/>
          </a:xfrm>
          <a:custGeom>
            <a:avLst/>
            <a:gdLst/>
            <a:ahLst/>
            <a:cxnLst/>
            <a:rect l="l" t="t" r="r" b="b"/>
            <a:pathLst>
              <a:path h="726440">
                <a:moveTo>
                  <a:pt x="0" y="0"/>
                </a:moveTo>
                <a:lnTo>
                  <a:pt x="0" y="726313"/>
                </a:lnTo>
              </a:path>
            </a:pathLst>
          </a:custGeom>
          <a:ln w="12700">
            <a:solidFill>
              <a:srgbClr val="FFFFFF"/>
            </a:solidFill>
          </a:ln>
        </p:spPr>
        <p:txBody>
          <a:bodyPr wrap="square" lIns="0" tIns="0" rIns="0" bIns="0" rtlCol="0"/>
          <a:lstStyle/>
          <a:p>
            <a:endParaRPr/>
          </a:p>
        </p:txBody>
      </p:sp>
      <p:sp>
        <p:nvSpPr>
          <p:cNvPr id="17" name="object 17"/>
          <p:cNvSpPr/>
          <p:nvPr/>
        </p:nvSpPr>
        <p:spPr>
          <a:xfrm>
            <a:off x="4542535" y="802640"/>
            <a:ext cx="0" cy="6055360"/>
          </a:xfrm>
          <a:custGeom>
            <a:avLst/>
            <a:gdLst/>
            <a:ahLst/>
            <a:cxnLst/>
            <a:rect l="l" t="t" r="r" b="b"/>
            <a:pathLst>
              <a:path h="6055359">
                <a:moveTo>
                  <a:pt x="0" y="0"/>
                </a:moveTo>
                <a:lnTo>
                  <a:pt x="0" y="6055356"/>
                </a:lnTo>
              </a:path>
            </a:pathLst>
          </a:custGeom>
          <a:ln w="12700">
            <a:solidFill>
              <a:srgbClr val="FFFFFF"/>
            </a:solidFill>
          </a:ln>
        </p:spPr>
        <p:txBody>
          <a:bodyPr wrap="square" lIns="0" tIns="0" rIns="0" bIns="0" rtlCol="0"/>
          <a:lstStyle/>
          <a:p>
            <a:endParaRPr/>
          </a:p>
        </p:txBody>
      </p:sp>
      <p:sp>
        <p:nvSpPr>
          <p:cNvPr id="18" name="object 18"/>
          <p:cNvSpPr/>
          <p:nvPr/>
        </p:nvSpPr>
        <p:spPr>
          <a:xfrm>
            <a:off x="7586345" y="38226"/>
            <a:ext cx="0" cy="726440"/>
          </a:xfrm>
          <a:custGeom>
            <a:avLst/>
            <a:gdLst/>
            <a:ahLst/>
            <a:cxnLst/>
            <a:rect l="l" t="t" r="r" b="b"/>
            <a:pathLst>
              <a:path h="726440">
                <a:moveTo>
                  <a:pt x="0" y="0"/>
                </a:moveTo>
                <a:lnTo>
                  <a:pt x="0" y="726313"/>
                </a:lnTo>
              </a:path>
            </a:pathLst>
          </a:custGeom>
          <a:ln w="12700">
            <a:solidFill>
              <a:srgbClr val="FFFFFF"/>
            </a:solidFill>
          </a:ln>
        </p:spPr>
        <p:txBody>
          <a:bodyPr wrap="square" lIns="0" tIns="0" rIns="0" bIns="0" rtlCol="0"/>
          <a:lstStyle/>
          <a:p>
            <a:endParaRPr/>
          </a:p>
        </p:txBody>
      </p:sp>
      <p:sp>
        <p:nvSpPr>
          <p:cNvPr id="19" name="object 19"/>
          <p:cNvSpPr/>
          <p:nvPr/>
        </p:nvSpPr>
        <p:spPr>
          <a:xfrm>
            <a:off x="7586345" y="802640"/>
            <a:ext cx="0" cy="6055360"/>
          </a:xfrm>
          <a:custGeom>
            <a:avLst/>
            <a:gdLst/>
            <a:ahLst/>
            <a:cxnLst/>
            <a:rect l="l" t="t" r="r" b="b"/>
            <a:pathLst>
              <a:path h="6055359">
                <a:moveTo>
                  <a:pt x="0" y="0"/>
                </a:moveTo>
                <a:lnTo>
                  <a:pt x="0" y="6055356"/>
                </a:lnTo>
              </a:path>
            </a:pathLst>
          </a:custGeom>
          <a:ln w="12700">
            <a:solidFill>
              <a:srgbClr val="FFFFFF"/>
            </a:solidFill>
          </a:ln>
        </p:spPr>
        <p:txBody>
          <a:bodyPr wrap="square" lIns="0" tIns="0" rIns="0" bIns="0" rtlCol="0"/>
          <a:lstStyle/>
          <a:p>
            <a:endParaRPr/>
          </a:p>
        </p:txBody>
      </p:sp>
      <p:sp>
        <p:nvSpPr>
          <p:cNvPr id="20" name="object 20"/>
          <p:cNvSpPr/>
          <p:nvPr/>
        </p:nvSpPr>
        <p:spPr>
          <a:xfrm>
            <a:off x="1524000" y="783590"/>
            <a:ext cx="9144000" cy="0"/>
          </a:xfrm>
          <a:custGeom>
            <a:avLst/>
            <a:gdLst/>
            <a:ahLst/>
            <a:cxnLst/>
            <a:rect l="l" t="t" r="r" b="b"/>
            <a:pathLst>
              <a:path w="9144000">
                <a:moveTo>
                  <a:pt x="0" y="0"/>
                </a:moveTo>
                <a:lnTo>
                  <a:pt x="9143999" y="0"/>
                </a:lnTo>
              </a:path>
            </a:pathLst>
          </a:custGeom>
          <a:ln w="38100">
            <a:solidFill>
              <a:srgbClr val="FFFFFF"/>
            </a:solidFill>
          </a:ln>
        </p:spPr>
        <p:txBody>
          <a:bodyPr wrap="square" lIns="0" tIns="0" rIns="0" bIns="0" rtlCol="0"/>
          <a:lstStyle/>
          <a:p>
            <a:endParaRPr/>
          </a:p>
        </p:txBody>
      </p:sp>
      <p:sp>
        <p:nvSpPr>
          <p:cNvPr id="21" name="object 21"/>
          <p:cNvSpPr/>
          <p:nvPr/>
        </p:nvSpPr>
        <p:spPr>
          <a:xfrm>
            <a:off x="1524000" y="2808351"/>
            <a:ext cx="9144000" cy="0"/>
          </a:xfrm>
          <a:custGeom>
            <a:avLst/>
            <a:gdLst/>
            <a:ahLst/>
            <a:cxnLst/>
            <a:rect l="l" t="t" r="r" b="b"/>
            <a:pathLst>
              <a:path w="9144000">
                <a:moveTo>
                  <a:pt x="0" y="0"/>
                </a:moveTo>
                <a:lnTo>
                  <a:pt x="9143999" y="0"/>
                </a:lnTo>
              </a:path>
            </a:pathLst>
          </a:custGeom>
          <a:ln w="12700">
            <a:solidFill>
              <a:srgbClr val="FFFFFF"/>
            </a:solidFill>
          </a:ln>
        </p:spPr>
        <p:txBody>
          <a:bodyPr wrap="square" lIns="0" tIns="0" rIns="0" bIns="0" rtlCol="0"/>
          <a:lstStyle/>
          <a:p>
            <a:endParaRPr/>
          </a:p>
        </p:txBody>
      </p:sp>
      <p:sp>
        <p:nvSpPr>
          <p:cNvPr id="22" name="object 22"/>
          <p:cNvSpPr/>
          <p:nvPr/>
        </p:nvSpPr>
        <p:spPr>
          <a:xfrm>
            <a:off x="1524000" y="5094351"/>
            <a:ext cx="9144000" cy="0"/>
          </a:xfrm>
          <a:custGeom>
            <a:avLst/>
            <a:gdLst/>
            <a:ahLst/>
            <a:cxnLst/>
            <a:rect l="l" t="t" r="r" b="b"/>
            <a:pathLst>
              <a:path w="9144000">
                <a:moveTo>
                  <a:pt x="0" y="0"/>
                </a:moveTo>
                <a:lnTo>
                  <a:pt x="9143999" y="0"/>
                </a:lnTo>
              </a:path>
            </a:pathLst>
          </a:custGeom>
          <a:ln w="12700">
            <a:solidFill>
              <a:srgbClr val="FFFFFF"/>
            </a:solidFill>
          </a:ln>
        </p:spPr>
        <p:txBody>
          <a:bodyPr wrap="square" lIns="0" tIns="0" rIns="0" bIns="0" rtlCol="0"/>
          <a:lstStyle/>
          <a:p>
            <a:endParaRPr/>
          </a:p>
        </p:txBody>
      </p:sp>
      <p:sp>
        <p:nvSpPr>
          <p:cNvPr id="23" name="object 23"/>
          <p:cNvSpPr/>
          <p:nvPr/>
        </p:nvSpPr>
        <p:spPr>
          <a:xfrm>
            <a:off x="1524000" y="44576"/>
            <a:ext cx="9144000" cy="0"/>
          </a:xfrm>
          <a:custGeom>
            <a:avLst/>
            <a:gdLst/>
            <a:ahLst/>
            <a:cxnLst/>
            <a:rect l="l" t="t" r="r" b="b"/>
            <a:pathLst>
              <a:path w="9144000">
                <a:moveTo>
                  <a:pt x="0" y="0"/>
                </a:moveTo>
                <a:lnTo>
                  <a:pt x="9143999" y="0"/>
                </a:lnTo>
              </a:path>
            </a:pathLst>
          </a:custGeom>
          <a:ln w="12700">
            <a:solidFill>
              <a:srgbClr val="FFFFFF"/>
            </a:solidFill>
          </a:ln>
        </p:spPr>
        <p:txBody>
          <a:bodyPr wrap="square" lIns="0" tIns="0" rIns="0" bIns="0" rtlCol="0"/>
          <a:lstStyle/>
          <a:p>
            <a:endParaRPr/>
          </a:p>
        </p:txBody>
      </p:sp>
      <p:sp>
        <p:nvSpPr>
          <p:cNvPr id="24" name="object 24"/>
          <p:cNvSpPr txBox="1"/>
          <p:nvPr/>
        </p:nvSpPr>
        <p:spPr>
          <a:xfrm>
            <a:off x="1577441" y="62610"/>
            <a:ext cx="1859914" cy="299720"/>
          </a:xfrm>
          <a:prstGeom prst="rect">
            <a:avLst/>
          </a:prstGeom>
        </p:spPr>
        <p:txBody>
          <a:bodyPr vert="horz" wrap="square" lIns="0" tIns="12700" rIns="0" bIns="0" rtlCol="0">
            <a:spAutoFit/>
          </a:bodyPr>
          <a:lstStyle/>
          <a:p>
            <a:pPr marL="12700">
              <a:spcBef>
                <a:spcPts val="100"/>
              </a:spcBef>
            </a:pPr>
            <a:r>
              <a:rPr b="1" dirty="0">
                <a:solidFill>
                  <a:srgbClr val="FFFFFF"/>
                </a:solidFill>
                <a:latin typeface="Times New Roman"/>
                <a:cs typeface="Times New Roman"/>
              </a:rPr>
              <a:t>1956</a:t>
            </a:r>
            <a:r>
              <a:rPr b="1" spc="-90" dirty="0">
                <a:solidFill>
                  <a:srgbClr val="FFFFFF"/>
                </a:solidFill>
                <a:latin typeface="Times New Roman"/>
                <a:cs typeface="Times New Roman"/>
              </a:rPr>
              <a:t> </a:t>
            </a:r>
            <a:r>
              <a:rPr b="1" spc="65" dirty="0">
                <a:solidFill>
                  <a:srgbClr val="FFFFFF"/>
                </a:solidFill>
                <a:latin typeface="Times New Roman"/>
                <a:cs typeface="Times New Roman"/>
              </a:rPr>
              <a:t>Constitution</a:t>
            </a:r>
            <a:endParaRPr>
              <a:latin typeface="Times New Roman"/>
              <a:cs typeface="Times New Roman"/>
            </a:endParaRPr>
          </a:p>
        </p:txBody>
      </p:sp>
      <p:sp>
        <p:nvSpPr>
          <p:cNvPr id="25" name="object 25"/>
          <p:cNvSpPr txBox="1"/>
          <p:nvPr/>
        </p:nvSpPr>
        <p:spPr>
          <a:xfrm>
            <a:off x="4621783" y="62610"/>
            <a:ext cx="1859914" cy="299720"/>
          </a:xfrm>
          <a:prstGeom prst="rect">
            <a:avLst/>
          </a:prstGeom>
        </p:spPr>
        <p:txBody>
          <a:bodyPr vert="horz" wrap="square" lIns="0" tIns="12700" rIns="0" bIns="0" rtlCol="0">
            <a:spAutoFit/>
          </a:bodyPr>
          <a:lstStyle/>
          <a:p>
            <a:pPr marL="12700">
              <a:spcBef>
                <a:spcPts val="100"/>
              </a:spcBef>
            </a:pPr>
            <a:r>
              <a:rPr b="1" dirty="0">
                <a:solidFill>
                  <a:srgbClr val="FFFFFF"/>
                </a:solidFill>
                <a:latin typeface="Times New Roman"/>
                <a:cs typeface="Times New Roman"/>
              </a:rPr>
              <a:t>1962</a:t>
            </a:r>
            <a:r>
              <a:rPr b="1" spc="-90" dirty="0">
                <a:solidFill>
                  <a:srgbClr val="FFFFFF"/>
                </a:solidFill>
                <a:latin typeface="Times New Roman"/>
                <a:cs typeface="Times New Roman"/>
              </a:rPr>
              <a:t> </a:t>
            </a:r>
            <a:r>
              <a:rPr b="1" spc="65" dirty="0">
                <a:solidFill>
                  <a:srgbClr val="FFFFFF"/>
                </a:solidFill>
                <a:latin typeface="Times New Roman"/>
                <a:cs typeface="Times New Roman"/>
              </a:rPr>
              <a:t>Constitution</a:t>
            </a:r>
            <a:endParaRPr>
              <a:latin typeface="Times New Roman"/>
              <a:cs typeface="Times New Roman"/>
            </a:endParaRPr>
          </a:p>
        </p:txBody>
      </p:sp>
      <p:sp>
        <p:nvSpPr>
          <p:cNvPr id="26" name="object 26"/>
          <p:cNvSpPr txBox="1">
            <a:spLocks noGrp="1"/>
          </p:cNvSpPr>
          <p:nvPr>
            <p:ph type="title"/>
          </p:nvPr>
        </p:nvSpPr>
        <p:spPr>
          <a:xfrm>
            <a:off x="7665847" y="62610"/>
            <a:ext cx="1863089" cy="299720"/>
          </a:xfrm>
          <a:prstGeom prst="rect">
            <a:avLst/>
          </a:prstGeom>
        </p:spPr>
        <p:txBody>
          <a:bodyPr vert="horz" wrap="square" lIns="0" tIns="12700" rIns="0" bIns="0" rtlCol="0" anchor="t">
            <a:spAutoFit/>
          </a:bodyPr>
          <a:lstStyle/>
          <a:p>
            <a:pPr marL="12700">
              <a:spcBef>
                <a:spcPts val="100"/>
              </a:spcBef>
            </a:pPr>
            <a:r>
              <a:rPr sz="1800" b="1" dirty="0">
                <a:solidFill>
                  <a:srgbClr val="FFFFFF"/>
                </a:solidFill>
                <a:latin typeface="Times New Roman"/>
                <a:cs typeface="Times New Roman"/>
              </a:rPr>
              <a:t>1973</a:t>
            </a:r>
            <a:r>
              <a:rPr sz="1800" b="1" spc="-75" dirty="0">
                <a:solidFill>
                  <a:srgbClr val="FFFFFF"/>
                </a:solidFill>
                <a:latin typeface="Times New Roman"/>
                <a:cs typeface="Times New Roman"/>
              </a:rPr>
              <a:t> </a:t>
            </a:r>
            <a:r>
              <a:rPr sz="1800" b="1" spc="65" dirty="0">
                <a:solidFill>
                  <a:srgbClr val="FFFFFF"/>
                </a:solidFill>
                <a:latin typeface="Times New Roman"/>
                <a:cs typeface="Times New Roman"/>
              </a:rPr>
              <a:t>Constitution</a:t>
            </a:r>
            <a:endParaRPr sz="1800">
              <a:latin typeface="Times New Roman"/>
              <a:cs typeface="Times New Roman"/>
            </a:endParaRPr>
          </a:p>
        </p:txBody>
      </p:sp>
      <p:sp>
        <p:nvSpPr>
          <p:cNvPr id="27" name="object 27"/>
          <p:cNvSpPr txBox="1"/>
          <p:nvPr/>
        </p:nvSpPr>
        <p:spPr>
          <a:xfrm>
            <a:off x="1577441" y="801751"/>
            <a:ext cx="2801620" cy="589905"/>
          </a:xfrm>
          <a:prstGeom prst="rect">
            <a:avLst/>
          </a:prstGeom>
        </p:spPr>
        <p:txBody>
          <a:bodyPr vert="horz" wrap="square" lIns="0" tIns="12700" rIns="0" bIns="0" rtlCol="0">
            <a:spAutoFit/>
          </a:bodyPr>
          <a:lstStyle/>
          <a:p>
            <a:pPr marL="12700">
              <a:lnSpc>
                <a:spcPts val="2155"/>
              </a:lnSpc>
              <a:spcBef>
                <a:spcPts val="100"/>
              </a:spcBef>
            </a:pPr>
            <a:r>
              <a:rPr lang="en-US" b="1" spc="55" dirty="0" smtClean="0">
                <a:latin typeface="Times New Roman"/>
                <a:cs typeface="Times New Roman"/>
              </a:rPr>
              <a:t>House of Parliament</a:t>
            </a:r>
            <a:r>
              <a:rPr lang="en-US" b="1" spc="30" dirty="0" smtClean="0">
                <a:latin typeface="Times New Roman"/>
                <a:cs typeface="Times New Roman"/>
              </a:rPr>
              <a:t>:</a:t>
            </a:r>
            <a:endParaRPr lang="en-US" dirty="0">
              <a:latin typeface="Times New Roman"/>
              <a:cs typeface="Times New Roman"/>
            </a:endParaRPr>
          </a:p>
          <a:p>
            <a:pPr marL="12700" marR="5080">
              <a:lnSpc>
                <a:spcPts val="2160"/>
              </a:lnSpc>
              <a:spcBef>
                <a:spcPts val="70"/>
              </a:spcBef>
            </a:pPr>
            <a:r>
              <a:rPr lang="en-US" spc="75" dirty="0" smtClean="0">
                <a:latin typeface="Times New Roman"/>
                <a:cs typeface="Times New Roman"/>
              </a:rPr>
              <a:t>Unicameral </a:t>
            </a:r>
            <a:endParaRPr lang="en-US" dirty="0">
              <a:latin typeface="Times New Roman"/>
              <a:cs typeface="Times New Roman"/>
            </a:endParaRPr>
          </a:p>
        </p:txBody>
      </p:sp>
      <p:sp>
        <p:nvSpPr>
          <p:cNvPr id="28" name="object 28"/>
          <p:cNvSpPr txBox="1"/>
          <p:nvPr/>
        </p:nvSpPr>
        <p:spPr>
          <a:xfrm>
            <a:off x="4621784" y="800228"/>
            <a:ext cx="2743835" cy="289823"/>
          </a:xfrm>
          <a:prstGeom prst="rect">
            <a:avLst/>
          </a:prstGeom>
        </p:spPr>
        <p:txBody>
          <a:bodyPr vert="horz" wrap="square" lIns="0" tIns="12700" rIns="0" bIns="0" rtlCol="0">
            <a:spAutoFit/>
          </a:bodyPr>
          <a:lstStyle/>
          <a:p>
            <a:pPr marL="12700" marR="5080" algn="just">
              <a:spcBef>
                <a:spcPts val="100"/>
              </a:spcBef>
            </a:pPr>
            <a:r>
              <a:rPr lang="en-US" spc="125" dirty="0" smtClean="0">
                <a:latin typeface="Times New Roman"/>
                <a:cs typeface="Times New Roman"/>
              </a:rPr>
              <a:t>Unicameral </a:t>
            </a:r>
            <a:endParaRPr lang="en-US" dirty="0">
              <a:latin typeface="Times New Roman"/>
              <a:cs typeface="Times New Roman"/>
            </a:endParaRPr>
          </a:p>
        </p:txBody>
      </p:sp>
      <p:sp>
        <p:nvSpPr>
          <p:cNvPr id="29" name="object 29"/>
          <p:cNvSpPr txBox="1"/>
          <p:nvPr/>
        </p:nvSpPr>
        <p:spPr>
          <a:xfrm>
            <a:off x="7665847" y="800228"/>
            <a:ext cx="2146935" cy="289823"/>
          </a:xfrm>
          <a:prstGeom prst="rect">
            <a:avLst/>
          </a:prstGeom>
        </p:spPr>
        <p:txBody>
          <a:bodyPr vert="horz" wrap="square" lIns="0" tIns="12700" rIns="0" bIns="0" rtlCol="0">
            <a:spAutoFit/>
          </a:bodyPr>
          <a:lstStyle/>
          <a:p>
            <a:pPr marL="12700" marR="5080">
              <a:spcBef>
                <a:spcPts val="100"/>
              </a:spcBef>
            </a:pPr>
            <a:r>
              <a:rPr lang="en-US" spc="75" dirty="0" smtClean="0">
                <a:latin typeface="Times New Roman"/>
                <a:cs typeface="Times New Roman"/>
              </a:rPr>
              <a:t>Bicameral </a:t>
            </a:r>
            <a:endParaRPr lang="en-US" dirty="0">
              <a:latin typeface="Times New Roman"/>
              <a:cs typeface="Times New Roman"/>
            </a:endParaRPr>
          </a:p>
        </p:txBody>
      </p:sp>
      <p:sp>
        <p:nvSpPr>
          <p:cNvPr id="31" name="object 31"/>
          <p:cNvSpPr txBox="1"/>
          <p:nvPr/>
        </p:nvSpPr>
        <p:spPr>
          <a:xfrm>
            <a:off x="1577441" y="2826765"/>
            <a:ext cx="2641600" cy="289823"/>
          </a:xfrm>
          <a:prstGeom prst="rect">
            <a:avLst/>
          </a:prstGeom>
        </p:spPr>
        <p:txBody>
          <a:bodyPr vert="horz" wrap="square" lIns="0" tIns="12700" rIns="0" bIns="0" rtlCol="0">
            <a:spAutoFit/>
          </a:bodyPr>
          <a:lstStyle/>
          <a:p>
            <a:pPr marL="12700" marR="5080">
              <a:lnSpc>
                <a:spcPct val="99800"/>
              </a:lnSpc>
              <a:spcBef>
                <a:spcPts val="105"/>
              </a:spcBef>
            </a:pPr>
            <a:r>
              <a:rPr lang="en-US" b="1" spc="70" dirty="0">
                <a:latin typeface="Times New Roman"/>
                <a:cs typeface="Times New Roman"/>
              </a:rPr>
              <a:t>J</a:t>
            </a:r>
            <a:r>
              <a:rPr lang="en-US" b="1" spc="60" dirty="0" smtClean="0">
                <a:latin typeface="Times New Roman"/>
                <a:cs typeface="Times New Roman"/>
              </a:rPr>
              <a:t>udiciary</a:t>
            </a:r>
            <a:r>
              <a:rPr lang="en-US" b="1" spc="40" dirty="0" smtClean="0">
                <a:latin typeface="Times New Roman"/>
                <a:cs typeface="Times New Roman"/>
              </a:rPr>
              <a:t>:  </a:t>
            </a:r>
            <a:r>
              <a:rPr lang="en-US" spc="75" dirty="0" smtClean="0">
                <a:latin typeface="Times New Roman"/>
                <a:cs typeface="Times New Roman"/>
              </a:rPr>
              <a:t>Independent</a:t>
            </a:r>
            <a:endParaRPr lang="en-US" dirty="0">
              <a:latin typeface="Times New Roman"/>
              <a:cs typeface="Times New Roman"/>
            </a:endParaRPr>
          </a:p>
        </p:txBody>
      </p:sp>
      <p:sp>
        <p:nvSpPr>
          <p:cNvPr id="32" name="object 32"/>
          <p:cNvSpPr txBox="1"/>
          <p:nvPr/>
        </p:nvSpPr>
        <p:spPr>
          <a:xfrm>
            <a:off x="4621784" y="2825242"/>
            <a:ext cx="2540635" cy="289823"/>
          </a:xfrm>
          <a:prstGeom prst="rect">
            <a:avLst/>
          </a:prstGeom>
        </p:spPr>
        <p:txBody>
          <a:bodyPr vert="horz" wrap="square" lIns="0" tIns="12700" rIns="0" bIns="0" rtlCol="0">
            <a:spAutoFit/>
          </a:bodyPr>
          <a:lstStyle/>
          <a:p>
            <a:pPr marL="12700" marR="5080">
              <a:spcBef>
                <a:spcPts val="100"/>
              </a:spcBef>
            </a:pPr>
            <a:r>
              <a:rPr lang="en-US" spc="75" dirty="0">
                <a:latin typeface="Times New Roman"/>
                <a:cs typeface="Times New Roman"/>
              </a:rPr>
              <a:t>Independent</a:t>
            </a:r>
            <a:endParaRPr lang="en-US" dirty="0">
              <a:latin typeface="Times New Roman"/>
              <a:cs typeface="Times New Roman"/>
            </a:endParaRPr>
          </a:p>
        </p:txBody>
      </p:sp>
      <p:sp>
        <p:nvSpPr>
          <p:cNvPr id="34" name="object 34"/>
          <p:cNvSpPr txBox="1"/>
          <p:nvPr/>
        </p:nvSpPr>
        <p:spPr>
          <a:xfrm>
            <a:off x="7750199" y="2846527"/>
            <a:ext cx="2903220" cy="289823"/>
          </a:xfrm>
          <a:prstGeom prst="rect">
            <a:avLst/>
          </a:prstGeom>
        </p:spPr>
        <p:txBody>
          <a:bodyPr vert="horz" wrap="square" lIns="0" tIns="12700" rIns="0" bIns="0" rtlCol="0">
            <a:spAutoFit/>
          </a:bodyPr>
          <a:lstStyle/>
          <a:p>
            <a:pPr marL="12700" marR="60325">
              <a:spcBef>
                <a:spcPts val="100"/>
              </a:spcBef>
            </a:pPr>
            <a:r>
              <a:rPr lang="en-US" spc="75" dirty="0">
                <a:latin typeface="Times New Roman"/>
                <a:cs typeface="Times New Roman"/>
              </a:rPr>
              <a:t>Independent</a:t>
            </a:r>
            <a:endParaRPr lang="en-US" dirty="0">
              <a:latin typeface="Times New Roman"/>
              <a:cs typeface="Times New Roman"/>
            </a:endParaRPr>
          </a:p>
        </p:txBody>
      </p:sp>
      <p:sp>
        <p:nvSpPr>
          <p:cNvPr id="35" name="object 35"/>
          <p:cNvSpPr txBox="1"/>
          <p:nvPr/>
        </p:nvSpPr>
        <p:spPr>
          <a:xfrm>
            <a:off x="1577441" y="5113146"/>
            <a:ext cx="2654300" cy="294953"/>
          </a:xfrm>
          <a:prstGeom prst="rect">
            <a:avLst/>
          </a:prstGeom>
        </p:spPr>
        <p:txBody>
          <a:bodyPr vert="horz" wrap="square" lIns="0" tIns="12700" rIns="0" bIns="0" rtlCol="0">
            <a:spAutoFit/>
          </a:bodyPr>
          <a:lstStyle/>
          <a:p>
            <a:pPr marL="12700">
              <a:lnSpc>
                <a:spcPts val="2150"/>
              </a:lnSpc>
              <a:spcBef>
                <a:spcPts val="100"/>
              </a:spcBef>
            </a:pPr>
            <a:r>
              <a:rPr lang="en-US" b="1" spc="-5" dirty="0" smtClean="0">
                <a:latin typeface="Times New Roman"/>
                <a:cs typeface="Times New Roman"/>
              </a:rPr>
              <a:t>Name of State</a:t>
            </a:r>
            <a:r>
              <a:rPr lang="en-US" b="1" spc="-150" dirty="0" smtClean="0">
                <a:latin typeface="Times New Roman"/>
                <a:cs typeface="Times New Roman"/>
              </a:rPr>
              <a:t>:</a:t>
            </a:r>
            <a:r>
              <a:rPr lang="en-US" dirty="0">
                <a:latin typeface="Times New Roman"/>
                <a:cs typeface="Times New Roman"/>
              </a:rPr>
              <a:t> </a:t>
            </a:r>
            <a:r>
              <a:rPr lang="en-US" spc="105" dirty="0" smtClean="0">
                <a:latin typeface="Times New Roman"/>
                <a:cs typeface="Times New Roman"/>
              </a:rPr>
              <a:t>IRP</a:t>
            </a:r>
            <a:endParaRPr lang="en-US" dirty="0">
              <a:latin typeface="Times New Roman"/>
              <a:cs typeface="Times New Roman"/>
            </a:endParaRPr>
          </a:p>
        </p:txBody>
      </p:sp>
      <p:sp>
        <p:nvSpPr>
          <p:cNvPr id="36" name="object 36"/>
          <p:cNvSpPr txBox="1"/>
          <p:nvPr/>
        </p:nvSpPr>
        <p:spPr>
          <a:xfrm>
            <a:off x="4621784" y="5111623"/>
            <a:ext cx="2540635" cy="289823"/>
          </a:xfrm>
          <a:prstGeom prst="rect">
            <a:avLst/>
          </a:prstGeom>
        </p:spPr>
        <p:txBody>
          <a:bodyPr vert="horz" wrap="square" lIns="0" tIns="12700" rIns="0" bIns="0" rtlCol="0">
            <a:spAutoFit/>
          </a:bodyPr>
          <a:lstStyle/>
          <a:p>
            <a:pPr marL="12700">
              <a:spcBef>
                <a:spcPts val="100"/>
              </a:spcBef>
            </a:pPr>
            <a:r>
              <a:rPr lang="en-US" spc="55" dirty="0" smtClean="0">
                <a:latin typeface="Times New Roman"/>
                <a:cs typeface="Times New Roman"/>
              </a:rPr>
              <a:t>IRP</a:t>
            </a:r>
            <a:endParaRPr lang="en-US" dirty="0">
              <a:latin typeface="Times New Roman"/>
              <a:cs typeface="Times New Roman"/>
            </a:endParaRPr>
          </a:p>
        </p:txBody>
      </p:sp>
      <p:sp>
        <p:nvSpPr>
          <p:cNvPr id="37" name="object 37"/>
          <p:cNvSpPr txBox="1"/>
          <p:nvPr/>
        </p:nvSpPr>
        <p:spPr>
          <a:xfrm>
            <a:off x="7665846" y="5120766"/>
            <a:ext cx="2921000" cy="293029"/>
          </a:xfrm>
          <a:prstGeom prst="rect">
            <a:avLst/>
          </a:prstGeom>
        </p:spPr>
        <p:txBody>
          <a:bodyPr vert="horz" wrap="square" lIns="0" tIns="15875" rIns="0" bIns="0" rtlCol="0">
            <a:spAutoFit/>
          </a:bodyPr>
          <a:lstStyle/>
          <a:p>
            <a:pPr marL="12700">
              <a:spcBef>
                <a:spcPts val="100"/>
              </a:spcBef>
            </a:pPr>
            <a:r>
              <a:rPr lang="en-US" spc="95" dirty="0" smtClean="0">
                <a:latin typeface="Times New Roman"/>
                <a:cs typeface="Times New Roman"/>
              </a:rPr>
              <a:t>IRP</a:t>
            </a:r>
            <a:endParaRPr lang="en-US" dirty="0">
              <a:latin typeface="Times New Roman"/>
              <a:cs typeface="Times New Roman"/>
            </a:endParaRPr>
          </a:p>
        </p:txBody>
      </p:sp>
    </p:spTree>
    <p:extLst>
      <p:ext uri="{BB962C8B-B14F-4D97-AF65-F5344CB8AC3E}">
        <p14:creationId xmlns:p14="http://schemas.microsoft.com/office/powerpoint/2010/main" val="669127000"/>
      </p:ext>
    </p:extLst>
  </p:cSld>
  <p:clrMapOvr>
    <a:masterClrMapping/>
  </p:clrMapOvr>
  <mc:AlternateContent xmlns:mc="http://schemas.openxmlformats.org/markup-compatibility/2006" xmlns:p14="http://schemas.microsoft.com/office/powerpoint/2010/main">
    <mc:Choice Requires="p14">
      <p:transition spd="slow" p14:dur="3000">
        <p14:shred/>
      </p:transition>
    </mc:Choice>
    <mc:Fallback xmlns="">
      <p:transition spd="slow">
        <p:fade/>
      </p:transition>
    </mc:Fallback>
  </mc:AlternateContent>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1524000" y="0"/>
            <a:ext cx="9144000" cy="6858000"/>
          </a:xfrm>
          <a:prstGeom prst="rect">
            <a:avLst/>
          </a:prstGeom>
          <a:blipFill>
            <a:blip r:embed="rId2" cstate="print"/>
            <a:stretch>
              <a:fillRect/>
            </a:stretch>
          </a:blipFill>
        </p:spPr>
        <p:txBody>
          <a:bodyPr wrap="square" lIns="0" tIns="0" rIns="0" bIns="0" rtlCol="0"/>
          <a:lstStyle/>
          <a:p>
            <a:endParaRPr/>
          </a:p>
        </p:txBody>
      </p:sp>
      <p:graphicFrame>
        <p:nvGraphicFramePr>
          <p:cNvPr id="3" name="object 3"/>
          <p:cNvGraphicFramePr>
            <a:graphicFrameLocks noGrp="1"/>
          </p:cNvGraphicFramePr>
          <p:nvPr>
            <p:extLst>
              <p:ext uri="{D42A27DB-BD31-4B8C-83A1-F6EECF244321}">
                <p14:modId xmlns:p14="http://schemas.microsoft.com/office/powerpoint/2010/main" val="3802041042"/>
              </p:ext>
            </p:extLst>
          </p:nvPr>
        </p:nvGraphicFramePr>
        <p:xfrm>
          <a:off x="1697164" y="2198498"/>
          <a:ext cx="8856344" cy="2910205"/>
        </p:xfrm>
        <a:graphic>
          <a:graphicData uri="http://schemas.openxmlformats.org/drawingml/2006/table">
            <a:tbl>
              <a:tblPr firstRow="1" bandRow="1">
                <a:tableStyleId>{2D5ABB26-0587-4C30-8999-92F81FD0307C}</a:tableStyleId>
              </a:tblPr>
              <a:tblGrid>
                <a:gridCol w="2952115">
                  <a:extLst>
                    <a:ext uri="{9D8B030D-6E8A-4147-A177-3AD203B41FA5}">
                      <a16:colId xmlns:a16="http://schemas.microsoft.com/office/drawing/2014/main" xmlns="" val="20000"/>
                    </a:ext>
                  </a:extLst>
                </a:gridCol>
                <a:gridCol w="2952115">
                  <a:extLst>
                    <a:ext uri="{9D8B030D-6E8A-4147-A177-3AD203B41FA5}">
                      <a16:colId xmlns:a16="http://schemas.microsoft.com/office/drawing/2014/main" xmlns="" val="20001"/>
                    </a:ext>
                  </a:extLst>
                </a:gridCol>
                <a:gridCol w="2952114">
                  <a:extLst>
                    <a:ext uri="{9D8B030D-6E8A-4147-A177-3AD203B41FA5}">
                      <a16:colId xmlns:a16="http://schemas.microsoft.com/office/drawing/2014/main" xmlns="" val="20002"/>
                    </a:ext>
                  </a:extLst>
                </a:gridCol>
              </a:tblGrid>
              <a:tr h="942340">
                <a:tc>
                  <a:txBody>
                    <a:bodyPr/>
                    <a:lstStyle/>
                    <a:p>
                      <a:pPr marL="97790">
                        <a:lnSpc>
                          <a:spcPct val="100000"/>
                        </a:lnSpc>
                        <a:spcBef>
                          <a:spcPts val="240"/>
                        </a:spcBef>
                      </a:pPr>
                      <a:r>
                        <a:rPr sz="1800" b="1" dirty="0">
                          <a:solidFill>
                            <a:srgbClr val="FFFFFF"/>
                          </a:solidFill>
                          <a:latin typeface="Times New Roman"/>
                          <a:cs typeface="Times New Roman"/>
                        </a:rPr>
                        <a:t>1956</a:t>
                      </a:r>
                      <a:r>
                        <a:rPr sz="1800" b="1" spc="-20" dirty="0">
                          <a:solidFill>
                            <a:srgbClr val="FFFFFF"/>
                          </a:solidFill>
                          <a:latin typeface="Times New Roman"/>
                          <a:cs typeface="Times New Roman"/>
                        </a:rPr>
                        <a:t> </a:t>
                      </a:r>
                      <a:r>
                        <a:rPr sz="1800" b="1" spc="65" dirty="0">
                          <a:solidFill>
                            <a:srgbClr val="FFFFFF"/>
                          </a:solidFill>
                          <a:latin typeface="Times New Roman"/>
                          <a:cs typeface="Times New Roman"/>
                        </a:rPr>
                        <a:t>Constitution</a:t>
                      </a:r>
                      <a:endParaRPr sz="1800" dirty="0">
                        <a:latin typeface="Times New Roman"/>
                        <a:cs typeface="Times New Roman"/>
                      </a:endParaRPr>
                    </a:p>
                  </a:txBody>
                  <a:tcPr marL="0" marR="0" marT="3048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863623"/>
                    </a:solidFill>
                  </a:tcPr>
                </a:tc>
                <a:tc>
                  <a:txBody>
                    <a:bodyPr/>
                    <a:lstStyle/>
                    <a:p>
                      <a:pPr marL="98425">
                        <a:lnSpc>
                          <a:spcPct val="100000"/>
                        </a:lnSpc>
                        <a:spcBef>
                          <a:spcPts val="240"/>
                        </a:spcBef>
                      </a:pPr>
                      <a:r>
                        <a:rPr sz="1800" b="1" dirty="0">
                          <a:solidFill>
                            <a:srgbClr val="FFFFFF"/>
                          </a:solidFill>
                          <a:latin typeface="Times New Roman"/>
                          <a:cs typeface="Times New Roman"/>
                        </a:rPr>
                        <a:t>1962</a:t>
                      </a:r>
                      <a:r>
                        <a:rPr sz="1800" b="1" spc="-20" dirty="0">
                          <a:solidFill>
                            <a:srgbClr val="FFFFFF"/>
                          </a:solidFill>
                          <a:latin typeface="Times New Roman"/>
                          <a:cs typeface="Times New Roman"/>
                        </a:rPr>
                        <a:t> </a:t>
                      </a:r>
                      <a:r>
                        <a:rPr sz="1800" b="1" spc="65" dirty="0">
                          <a:solidFill>
                            <a:srgbClr val="FFFFFF"/>
                          </a:solidFill>
                          <a:latin typeface="Times New Roman"/>
                          <a:cs typeface="Times New Roman"/>
                        </a:rPr>
                        <a:t>Constitution</a:t>
                      </a:r>
                      <a:endParaRPr sz="1800">
                        <a:latin typeface="Times New Roman"/>
                        <a:cs typeface="Times New Roman"/>
                      </a:endParaRPr>
                    </a:p>
                  </a:txBody>
                  <a:tcPr marL="0" marR="0" marT="3048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863623"/>
                    </a:solidFill>
                  </a:tcPr>
                </a:tc>
                <a:tc>
                  <a:txBody>
                    <a:bodyPr/>
                    <a:lstStyle/>
                    <a:p>
                      <a:pPr marL="99060">
                        <a:lnSpc>
                          <a:spcPct val="100000"/>
                        </a:lnSpc>
                        <a:spcBef>
                          <a:spcPts val="240"/>
                        </a:spcBef>
                      </a:pPr>
                      <a:r>
                        <a:rPr sz="1800" b="1" dirty="0">
                          <a:solidFill>
                            <a:srgbClr val="FFFFFF"/>
                          </a:solidFill>
                          <a:latin typeface="Times New Roman"/>
                          <a:cs typeface="Times New Roman"/>
                        </a:rPr>
                        <a:t>1973</a:t>
                      </a:r>
                      <a:r>
                        <a:rPr sz="1800" b="1" spc="-20" dirty="0">
                          <a:solidFill>
                            <a:srgbClr val="FFFFFF"/>
                          </a:solidFill>
                          <a:latin typeface="Times New Roman"/>
                          <a:cs typeface="Times New Roman"/>
                        </a:rPr>
                        <a:t> </a:t>
                      </a:r>
                      <a:r>
                        <a:rPr sz="1800" b="1" spc="65" dirty="0">
                          <a:solidFill>
                            <a:srgbClr val="FFFFFF"/>
                          </a:solidFill>
                          <a:latin typeface="Times New Roman"/>
                          <a:cs typeface="Times New Roman"/>
                        </a:rPr>
                        <a:t>Constitution</a:t>
                      </a:r>
                      <a:endParaRPr sz="1800">
                        <a:latin typeface="Times New Roman"/>
                        <a:cs typeface="Times New Roman"/>
                      </a:endParaRPr>
                    </a:p>
                  </a:txBody>
                  <a:tcPr marL="0" marR="0" marT="3048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863623"/>
                    </a:solidFill>
                  </a:tcPr>
                </a:tc>
                <a:extLst>
                  <a:ext uri="{0D108BD9-81ED-4DB2-BD59-A6C34878D82A}">
                    <a16:rowId xmlns:a16="http://schemas.microsoft.com/office/drawing/2014/main" xmlns="" val="10000"/>
                  </a:ext>
                </a:extLst>
              </a:tr>
              <a:tr h="595630">
                <a:tc>
                  <a:txBody>
                    <a:bodyPr/>
                    <a:lstStyle/>
                    <a:p>
                      <a:pPr marL="97790">
                        <a:lnSpc>
                          <a:spcPct val="100000"/>
                        </a:lnSpc>
                        <a:spcBef>
                          <a:spcPts val="254"/>
                        </a:spcBef>
                      </a:pPr>
                      <a:r>
                        <a:rPr sz="1800" b="1" spc="-5" dirty="0">
                          <a:latin typeface="Times New Roman"/>
                          <a:cs typeface="Times New Roman"/>
                        </a:rPr>
                        <a:t>Fundamental Rights</a:t>
                      </a:r>
                      <a:r>
                        <a:rPr sz="1800" b="1" dirty="0">
                          <a:latin typeface="Times New Roman"/>
                          <a:cs typeface="Times New Roman"/>
                        </a:rPr>
                        <a:t> </a:t>
                      </a:r>
                      <a:r>
                        <a:rPr sz="1800" b="1" spc="-150" dirty="0">
                          <a:latin typeface="Times New Roman"/>
                          <a:cs typeface="Times New Roman"/>
                        </a:rPr>
                        <a:t>:</a:t>
                      </a:r>
                      <a:endParaRPr sz="1800" dirty="0">
                        <a:latin typeface="Times New Roman"/>
                        <a:cs typeface="Times New Roman"/>
                      </a:endParaRPr>
                    </a:p>
                    <a:p>
                      <a:pPr marL="97790">
                        <a:lnSpc>
                          <a:spcPts val="2130"/>
                        </a:lnSpc>
                        <a:spcBef>
                          <a:spcPts val="50"/>
                        </a:spcBef>
                      </a:pPr>
                      <a:r>
                        <a:rPr sz="1800" dirty="0">
                          <a:latin typeface="Times New Roman"/>
                          <a:cs typeface="Times New Roman"/>
                        </a:rPr>
                        <a:t>Civil and Political</a:t>
                      </a:r>
                      <a:r>
                        <a:rPr sz="1800" spc="-55" dirty="0">
                          <a:latin typeface="Times New Roman"/>
                          <a:cs typeface="Times New Roman"/>
                        </a:rPr>
                        <a:t> </a:t>
                      </a:r>
                      <a:r>
                        <a:rPr sz="1800" dirty="0">
                          <a:latin typeface="Times New Roman"/>
                          <a:cs typeface="Times New Roman"/>
                        </a:rPr>
                        <a:t>Rights</a:t>
                      </a:r>
                    </a:p>
                  </a:txBody>
                  <a:tcPr marL="0" marR="0" marT="32384" marB="0">
                    <a:lnL w="12700">
                      <a:solidFill>
                        <a:srgbClr val="FFFFFF"/>
                      </a:solidFill>
                      <a:prstDash val="solid"/>
                    </a:lnL>
                    <a:lnR w="12700">
                      <a:solidFill>
                        <a:srgbClr val="FFFFFF"/>
                      </a:solidFill>
                      <a:prstDash val="solid"/>
                    </a:lnR>
                    <a:lnT w="38100">
                      <a:solidFill>
                        <a:srgbClr val="FFFFFF"/>
                      </a:solidFill>
                      <a:prstDash val="solid"/>
                    </a:lnT>
                    <a:solidFill>
                      <a:srgbClr val="D9CECC"/>
                    </a:solidFill>
                  </a:tcPr>
                </a:tc>
                <a:tc>
                  <a:txBody>
                    <a:bodyPr/>
                    <a:lstStyle/>
                    <a:p>
                      <a:pPr marL="98425">
                        <a:lnSpc>
                          <a:spcPct val="100000"/>
                        </a:lnSpc>
                        <a:spcBef>
                          <a:spcPts val="229"/>
                        </a:spcBef>
                      </a:pPr>
                      <a:r>
                        <a:rPr sz="1800" spc="85" dirty="0">
                          <a:latin typeface="Times New Roman"/>
                          <a:cs typeface="Times New Roman"/>
                        </a:rPr>
                        <a:t>Ensures </a:t>
                      </a:r>
                      <a:r>
                        <a:rPr sz="1800" spc="95" dirty="0">
                          <a:latin typeface="Times New Roman"/>
                          <a:cs typeface="Times New Roman"/>
                        </a:rPr>
                        <a:t>the</a:t>
                      </a:r>
                      <a:r>
                        <a:rPr sz="1800" spc="-105" dirty="0">
                          <a:latin typeface="Times New Roman"/>
                          <a:cs typeface="Times New Roman"/>
                        </a:rPr>
                        <a:t> </a:t>
                      </a:r>
                      <a:r>
                        <a:rPr sz="1800" spc="110" dirty="0">
                          <a:latin typeface="Times New Roman"/>
                          <a:cs typeface="Times New Roman"/>
                        </a:rPr>
                        <a:t>fundamental</a:t>
                      </a:r>
                      <a:endParaRPr sz="1800">
                        <a:latin typeface="Times New Roman"/>
                        <a:cs typeface="Times New Roman"/>
                      </a:endParaRPr>
                    </a:p>
                    <a:p>
                      <a:pPr marL="98425">
                        <a:lnSpc>
                          <a:spcPct val="100000"/>
                        </a:lnSpc>
                      </a:pPr>
                      <a:r>
                        <a:rPr sz="1800" spc="85" dirty="0">
                          <a:latin typeface="Times New Roman"/>
                          <a:cs typeface="Times New Roman"/>
                        </a:rPr>
                        <a:t>rights </a:t>
                      </a:r>
                      <a:r>
                        <a:rPr sz="1800" spc="80" dirty="0">
                          <a:latin typeface="Times New Roman"/>
                          <a:cs typeface="Times New Roman"/>
                        </a:rPr>
                        <a:t>to </a:t>
                      </a:r>
                      <a:r>
                        <a:rPr sz="1800" spc="95" dirty="0">
                          <a:latin typeface="Times New Roman"/>
                          <a:cs typeface="Times New Roman"/>
                        </a:rPr>
                        <a:t>the </a:t>
                      </a:r>
                      <a:r>
                        <a:rPr sz="1800" spc="60" dirty="0">
                          <a:latin typeface="Times New Roman"/>
                          <a:cs typeface="Times New Roman"/>
                        </a:rPr>
                        <a:t>citizens</a:t>
                      </a:r>
                      <a:r>
                        <a:rPr sz="1800" spc="-295" dirty="0">
                          <a:latin typeface="Times New Roman"/>
                          <a:cs typeface="Times New Roman"/>
                        </a:rPr>
                        <a:t> </a:t>
                      </a:r>
                      <a:r>
                        <a:rPr sz="1800" spc="40" dirty="0">
                          <a:latin typeface="Times New Roman"/>
                          <a:cs typeface="Times New Roman"/>
                        </a:rPr>
                        <a:t>of</a:t>
                      </a:r>
                      <a:endParaRPr sz="1800">
                        <a:latin typeface="Times New Roman"/>
                        <a:cs typeface="Times New Roman"/>
                      </a:endParaRPr>
                    </a:p>
                  </a:txBody>
                  <a:tcPr marL="0" marR="0" marT="29209" marB="0">
                    <a:lnL w="12700">
                      <a:solidFill>
                        <a:srgbClr val="FFFFFF"/>
                      </a:solidFill>
                      <a:prstDash val="solid"/>
                    </a:lnL>
                    <a:lnR w="12700">
                      <a:solidFill>
                        <a:srgbClr val="FFFFFF"/>
                      </a:solidFill>
                      <a:prstDash val="solid"/>
                    </a:lnR>
                    <a:lnT w="38100">
                      <a:solidFill>
                        <a:srgbClr val="FFFFFF"/>
                      </a:solidFill>
                      <a:prstDash val="solid"/>
                    </a:lnT>
                    <a:solidFill>
                      <a:srgbClr val="D9CECC"/>
                    </a:solidFill>
                  </a:tcPr>
                </a:tc>
                <a:tc>
                  <a:txBody>
                    <a:bodyPr/>
                    <a:lstStyle/>
                    <a:p>
                      <a:pPr marL="99060">
                        <a:lnSpc>
                          <a:spcPct val="100000"/>
                        </a:lnSpc>
                        <a:spcBef>
                          <a:spcPts val="229"/>
                        </a:spcBef>
                      </a:pPr>
                      <a:r>
                        <a:rPr sz="1800" spc="85" dirty="0">
                          <a:latin typeface="Times New Roman"/>
                          <a:cs typeface="Times New Roman"/>
                        </a:rPr>
                        <a:t>Ensures </a:t>
                      </a:r>
                      <a:r>
                        <a:rPr sz="1800" spc="95" dirty="0">
                          <a:latin typeface="Times New Roman"/>
                          <a:cs typeface="Times New Roman"/>
                        </a:rPr>
                        <a:t>the</a:t>
                      </a:r>
                      <a:r>
                        <a:rPr sz="1800" spc="-105" dirty="0">
                          <a:latin typeface="Times New Roman"/>
                          <a:cs typeface="Times New Roman"/>
                        </a:rPr>
                        <a:t> </a:t>
                      </a:r>
                      <a:r>
                        <a:rPr sz="1800" spc="110" dirty="0">
                          <a:latin typeface="Times New Roman"/>
                          <a:cs typeface="Times New Roman"/>
                        </a:rPr>
                        <a:t>fundamental</a:t>
                      </a:r>
                      <a:endParaRPr sz="1800">
                        <a:latin typeface="Times New Roman"/>
                        <a:cs typeface="Times New Roman"/>
                      </a:endParaRPr>
                    </a:p>
                    <a:p>
                      <a:pPr marL="99060">
                        <a:lnSpc>
                          <a:spcPct val="100000"/>
                        </a:lnSpc>
                      </a:pPr>
                      <a:r>
                        <a:rPr sz="1800" spc="85" dirty="0">
                          <a:latin typeface="Times New Roman"/>
                          <a:cs typeface="Times New Roman"/>
                        </a:rPr>
                        <a:t>rights </a:t>
                      </a:r>
                      <a:r>
                        <a:rPr sz="1800" spc="80" dirty="0">
                          <a:latin typeface="Times New Roman"/>
                          <a:cs typeface="Times New Roman"/>
                        </a:rPr>
                        <a:t>to </a:t>
                      </a:r>
                      <a:r>
                        <a:rPr sz="1800" spc="95" dirty="0">
                          <a:latin typeface="Times New Roman"/>
                          <a:cs typeface="Times New Roman"/>
                        </a:rPr>
                        <a:t>the </a:t>
                      </a:r>
                      <a:r>
                        <a:rPr sz="1800" spc="60" dirty="0">
                          <a:latin typeface="Times New Roman"/>
                          <a:cs typeface="Times New Roman"/>
                        </a:rPr>
                        <a:t>citizens</a:t>
                      </a:r>
                      <a:r>
                        <a:rPr sz="1800" spc="-295" dirty="0">
                          <a:latin typeface="Times New Roman"/>
                          <a:cs typeface="Times New Roman"/>
                        </a:rPr>
                        <a:t> </a:t>
                      </a:r>
                      <a:r>
                        <a:rPr sz="1800" spc="40" dirty="0">
                          <a:latin typeface="Times New Roman"/>
                          <a:cs typeface="Times New Roman"/>
                        </a:rPr>
                        <a:t>of</a:t>
                      </a:r>
                      <a:endParaRPr sz="1800">
                        <a:latin typeface="Times New Roman"/>
                        <a:cs typeface="Times New Roman"/>
                      </a:endParaRPr>
                    </a:p>
                  </a:txBody>
                  <a:tcPr marL="0" marR="0" marT="29209" marB="0">
                    <a:lnL w="12700">
                      <a:solidFill>
                        <a:srgbClr val="FFFFFF"/>
                      </a:solidFill>
                      <a:prstDash val="solid"/>
                    </a:lnL>
                    <a:lnR w="12700">
                      <a:solidFill>
                        <a:srgbClr val="FFFFFF"/>
                      </a:solidFill>
                      <a:prstDash val="solid"/>
                    </a:lnR>
                    <a:lnT w="38100">
                      <a:solidFill>
                        <a:srgbClr val="FFFFFF"/>
                      </a:solidFill>
                      <a:prstDash val="solid"/>
                    </a:lnT>
                    <a:solidFill>
                      <a:srgbClr val="D9CECC"/>
                    </a:solidFill>
                  </a:tcPr>
                </a:tc>
                <a:extLst>
                  <a:ext uri="{0D108BD9-81ED-4DB2-BD59-A6C34878D82A}">
                    <a16:rowId xmlns:a16="http://schemas.microsoft.com/office/drawing/2014/main" xmlns="" val="10001"/>
                  </a:ext>
                </a:extLst>
              </a:tr>
              <a:tr h="274955">
                <a:tc>
                  <a:txBody>
                    <a:bodyPr/>
                    <a:lstStyle/>
                    <a:p>
                      <a:pPr marL="97790">
                        <a:lnSpc>
                          <a:spcPts val="2020"/>
                        </a:lnSpc>
                      </a:pPr>
                      <a:r>
                        <a:rPr sz="1800" spc="130" dirty="0">
                          <a:latin typeface="Trebuchet MS"/>
                          <a:cs typeface="Trebuchet MS"/>
                        </a:rPr>
                        <a:t>…….. </a:t>
                      </a:r>
                      <a:r>
                        <a:rPr sz="1800" spc="130" dirty="0">
                          <a:latin typeface="Times New Roman"/>
                          <a:cs typeface="Times New Roman"/>
                        </a:rPr>
                        <a:t>suspended</a:t>
                      </a:r>
                      <a:r>
                        <a:rPr sz="1800" spc="-240" dirty="0">
                          <a:latin typeface="Times New Roman"/>
                          <a:cs typeface="Times New Roman"/>
                        </a:rPr>
                        <a:t> </a:t>
                      </a:r>
                      <a:r>
                        <a:rPr sz="1800" spc="80" dirty="0">
                          <a:latin typeface="Times New Roman"/>
                          <a:cs typeface="Times New Roman"/>
                        </a:rPr>
                        <a:t>in</a:t>
                      </a:r>
                      <a:endParaRPr sz="1800">
                        <a:latin typeface="Times New Roman"/>
                        <a:cs typeface="Times New Roman"/>
                      </a:endParaRPr>
                    </a:p>
                  </a:txBody>
                  <a:tcPr marL="0" marR="0" marT="0" marB="0">
                    <a:lnL w="12700">
                      <a:solidFill>
                        <a:srgbClr val="FFFFFF"/>
                      </a:solidFill>
                      <a:prstDash val="solid"/>
                    </a:lnL>
                    <a:lnR w="12700">
                      <a:solidFill>
                        <a:srgbClr val="FFFFFF"/>
                      </a:solidFill>
                      <a:prstDash val="solid"/>
                    </a:lnR>
                    <a:solidFill>
                      <a:srgbClr val="D9CECC"/>
                    </a:solidFill>
                  </a:tcPr>
                </a:tc>
                <a:tc>
                  <a:txBody>
                    <a:bodyPr/>
                    <a:lstStyle/>
                    <a:p>
                      <a:pPr marL="98425">
                        <a:lnSpc>
                          <a:spcPts val="2020"/>
                        </a:lnSpc>
                      </a:pPr>
                      <a:r>
                        <a:rPr sz="1800" spc="85" dirty="0">
                          <a:latin typeface="Times New Roman"/>
                          <a:cs typeface="Times New Roman"/>
                        </a:rPr>
                        <a:t>Pakistan</a:t>
                      </a:r>
                      <a:r>
                        <a:rPr sz="1800" spc="-15" dirty="0">
                          <a:latin typeface="Times New Roman"/>
                          <a:cs typeface="Times New Roman"/>
                        </a:rPr>
                        <a:t> </a:t>
                      </a:r>
                      <a:r>
                        <a:rPr sz="1800" dirty="0">
                          <a:latin typeface="Times New Roman"/>
                          <a:cs typeface="Times New Roman"/>
                        </a:rPr>
                        <a:t>.</a:t>
                      </a:r>
                    </a:p>
                  </a:txBody>
                  <a:tcPr marL="0" marR="0" marT="0" marB="0">
                    <a:lnL w="12700">
                      <a:solidFill>
                        <a:srgbClr val="FFFFFF"/>
                      </a:solidFill>
                      <a:prstDash val="solid"/>
                    </a:lnL>
                    <a:lnR w="12700">
                      <a:solidFill>
                        <a:srgbClr val="FFFFFF"/>
                      </a:solidFill>
                      <a:prstDash val="solid"/>
                    </a:lnR>
                    <a:solidFill>
                      <a:srgbClr val="D9CECC"/>
                    </a:solidFill>
                  </a:tcPr>
                </a:tc>
                <a:tc>
                  <a:txBody>
                    <a:bodyPr/>
                    <a:lstStyle/>
                    <a:p>
                      <a:pPr marL="99060">
                        <a:lnSpc>
                          <a:spcPts val="2020"/>
                        </a:lnSpc>
                      </a:pPr>
                      <a:r>
                        <a:rPr sz="1800" spc="85" dirty="0">
                          <a:latin typeface="Times New Roman"/>
                          <a:cs typeface="Times New Roman"/>
                        </a:rPr>
                        <a:t>Pakistan</a:t>
                      </a:r>
                      <a:r>
                        <a:rPr sz="1800" spc="-15" dirty="0">
                          <a:latin typeface="Times New Roman"/>
                          <a:cs typeface="Times New Roman"/>
                        </a:rPr>
                        <a:t> </a:t>
                      </a:r>
                      <a:r>
                        <a:rPr sz="1800" dirty="0">
                          <a:latin typeface="Times New Roman"/>
                          <a:cs typeface="Times New Roman"/>
                        </a:rPr>
                        <a:t>.</a:t>
                      </a:r>
                      <a:endParaRPr sz="1800">
                        <a:latin typeface="Times New Roman"/>
                        <a:cs typeface="Times New Roman"/>
                      </a:endParaRPr>
                    </a:p>
                  </a:txBody>
                  <a:tcPr marL="0" marR="0" marT="0" marB="0">
                    <a:lnL w="12700">
                      <a:solidFill>
                        <a:srgbClr val="FFFFFF"/>
                      </a:solidFill>
                      <a:prstDash val="solid"/>
                    </a:lnL>
                    <a:lnR w="12700">
                      <a:solidFill>
                        <a:srgbClr val="FFFFFF"/>
                      </a:solidFill>
                      <a:prstDash val="solid"/>
                    </a:lnR>
                    <a:solidFill>
                      <a:srgbClr val="D9CECC"/>
                    </a:solidFill>
                  </a:tcPr>
                </a:tc>
                <a:extLst>
                  <a:ext uri="{0D108BD9-81ED-4DB2-BD59-A6C34878D82A}">
                    <a16:rowId xmlns:a16="http://schemas.microsoft.com/office/drawing/2014/main" xmlns="" val="10002"/>
                  </a:ext>
                </a:extLst>
              </a:tr>
              <a:tr h="878840">
                <a:tc>
                  <a:txBody>
                    <a:bodyPr/>
                    <a:lstStyle/>
                    <a:p>
                      <a:pPr marL="97790">
                        <a:lnSpc>
                          <a:spcPts val="2014"/>
                        </a:lnSpc>
                      </a:pPr>
                      <a:r>
                        <a:rPr sz="1800" spc="80" dirty="0">
                          <a:latin typeface="Times New Roman"/>
                          <a:cs typeface="Times New Roman"/>
                        </a:rPr>
                        <a:t>emergency</a:t>
                      </a:r>
                      <a:r>
                        <a:rPr sz="1800" spc="80" dirty="0" smtClean="0">
                          <a:latin typeface="Times New Roman"/>
                          <a:cs typeface="Times New Roman"/>
                        </a:rPr>
                        <a:t>.</a:t>
                      </a:r>
                      <a:endParaRPr lang="en-US" sz="1800" spc="80" dirty="0" smtClean="0">
                        <a:latin typeface="Times New Roman"/>
                        <a:cs typeface="Times New Roman"/>
                      </a:endParaRPr>
                    </a:p>
                    <a:p>
                      <a:pPr marL="97790">
                        <a:lnSpc>
                          <a:spcPts val="2014"/>
                        </a:lnSpc>
                      </a:pPr>
                      <a:endParaRPr lang="en-US" sz="1800" spc="80" dirty="0" smtClean="0">
                        <a:latin typeface="Times New Roman"/>
                        <a:cs typeface="Times New Roman"/>
                      </a:endParaRPr>
                    </a:p>
                    <a:p>
                      <a:pPr marL="97790">
                        <a:lnSpc>
                          <a:spcPts val="2014"/>
                        </a:lnSpc>
                      </a:pPr>
                      <a:r>
                        <a:rPr lang="en-US" sz="1800" b="1" spc="80" dirty="0" smtClean="0">
                          <a:latin typeface="Times New Roman"/>
                          <a:cs typeface="Times New Roman"/>
                        </a:rPr>
                        <a:t>Language: Urdu &amp; Bengali </a:t>
                      </a:r>
                      <a:endParaRPr sz="1800" b="1" dirty="0">
                        <a:latin typeface="Times New Roman"/>
                        <a:cs typeface="Times New Roman"/>
                      </a:endParaRPr>
                    </a:p>
                  </a:txBody>
                  <a:tcPr marL="0" marR="0" marT="0" marB="0">
                    <a:lnL w="12700">
                      <a:solidFill>
                        <a:srgbClr val="FFFFFF"/>
                      </a:solidFill>
                      <a:prstDash val="solid"/>
                    </a:lnL>
                    <a:lnR w="12700">
                      <a:solidFill>
                        <a:srgbClr val="FFFFFF"/>
                      </a:solidFill>
                      <a:prstDash val="solid"/>
                    </a:lnR>
                    <a:lnB w="12700">
                      <a:solidFill>
                        <a:srgbClr val="FFFFFF"/>
                      </a:solidFill>
                      <a:prstDash val="solid"/>
                    </a:lnB>
                    <a:solidFill>
                      <a:srgbClr val="D9CECC"/>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lang="en-US" sz="1800" b="1" spc="80" dirty="0" smtClean="0">
                        <a:latin typeface="Times New Roman"/>
                        <a:cs typeface="Times New Roman"/>
                      </a:endParaRPr>
                    </a:p>
                    <a:p>
                      <a:pPr marL="0" marR="0" lvl="0" indent="0" algn="l" defTabSz="457200" rtl="0" eaLnBrk="1" fontAlgn="auto" latinLnBrk="0" hangingPunct="1">
                        <a:lnSpc>
                          <a:spcPct val="100000"/>
                        </a:lnSpc>
                        <a:spcBef>
                          <a:spcPts val="0"/>
                        </a:spcBef>
                        <a:spcAft>
                          <a:spcPts val="0"/>
                        </a:spcAft>
                        <a:buClrTx/>
                        <a:buSzTx/>
                        <a:buFontTx/>
                        <a:buNone/>
                        <a:tabLst/>
                        <a:defRPr/>
                      </a:pPr>
                      <a:endParaRPr lang="en-US" sz="1800" b="1" spc="80" dirty="0" smtClean="0">
                        <a:latin typeface="Times New Roman"/>
                        <a:cs typeface="Times New Roman"/>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sz="1800" b="1" spc="80" dirty="0" smtClean="0">
                          <a:latin typeface="Times New Roman"/>
                          <a:cs typeface="Times New Roman"/>
                        </a:rPr>
                        <a:t>Urdu &amp; Bengali </a:t>
                      </a:r>
                      <a:endParaRPr lang="en-US" sz="1800" b="1" dirty="0" smtClean="0">
                        <a:latin typeface="Times New Roman"/>
                        <a:cs typeface="Times New Roman"/>
                      </a:endParaRPr>
                    </a:p>
                    <a:p>
                      <a:pPr>
                        <a:lnSpc>
                          <a:spcPct val="100000"/>
                        </a:lnSpc>
                      </a:pPr>
                      <a:endParaRPr sz="1800" dirty="0">
                        <a:latin typeface="Times New Roman"/>
                        <a:cs typeface="Times New Roman"/>
                      </a:endParaRPr>
                    </a:p>
                  </a:txBody>
                  <a:tcPr marL="0" marR="0" marT="0" marB="0">
                    <a:lnL w="12700">
                      <a:solidFill>
                        <a:srgbClr val="FFFFFF"/>
                      </a:solidFill>
                      <a:prstDash val="solid"/>
                    </a:lnL>
                    <a:lnR w="12700">
                      <a:solidFill>
                        <a:srgbClr val="FFFFFF"/>
                      </a:solidFill>
                      <a:prstDash val="solid"/>
                    </a:lnR>
                    <a:lnB w="12700">
                      <a:solidFill>
                        <a:srgbClr val="FFFFFF"/>
                      </a:solidFill>
                      <a:prstDash val="solid"/>
                    </a:lnB>
                    <a:solidFill>
                      <a:srgbClr val="D9CECC"/>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lang="en-US" sz="1800" b="1" spc="80" dirty="0" smtClean="0">
                        <a:latin typeface="Times New Roman"/>
                        <a:cs typeface="Times New Roman"/>
                      </a:endParaRPr>
                    </a:p>
                    <a:p>
                      <a:pPr marL="0" marR="0" lvl="0" indent="0" algn="l" defTabSz="457200" rtl="0" eaLnBrk="1" fontAlgn="auto" latinLnBrk="0" hangingPunct="1">
                        <a:lnSpc>
                          <a:spcPct val="100000"/>
                        </a:lnSpc>
                        <a:spcBef>
                          <a:spcPts val="0"/>
                        </a:spcBef>
                        <a:spcAft>
                          <a:spcPts val="0"/>
                        </a:spcAft>
                        <a:buClrTx/>
                        <a:buSzTx/>
                        <a:buFontTx/>
                        <a:buNone/>
                        <a:tabLst/>
                        <a:defRPr/>
                      </a:pPr>
                      <a:endParaRPr lang="en-US" sz="1800" b="1" spc="80" dirty="0" smtClean="0">
                        <a:latin typeface="Times New Roman"/>
                        <a:cs typeface="Times New Roman"/>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sz="1800" b="1" spc="80" dirty="0" smtClean="0">
                          <a:latin typeface="Times New Roman"/>
                          <a:cs typeface="Times New Roman"/>
                        </a:rPr>
                        <a:t>Urdu </a:t>
                      </a:r>
                      <a:endParaRPr lang="en-US" sz="1800" b="1" dirty="0" smtClean="0">
                        <a:latin typeface="Times New Roman"/>
                        <a:cs typeface="Times New Roman"/>
                      </a:endParaRPr>
                    </a:p>
                    <a:p>
                      <a:pPr>
                        <a:lnSpc>
                          <a:spcPct val="100000"/>
                        </a:lnSpc>
                      </a:pPr>
                      <a:endParaRPr sz="1800" dirty="0">
                        <a:latin typeface="Times New Roman"/>
                        <a:cs typeface="Times New Roman"/>
                      </a:endParaRPr>
                    </a:p>
                  </a:txBody>
                  <a:tcPr marL="0" marR="0" marT="0" marB="0">
                    <a:lnL w="12700">
                      <a:solidFill>
                        <a:srgbClr val="FFFFFF"/>
                      </a:solidFill>
                      <a:prstDash val="solid"/>
                    </a:lnL>
                    <a:lnR w="12700">
                      <a:solidFill>
                        <a:srgbClr val="FFFFFF"/>
                      </a:solidFill>
                      <a:prstDash val="solid"/>
                    </a:lnR>
                    <a:lnB w="12700">
                      <a:solidFill>
                        <a:srgbClr val="FFFFFF"/>
                      </a:solidFill>
                      <a:prstDash val="solid"/>
                    </a:lnB>
                    <a:solidFill>
                      <a:srgbClr val="D9CECC"/>
                    </a:solidFill>
                  </a:tcPr>
                </a:tc>
                <a:extLst>
                  <a:ext uri="{0D108BD9-81ED-4DB2-BD59-A6C34878D82A}">
                    <a16:rowId xmlns:a16="http://schemas.microsoft.com/office/drawing/2014/main" xmlns="" val="10003"/>
                  </a:ext>
                </a:extLst>
              </a:tr>
            </a:tbl>
          </a:graphicData>
        </a:graphic>
      </p:graphicFrame>
    </p:spTree>
  </p:cSld>
  <p:clrMapOvr>
    <a:masterClrMapping/>
  </p:clrMapOvr>
  <mc:AlternateContent xmlns:mc="http://schemas.openxmlformats.org/markup-compatibility/2006" xmlns:p14="http://schemas.microsoft.com/office/powerpoint/2010/main">
    <mc:Choice Requires="p14">
      <p:transition spd="slow" p14:dur="3000">
        <p14:honeycomb/>
      </p:transition>
    </mc:Choice>
    <mc:Fallback xmlns="">
      <p:transition spd="slow">
        <p:fade/>
      </p:transition>
    </mc:Fallback>
  </mc:AlternateContent>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7031736" y="1484375"/>
            <a:ext cx="3636263" cy="4680204"/>
          </a:xfrm>
          <a:prstGeom prst="rect">
            <a:avLst/>
          </a:prstGeom>
          <a:blipFill>
            <a:blip r:embed="rId2" cstate="print"/>
            <a:stretch>
              <a:fillRect/>
            </a:stretch>
          </a:blipFill>
        </p:spPr>
        <p:txBody>
          <a:bodyPr wrap="square" lIns="0" tIns="0" rIns="0" bIns="0" rtlCol="0"/>
          <a:lstStyle/>
          <a:p>
            <a:endParaRPr/>
          </a:p>
        </p:txBody>
      </p:sp>
      <p:sp>
        <p:nvSpPr>
          <p:cNvPr id="3" name="object 3"/>
          <p:cNvSpPr/>
          <p:nvPr/>
        </p:nvSpPr>
        <p:spPr>
          <a:xfrm>
            <a:off x="1577734" y="108458"/>
            <a:ext cx="5742343" cy="4593970"/>
          </a:xfrm>
          <a:prstGeom prst="rect">
            <a:avLst/>
          </a:prstGeom>
          <a:blipFill>
            <a:blip r:embed="rId3" cstate="print"/>
            <a:stretch>
              <a:fillRect/>
            </a:stretch>
          </a:blipFill>
        </p:spPr>
        <p:txBody>
          <a:bodyPr wrap="square" lIns="0" tIns="0" rIns="0" bIns="0" rtlCol="0"/>
          <a:lstStyle/>
          <a:p>
            <a:endParaRP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3000">
        <p15:prstTrans prst="curtains"/>
      </p:transition>
    </mc:Choice>
    <mc:Fallback xmlns="">
      <p:transition spd="slow">
        <p:fade/>
      </p:transition>
    </mc:Fallback>
  </mc:AlternateContent>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rotWithShape="1">
          <a:blip r:embed="rId2"/>
          <a:srcRect t="14427" r="51250" b="11092"/>
          <a:stretch/>
        </p:blipFill>
        <p:spPr>
          <a:xfrm>
            <a:off x="381000" y="222913"/>
            <a:ext cx="6248400" cy="6324600"/>
          </a:xfrm>
          <a:prstGeom prst="rect">
            <a:avLst/>
          </a:prstGeom>
        </p:spPr>
      </p:pic>
      <p:pic>
        <p:nvPicPr>
          <p:cNvPr id="4" name="Picture 3"/>
          <p:cNvPicPr>
            <a:picLocks noChangeAspect="1"/>
          </p:cNvPicPr>
          <p:nvPr/>
        </p:nvPicPr>
        <p:blipFill rotWithShape="1">
          <a:blip r:embed="rId3"/>
          <a:srcRect t="27767" r="51875" b="36661"/>
          <a:stretch/>
        </p:blipFill>
        <p:spPr>
          <a:xfrm>
            <a:off x="6400800" y="762000"/>
            <a:ext cx="5791200" cy="3987384"/>
          </a:xfrm>
          <a:prstGeom prst="rect">
            <a:avLst/>
          </a:prstGeom>
        </p:spPr>
      </p:pic>
    </p:spTree>
    <p:extLst>
      <p:ext uri="{BB962C8B-B14F-4D97-AF65-F5344CB8AC3E}">
        <p14:creationId xmlns:p14="http://schemas.microsoft.com/office/powerpoint/2010/main" val="301279721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314302" y="0"/>
            <a:ext cx="6852399" cy="3524717"/>
          </a:xfrm>
          <a:prstGeom prst="rect">
            <a:avLst/>
          </a:prstGeom>
        </p:spPr>
      </p:pic>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rot="10800000">
            <a:off x="2211352" y="3451338"/>
            <a:ext cx="7058298" cy="3391422"/>
          </a:xfrm>
          <a:prstGeom prst="rect">
            <a:avLst/>
          </a:prstGeom>
        </p:spPr>
      </p:pic>
      <p:graphicFrame>
        <p:nvGraphicFramePr>
          <p:cNvPr id="8" name="Table 7"/>
          <p:cNvGraphicFramePr>
            <a:graphicFrameLocks noGrp="1"/>
          </p:cNvGraphicFramePr>
          <p:nvPr>
            <p:extLst>
              <p:ext uri="{D42A27DB-BD31-4B8C-83A1-F6EECF244321}">
                <p14:modId xmlns:p14="http://schemas.microsoft.com/office/powerpoint/2010/main" val="2133645093"/>
              </p:ext>
            </p:extLst>
          </p:nvPr>
        </p:nvGraphicFramePr>
        <p:xfrm>
          <a:off x="9306821" y="4343400"/>
          <a:ext cx="2693750" cy="2225040"/>
        </p:xfrm>
        <a:graphic>
          <a:graphicData uri="http://schemas.openxmlformats.org/drawingml/2006/table">
            <a:tbl>
              <a:tblPr firstRow="1" bandRow="1">
                <a:tableStyleId>{073A0DAA-6AF3-43AB-8588-CEC1D06C72B9}</a:tableStyleId>
              </a:tblPr>
              <a:tblGrid>
                <a:gridCol w="1346875"/>
                <a:gridCol w="1346875"/>
              </a:tblGrid>
              <a:tr h="370840">
                <a:tc>
                  <a:txBody>
                    <a:bodyPr/>
                    <a:lstStyle/>
                    <a:p>
                      <a:r>
                        <a:rPr lang="en-US" sz="1400" dirty="0" smtClean="0"/>
                        <a:t>Category</a:t>
                      </a:r>
                      <a:endParaRPr lang="en-US" sz="1400" dirty="0"/>
                    </a:p>
                  </a:txBody>
                  <a:tcPr/>
                </a:tc>
                <a:tc>
                  <a:txBody>
                    <a:bodyPr/>
                    <a:lstStyle/>
                    <a:p>
                      <a:r>
                        <a:rPr lang="en-US" sz="1400" dirty="0" smtClean="0"/>
                        <a:t>No. of</a:t>
                      </a:r>
                      <a:r>
                        <a:rPr lang="en-US" sz="1400" baseline="0" dirty="0" smtClean="0"/>
                        <a:t> Seats</a:t>
                      </a:r>
                      <a:endParaRPr lang="en-US" sz="1400" dirty="0"/>
                    </a:p>
                  </a:txBody>
                  <a:tcPr/>
                </a:tc>
              </a:tr>
              <a:tr h="370840">
                <a:tc>
                  <a:txBody>
                    <a:bodyPr/>
                    <a:lstStyle/>
                    <a:p>
                      <a:r>
                        <a:rPr lang="en-US" sz="1400" dirty="0" smtClean="0"/>
                        <a:t>General Seats</a:t>
                      </a:r>
                      <a:endParaRPr lang="en-US" sz="1400" dirty="0"/>
                    </a:p>
                  </a:txBody>
                  <a:tcPr/>
                </a:tc>
                <a:tc>
                  <a:txBody>
                    <a:bodyPr/>
                    <a:lstStyle/>
                    <a:p>
                      <a:r>
                        <a:rPr lang="en-US" sz="1400" dirty="0" smtClean="0"/>
                        <a:t>48</a:t>
                      </a:r>
                      <a:endParaRPr lang="en-US" sz="1400" dirty="0"/>
                    </a:p>
                  </a:txBody>
                  <a:tcPr/>
                </a:tc>
              </a:tr>
              <a:tr h="370840">
                <a:tc>
                  <a:txBody>
                    <a:bodyPr/>
                    <a:lstStyle/>
                    <a:p>
                      <a:r>
                        <a:rPr lang="en-US" sz="1400" dirty="0" smtClean="0"/>
                        <a:t>Technocrats</a:t>
                      </a:r>
                      <a:endParaRPr lang="en-US" sz="1400" dirty="0"/>
                    </a:p>
                  </a:txBody>
                  <a:tcPr/>
                </a:tc>
                <a:tc>
                  <a:txBody>
                    <a:bodyPr/>
                    <a:lstStyle/>
                    <a:p>
                      <a:r>
                        <a:rPr lang="en-US" sz="1400" dirty="0" smtClean="0"/>
                        <a:t>16</a:t>
                      </a:r>
                      <a:endParaRPr lang="en-US" sz="1400" dirty="0"/>
                    </a:p>
                  </a:txBody>
                  <a:tcPr/>
                </a:tc>
              </a:tr>
              <a:tr h="370840">
                <a:tc>
                  <a:txBody>
                    <a:bodyPr/>
                    <a:lstStyle/>
                    <a:p>
                      <a:r>
                        <a:rPr lang="en-US" sz="1400" dirty="0" smtClean="0"/>
                        <a:t>Women</a:t>
                      </a:r>
                      <a:endParaRPr lang="en-US" sz="1400" dirty="0"/>
                    </a:p>
                  </a:txBody>
                  <a:tcPr/>
                </a:tc>
                <a:tc>
                  <a:txBody>
                    <a:bodyPr/>
                    <a:lstStyle/>
                    <a:p>
                      <a:r>
                        <a:rPr lang="en-US" sz="1400" dirty="0" smtClean="0"/>
                        <a:t>16</a:t>
                      </a:r>
                      <a:endParaRPr lang="en-US" sz="1400" dirty="0"/>
                    </a:p>
                  </a:txBody>
                  <a:tcPr/>
                </a:tc>
              </a:tr>
              <a:tr h="370840">
                <a:tc>
                  <a:txBody>
                    <a:bodyPr/>
                    <a:lstStyle/>
                    <a:p>
                      <a:r>
                        <a:rPr lang="en-US" sz="1400" dirty="0" smtClean="0"/>
                        <a:t>Non-Muslims</a:t>
                      </a:r>
                      <a:endParaRPr lang="en-US" sz="1400" dirty="0"/>
                    </a:p>
                  </a:txBody>
                  <a:tcPr/>
                </a:tc>
                <a:tc>
                  <a:txBody>
                    <a:bodyPr/>
                    <a:lstStyle/>
                    <a:p>
                      <a:r>
                        <a:rPr lang="en-US" sz="1400" dirty="0" smtClean="0"/>
                        <a:t>4</a:t>
                      </a:r>
                      <a:endParaRPr lang="en-US" sz="1400" dirty="0"/>
                    </a:p>
                  </a:txBody>
                  <a:tcPr/>
                </a:tc>
              </a:tr>
              <a:tr h="370840">
                <a:tc>
                  <a:txBody>
                    <a:bodyPr/>
                    <a:lstStyle/>
                    <a:p>
                      <a:r>
                        <a:rPr lang="en-US" sz="1400" dirty="0" smtClean="0"/>
                        <a:t>Total</a:t>
                      </a:r>
                      <a:endParaRPr lang="en-US" sz="1400" dirty="0"/>
                    </a:p>
                  </a:txBody>
                  <a:tcPr/>
                </a:tc>
                <a:tc>
                  <a:txBody>
                    <a:bodyPr/>
                    <a:lstStyle/>
                    <a:p>
                      <a:r>
                        <a:rPr lang="en-US" sz="1400" dirty="0" smtClean="0"/>
                        <a:t>96</a:t>
                      </a:r>
                      <a:endParaRPr lang="en-US" sz="1400" dirty="0"/>
                    </a:p>
                  </a:txBody>
                  <a:tcPr/>
                </a:tc>
              </a:tr>
            </a:tbl>
          </a:graphicData>
        </a:graphic>
      </p:graphicFrame>
      <p:graphicFrame>
        <p:nvGraphicFramePr>
          <p:cNvPr id="9" name="Table 8"/>
          <p:cNvGraphicFramePr>
            <a:graphicFrameLocks noGrp="1"/>
          </p:cNvGraphicFramePr>
          <p:nvPr>
            <p:extLst>
              <p:ext uri="{D42A27DB-BD31-4B8C-83A1-F6EECF244321}">
                <p14:modId xmlns:p14="http://schemas.microsoft.com/office/powerpoint/2010/main" val="2240257482"/>
              </p:ext>
            </p:extLst>
          </p:nvPr>
        </p:nvGraphicFramePr>
        <p:xfrm>
          <a:off x="9166701" y="304800"/>
          <a:ext cx="2693750" cy="1854200"/>
        </p:xfrm>
        <a:graphic>
          <a:graphicData uri="http://schemas.openxmlformats.org/drawingml/2006/table">
            <a:tbl>
              <a:tblPr firstRow="1" bandRow="1">
                <a:tableStyleId>{073A0DAA-6AF3-43AB-8588-CEC1D06C72B9}</a:tableStyleId>
              </a:tblPr>
              <a:tblGrid>
                <a:gridCol w="1346875"/>
                <a:gridCol w="1346875"/>
              </a:tblGrid>
              <a:tr h="370840">
                <a:tc>
                  <a:txBody>
                    <a:bodyPr/>
                    <a:lstStyle/>
                    <a:p>
                      <a:r>
                        <a:rPr lang="en-US" sz="1400" dirty="0" smtClean="0"/>
                        <a:t>Category</a:t>
                      </a:r>
                      <a:endParaRPr lang="en-US" sz="1400" dirty="0"/>
                    </a:p>
                  </a:txBody>
                  <a:tcPr/>
                </a:tc>
                <a:tc>
                  <a:txBody>
                    <a:bodyPr/>
                    <a:lstStyle/>
                    <a:p>
                      <a:r>
                        <a:rPr lang="en-US" sz="1400" dirty="0" smtClean="0"/>
                        <a:t>No. of</a:t>
                      </a:r>
                      <a:r>
                        <a:rPr lang="en-US" sz="1400" baseline="0" dirty="0" smtClean="0"/>
                        <a:t> Seats</a:t>
                      </a:r>
                      <a:endParaRPr lang="en-US" sz="1400" dirty="0"/>
                    </a:p>
                  </a:txBody>
                  <a:tcPr/>
                </a:tc>
              </a:tr>
              <a:tr h="370840">
                <a:tc>
                  <a:txBody>
                    <a:bodyPr/>
                    <a:lstStyle/>
                    <a:p>
                      <a:r>
                        <a:rPr lang="en-US" sz="1400" dirty="0" smtClean="0"/>
                        <a:t>General Seats</a:t>
                      </a:r>
                      <a:endParaRPr lang="en-US" sz="1400" dirty="0"/>
                    </a:p>
                  </a:txBody>
                  <a:tcPr/>
                </a:tc>
                <a:tc>
                  <a:txBody>
                    <a:bodyPr/>
                    <a:lstStyle/>
                    <a:p>
                      <a:r>
                        <a:rPr lang="en-US" sz="1400" dirty="0" smtClean="0"/>
                        <a:t>266</a:t>
                      </a:r>
                      <a:endParaRPr lang="en-US" sz="1400" dirty="0"/>
                    </a:p>
                  </a:txBody>
                  <a:tcPr/>
                </a:tc>
              </a:tr>
              <a:tr h="370840">
                <a:tc>
                  <a:txBody>
                    <a:bodyPr/>
                    <a:lstStyle/>
                    <a:p>
                      <a:r>
                        <a:rPr lang="en-US" sz="1400" dirty="0" smtClean="0"/>
                        <a:t>Women</a:t>
                      </a:r>
                      <a:endParaRPr lang="en-US" sz="1400" dirty="0"/>
                    </a:p>
                  </a:txBody>
                  <a:tcPr/>
                </a:tc>
                <a:tc>
                  <a:txBody>
                    <a:bodyPr/>
                    <a:lstStyle/>
                    <a:p>
                      <a:r>
                        <a:rPr lang="en-US" sz="1400" dirty="0" smtClean="0"/>
                        <a:t>60</a:t>
                      </a:r>
                      <a:endParaRPr lang="en-US" sz="1400" dirty="0"/>
                    </a:p>
                  </a:txBody>
                  <a:tcPr/>
                </a:tc>
              </a:tr>
              <a:tr h="370840">
                <a:tc>
                  <a:txBody>
                    <a:bodyPr/>
                    <a:lstStyle/>
                    <a:p>
                      <a:r>
                        <a:rPr lang="en-US" sz="1400" dirty="0" smtClean="0"/>
                        <a:t>Non-Muslims</a:t>
                      </a:r>
                      <a:endParaRPr lang="en-US" sz="1400" dirty="0"/>
                    </a:p>
                  </a:txBody>
                  <a:tcPr/>
                </a:tc>
                <a:tc>
                  <a:txBody>
                    <a:bodyPr/>
                    <a:lstStyle/>
                    <a:p>
                      <a:r>
                        <a:rPr lang="en-US" sz="1400" dirty="0" smtClean="0"/>
                        <a:t>10</a:t>
                      </a:r>
                      <a:endParaRPr lang="en-US" sz="1400" dirty="0"/>
                    </a:p>
                  </a:txBody>
                  <a:tcPr/>
                </a:tc>
              </a:tr>
              <a:tr h="370840">
                <a:tc>
                  <a:txBody>
                    <a:bodyPr/>
                    <a:lstStyle/>
                    <a:p>
                      <a:r>
                        <a:rPr lang="en-US" sz="1400" dirty="0" smtClean="0"/>
                        <a:t>Total</a:t>
                      </a:r>
                      <a:endParaRPr lang="en-US" sz="1400" dirty="0"/>
                    </a:p>
                  </a:txBody>
                  <a:tcPr/>
                </a:tc>
                <a:tc>
                  <a:txBody>
                    <a:bodyPr/>
                    <a:lstStyle/>
                    <a:p>
                      <a:r>
                        <a:rPr lang="en-US" sz="1400" dirty="0" smtClean="0"/>
                        <a:t>336</a:t>
                      </a:r>
                      <a:endParaRPr lang="en-US" sz="1400" dirty="0"/>
                    </a:p>
                  </a:txBody>
                  <a:tcPr/>
                </a:tc>
              </a:tr>
            </a:tbl>
          </a:graphicData>
        </a:graphic>
      </p:graphicFrame>
    </p:spTree>
    <p:extLst>
      <p:ext uri="{BB962C8B-B14F-4D97-AF65-F5344CB8AC3E}">
        <p14:creationId xmlns:p14="http://schemas.microsoft.com/office/powerpoint/2010/main" val="24429784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6000">
        <p15:prstTrans prst="curtains"/>
      </p:transition>
    </mc:Choice>
    <mc:Fallback xmlns="">
      <p:transition spd="slow">
        <p:fade/>
      </p:transition>
    </mc:Fallback>
  </mc:AlternateContent>
  <p:timing>
    <p:tnLst>
      <p:par>
        <p:cTn id="1" dur="indefinite" restart="never" nodeType="tmRoot"/>
      </p:par>
    </p:tn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Facet</Template>
  <TotalTime>1554</TotalTime>
  <Words>1913</Words>
  <Application>Microsoft Office PowerPoint</Application>
  <PresentationFormat>Widescreen</PresentationFormat>
  <Paragraphs>392</Paragraphs>
  <Slides>34</Slides>
  <Notes>16</Notes>
  <HiddenSlides>1</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34</vt:i4>
      </vt:variant>
    </vt:vector>
  </HeadingPairs>
  <TitlesOfParts>
    <vt:vector size="42" baseType="lpstr">
      <vt:lpstr>Andalus</vt:lpstr>
      <vt:lpstr>Arial</vt:lpstr>
      <vt:lpstr>Calibri</vt:lpstr>
      <vt:lpstr>Times New Roman</vt:lpstr>
      <vt:lpstr>Trebuchet MS</vt:lpstr>
      <vt:lpstr>Wingdings</vt:lpstr>
      <vt:lpstr>Wingdings 3</vt:lpstr>
      <vt:lpstr>Facet</vt:lpstr>
      <vt:lpstr>Welcome to Classes</vt:lpstr>
      <vt:lpstr>PowerPoint Presentation</vt:lpstr>
      <vt:lpstr>India Act 1935</vt:lpstr>
      <vt:lpstr>India Independence Act 1947</vt:lpstr>
      <vt:lpstr>PowerPoint Presentation</vt:lpstr>
      <vt:lpstr>PowerPoint Presentation</vt:lpstr>
      <vt:lpstr>PowerPoint Presentation</vt:lpstr>
      <vt:lpstr>Importance of Constitution  for a Nation</vt:lpstr>
      <vt:lpstr>PowerPoint Presentation</vt:lpstr>
      <vt:lpstr>PowerPoint Presentation</vt:lpstr>
      <vt:lpstr>PowerPoint Presentation</vt:lpstr>
      <vt:lpstr>Basic Principles Committee Report First: 28 Sept, 1950 Second: 22 Dec, 1952</vt:lpstr>
      <vt:lpstr>PowerPoint Presentation</vt:lpstr>
      <vt:lpstr>Constitutions Making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Comparative Analysis  </vt:lpstr>
      <vt:lpstr>Comparative Analysis  </vt:lpstr>
      <vt:lpstr>1973 Constitution</vt:lpstr>
      <vt:lpstr>1973 Constitution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cp:lastModifiedBy>ICT</cp:lastModifiedBy>
  <cp:revision>272</cp:revision>
  <cp:lastPrinted>2019-10-25T09:39:59Z</cp:lastPrinted>
  <dcterms:created xsi:type="dcterms:W3CDTF">2019-10-25T05:41:37Z</dcterms:created>
  <dcterms:modified xsi:type="dcterms:W3CDTF">2025-11-05T04:55:19Z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2015-11-28T00:00:00Z</vt:filetime>
  </property>
  <property fmtid="{D5CDD505-2E9C-101B-9397-08002B2CF9AE}" pid="3" name="Creator">
    <vt:lpwstr>Microsoft® PowerPoint® 2013</vt:lpwstr>
  </property>
  <property fmtid="{D5CDD505-2E9C-101B-9397-08002B2CF9AE}" pid="4" name="LastSaved">
    <vt:filetime>2019-10-25T00:00:00Z</vt:filetime>
  </property>
</Properties>
</file>