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1" r:id="rId10"/>
    <p:sldId id="270" r:id="rId11"/>
    <p:sldId id="268" r:id="rId12"/>
    <p:sldId id="269" r:id="rId13"/>
  </p:sldIdLst>
  <p:sldSz cx="18288000" cy="10287000"/>
  <p:notesSz cx="6858000" cy="9144000"/>
  <p:embeddedFontLst>
    <p:embeddedFont>
      <p:font typeface="Baloo Da" panose="020B0604020202020204" charset="0"/>
      <p:regular r:id="rId14"/>
    </p:embeddedFont>
    <p:embeddedFont>
      <p:font typeface="Japan" panose="020B0604020202020204" charset="-78"/>
      <p:regular r:id="rId15"/>
    </p:embeddedFont>
    <p:embeddedFont>
      <p:font typeface="Calibri" panose="020F0502020204030204" pitchFamily="34" charset="0"/>
      <p:regular r:id="rId16"/>
      <p:bold r:id="rId17"/>
      <p:italic r:id="rId18"/>
      <p:boldItalic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6" d="100"/>
          <a:sy n="46" d="100"/>
        </p:scale>
        <p:origin x="756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png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12.svg"/><Relationship Id="rId18" Type="http://schemas.openxmlformats.org/officeDocument/2006/relationships/image" Target="../media/image9.png"/><Relationship Id="rId3" Type="http://schemas.openxmlformats.org/officeDocument/2006/relationships/image" Target="../media/image2.sv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6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8.png"/><Relationship Id="rId20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5.png"/><Relationship Id="rId19" Type="http://schemas.openxmlformats.org/officeDocument/2006/relationships/image" Target="../media/image18.svg"/><Relationship Id="rId4" Type="http://schemas.openxmlformats.org/officeDocument/2006/relationships/image" Target="../media/image2.png"/><Relationship Id="rId9" Type="http://schemas.openxmlformats.org/officeDocument/2006/relationships/image" Target="../media/image8.svg"/><Relationship Id="rId1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12.svg"/><Relationship Id="rId18" Type="http://schemas.openxmlformats.org/officeDocument/2006/relationships/image" Target="../media/image9.png"/><Relationship Id="rId3" Type="http://schemas.openxmlformats.org/officeDocument/2006/relationships/image" Target="../media/image2.sv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6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8.png"/><Relationship Id="rId20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5.png"/><Relationship Id="rId19" Type="http://schemas.openxmlformats.org/officeDocument/2006/relationships/image" Target="../media/image18.svg"/><Relationship Id="rId4" Type="http://schemas.openxmlformats.org/officeDocument/2006/relationships/image" Target="../media/image2.png"/><Relationship Id="rId9" Type="http://schemas.openxmlformats.org/officeDocument/2006/relationships/image" Target="../media/image8.svg"/><Relationship Id="rId1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12.svg"/><Relationship Id="rId18" Type="http://schemas.openxmlformats.org/officeDocument/2006/relationships/image" Target="../media/image9.png"/><Relationship Id="rId3" Type="http://schemas.openxmlformats.org/officeDocument/2006/relationships/image" Target="../media/image2.sv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6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8.png"/><Relationship Id="rId20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5.png"/><Relationship Id="rId19" Type="http://schemas.openxmlformats.org/officeDocument/2006/relationships/image" Target="../media/image18.svg"/><Relationship Id="rId4" Type="http://schemas.openxmlformats.org/officeDocument/2006/relationships/image" Target="../media/image2.png"/><Relationship Id="rId9" Type="http://schemas.openxmlformats.org/officeDocument/2006/relationships/image" Target="../media/image8.svg"/><Relationship Id="rId1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12.svg"/><Relationship Id="rId18" Type="http://schemas.openxmlformats.org/officeDocument/2006/relationships/image" Target="../media/image9.png"/><Relationship Id="rId3" Type="http://schemas.openxmlformats.org/officeDocument/2006/relationships/image" Target="../media/image2.sv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6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8.png"/><Relationship Id="rId20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5.png"/><Relationship Id="rId19" Type="http://schemas.openxmlformats.org/officeDocument/2006/relationships/image" Target="../media/image18.svg"/><Relationship Id="rId4" Type="http://schemas.openxmlformats.org/officeDocument/2006/relationships/image" Target="../media/image2.png"/><Relationship Id="rId9" Type="http://schemas.openxmlformats.org/officeDocument/2006/relationships/image" Target="../media/image8.svg"/><Relationship Id="rId1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6.png"/><Relationship Id="rId18" Type="http://schemas.openxmlformats.org/officeDocument/2006/relationships/image" Target="../media/image16.svg"/><Relationship Id="rId3" Type="http://schemas.openxmlformats.org/officeDocument/2006/relationships/image" Target="../media/image1.png"/><Relationship Id="rId21" Type="http://schemas.openxmlformats.org/officeDocument/2006/relationships/image" Target="../media/image10.png"/><Relationship Id="rId7" Type="http://schemas.openxmlformats.org/officeDocument/2006/relationships/image" Target="../media/image3.png"/><Relationship Id="rId12" Type="http://schemas.openxmlformats.org/officeDocument/2006/relationships/image" Target="../media/image10.svg"/><Relationship Id="rId17" Type="http://schemas.openxmlformats.org/officeDocument/2006/relationships/image" Target="../media/image8.png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svg"/><Relationship Id="rId11" Type="http://schemas.openxmlformats.org/officeDocument/2006/relationships/image" Target="../media/image5.png"/><Relationship Id="rId24" Type="http://schemas.openxmlformats.org/officeDocument/2006/relationships/image" Target="../media/image11.png"/><Relationship Id="rId5" Type="http://schemas.openxmlformats.org/officeDocument/2006/relationships/image" Target="../media/image2.png"/><Relationship Id="rId15" Type="http://schemas.openxmlformats.org/officeDocument/2006/relationships/image" Target="../media/image7.png"/><Relationship Id="rId23" Type="http://schemas.openxmlformats.org/officeDocument/2006/relationships/package" Target="../embeddings/Microsoft_Excel_Worksheet1.xlsx"/><Relationship Id="rId10" Type="http://schemas.openxmlformats.org/officeDocument/2006/relationships/image" Target="../media/image8.svg"/><Relationship Id="rId19" Type="http://schemas.openxmlformats.org/officeDocument/2006/relationships/image" Target="../media/image9.png"/><Relationship Id="rId4" Type="http://schemas.openxmlformats.org/officeDocument/2006/relationships/image" Target="../media/image2.svg"/><Relationship Id="rId9" Type="http://schemas.openxmlformats.org/officeDocument/2006/relationships/image" Target="../media/image4.png"/><Relationship Id="rId14" Type="http://schemas.openxmlformats.org/officeDocument/2006/relationships/image" Target="../media/image12.svg"/><Relationship Id="rId22" Type="http://schemas.openxmlformats.org/officeDocument/2006/relationships/image" Target="../media/image20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12.svg"/><Relationship Id="rId18" Type="http://schemas.openxmlformats.org/officeDocument/2006/relationships/image" Target="../media/image9.png"/><Relationship Id="rId3" Type="http://schemas.openxmlformats.org/officeDocument/2006/relationships/image" Target="../media/image2.sv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6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8.png"/><Relationship Id="rId20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5.png"/><Relationship Id="rId19" Type="http://schemas.openxmlformats.org/officeDocument/2006/relationships/image" Target="../media/image18.svg"/><Relationship Id="rId4" Type="http://schemas.openxmlformats.org/officeDocument/2006/relationships/image" Target="../media/image2.png"/><Relationship Id="rId9" Type="http://schemas.openxmlformats.org/officeDocument/2006/relationships/image" Target="../media/image8.svg"/><Relationship Id="rId1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12.svg"/><Relationship Id="rId18" Type="http://schemas.openxmlformats.org/officeDocument/2006/relationships/image" Target="../media/image9.png"/><Relationship Id="rId3" Type="http://schemas.openxmlformats.org/officeDocument/2006/relationships/image" Target="../media/image2.sv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6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8.png"/><Relationship Id="rId20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5.png"/><Relationship Id="rId19" Type="http://schemas.openxmlformats.org/officeDocument/2006/relationships/image" Target="../media/image18.svg"/><Relationship Id="rId4" Type="http://schemas.openxmlformats.org/officeDocument/2006/relationships/image" Target="../media/image2.png"/><Relationship Id="rId9" Type="http://schemas.openxmlformats.org/officeDocument/2006/relationships/image" Target="../media/image8.svg"/><Relationship Id="rId1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12.svg"/><Relationship Id="rId18" Type="http://schemas.openxmlformats.org/officeDocument/2006/relationships/image" Target="../media/image9.png"/><Relationship Id="rId3" Type="http://schemas.openxmlformats.org/officeDocument/2006/relationships/image" Target="../media/image2.sv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6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8.png"/><Relationship Id="rId20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5.png"/><Relationship Id="rId19" Type="http://schemas.openxmlformats.org/officeDocument/2006/relationships/image" Target="../media/image18.svg"/><Relationship Id="rId4" Type="http://schemas.openxmlformats.org/officeDocument/2006/relationships/image" Target="../media/image2.png"/><Relationship Id="rId9" Type="http://schemas.openxmlformats.org/officeDocument/2006/relationships/image" Target="../media/image8.svg"/><Relationship Id="rId1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12.svg"/><Relationship Id="rId18" Type="http://schemas.openxmlformats.org/officeDocument/2006/relationships/image" Target="../media/image9.png"/><Relationship Id="rId3" Type="http://schemas.openxmlformats.org/officeDocument/2006/relationships/image" Target="../media/image2.sv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6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8.png"/><Relationship Id="rId20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5.png"/><Relationship Id="rId19" Type="http://schemas.openxmlformats.org/officeDocument/2006/relationships/image" Target="../media/image18.svg"/><Relationship Id="rId4" Type="http://schemas.openxmlformats.org/officeDocument/2006/relationships/image" Target="../media/image2.png"/><Relationship Id="rId9" Type="http://schemas.openxmlformats.org/officeDocument/2006/relationships/image" Target="../media/image8.svg"/><Relationship Id="rId1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12.svg"/><Relationship Id="rId18" Type="http://schemas.openxmlformats.org/officeDocument/2006/relationships/image" Target="../media/image9.png"/><Relationship Id="rId3" Type="http://schemas.openxmlformats.org/officeDocument/2006/relationships/image" Target="../media/image2.sv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6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8.png"/><Relationship Id="rId20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5.png"/><Relationship Id="rId19" Type="http://schemas.openxmlformats.org/officeDocument/2006/relationships/image" Target="../media/image18.svg"/><Relationship Id="rId4" Type="http://schemas.openxmlformats.org/officeDocument/2006/relationships/image" Target="../media/image2.png"/><Relationship Id="rId9" Type="http://schemas.openxmlformats.org/officeDocument/2006/relationships/image" Target="../media/image8.svg"/><Relationship Id="rId1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12.svg"/><Relationship Id="rId18" Type="http://schemas.openxmlformats.org/officeDocument/2006/relationships/image" Target="../media/image9.png"/><Relationship Id="rId3" Type="http://schemas.openxmlformats.org/officeDocument/2006/relationships/image" Target="../media/image2.sv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6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8.png"/><Relationship Id="rId20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5.png"/><Relationship Id="rId19" Type="http://schemas.openxmlformats.org/officeDocument/2006/relationships/image" Target="../media/image18.svg"/><Relationship Id="rId4" Type="http://schemas.openxmlformats.org/officeDocument/2006/relationships/image" Target="../media/image2.png"/><Relationship Id="rId9" Type="http://schemas.openxmlformats.org/officeDocument/2006/relationships/image" Target="../media/image8.svg"/><Relationship Id="rId1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2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210437" y="-200289"/>
            <a:ext cx="13054288" cy="9650795"/>
          </a:xfrm>
          <a:custGeom>
            <a:avLst/>
            <a:gdLst/>
            <a:ahLst/>
            <a:cxnLst/>
            <a:rect l="l" t="t" r="r" b="b"/>
            <a:pathLst>
              <a:path w="13054288" h="9650795">
                <a:moveTo>
                  <a:pt x="0" y="0"/>
                </a:moveTo>
                <a:lnTo>
                  <a:pt x="13054288" y="0"/>
                </a:lnTo>
                <a:lnTo>
                  <a:pt x="13054288" y="9650794"/>
                </a:lnTo>
                <a:lnTo>
                  <a:pt x="0" y="96507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384513" y="5143500"/>
            <a:ext cx="9240697" cy="7775103"/>
          </a:xfrm>
          <a:custGeom>
            <a:avLst/>
            <a:gdLst/>
            <a:ahLst/>
            <a:cxnLst/>
            <a:rect l="l" t="t" r="r" b="b"/>
            <a:pathLst>
              <a:path w="9240697" h="7775103">
                <a:moveTo>
                  <a:pt x="0" y="0"/>
                </a:moveTo>
                <a:lnTo>
                  <a:pt x="9240697" y="0"/>
                </a:lnTo>
                <a:lnTo>
                  <a:pt x="9240697" y="7775103"/>
                </a:lnTo>
                <a:lnTo>
                  <a:pt x="0" y="77751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0800000">
            <a:off x="11001842" y="9290531"/>
            <a:ext cx="3024824" cy="1746408"/>
          </a:xfrm>
          <a:custGeom>
            <a:avLst/>
            <a:gdLst/>
            <a:ahLst/>
            <a:cxnLst/>
            <a:rect l="l" t="t" r="r" b="b"/>
            <a:pathLst>
              <a:path w="3024824" h="1746408">
                <a:moveTo>
                  <a:pt x="0" y="0"/>
                </a:moveTo>
                <a:lnTo>
                  <a:pt x="3024824" y="0"/>
                </a:lnTo>
                <a:lnTo>
                  <a:pt x="3024824" y="1746408"/>
                </a:lnTo>
                <a:lnTo>
                  <a:pt x="0" y="17464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7529420" y="3499856"/>
            <a:ext cx="6591359" cy="4114800"/>
          </a:xfrm>
          <a:custGeom>
            <a:avLst/>
            <a:gdLst/>
            <a:ahLst/>
            <a:cxnLst/>
            <a:rect l="l" t="t" r="r" b="b"/>
            <a:pathLst>
              <a:path w="6591359" h="4114800">
                <a:moveTo>
                  <a:pt x="0" y="0"/>
                </a:moveTo>
                <a:lnTo>
                  <a:pt x="6591360" y="0"/>
                </a:lnTo>
                <a:lnTo>
                  <a:pt x="659136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9473383">
            <a:off x="-2488578" y="-1532444"/>
            <a:ext cx="7315200" cy="3900850"/>
          </a:xfrm>
          <a:custGeom>
            <a:avLst/>
            <a:gdLst/>
            <a:ahLst/>
            <a:cxnLst/>
            <a:rect l="l" t="t" r="r" b="b"/>
            <a:pathLst>
              <a:path w="7315200" h="3900850">
                <a:moveTo>
                  <a:pt x="0" y="0"/>
                </a:moveTo>
                <a:lnTo>
                  <a:pt x="7315200" y="0"/>
                </a:lnTo>
                <a:lnTo>
                  <a:pt x="7315200" y="3900850"/>
                </a:lnTo>
                <a:lnTo>
                  <a:pt x="0" y="39008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2085039" y="3793270"/>
            <a:ext cx="3113739" cy="2700461"/>
          </a:xfrm>
          <a:custGeom>
            <a:avLst/>
            <a:gdLst/>
            <a:ahLst/>
            <a:cxnLst/>
            <a:rect l="l" t="t" r="r" b="b"/>
            <a:pathLst>
              <a:path w="3113739" h="2700461">
                <a:moveTo>
                  <a:pt x="0" y="0"/>
                </a:moveTo>
                <a:lnTo>
                  <a:pt x="3113739" y="0"/>
                </a:lnTo>
                <a:lnTo>
                  <a:pt x="3113739" y="2700460"/>
                </a:lnTo>
                <a:lnTo>
                  <a:pt x="0" y="270046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6256785" y="8106335"/>
            <a:ext cx="2005030" cy="4114800"/>
          </a:xfrm>
          <a:custGeom>
            <a:avLst/>
            <a:gdLst/>
            <a:ahLst/>
            <a:cxnLst/>
            <a:rect l="l" t="t" r="r" b="b"/>
            <a:pathLst>
              <a:path w="2005030" h="4114800">
                <a:moveTo>
                  <a:pt x="0" y="0"/>
                </a:moveTo>
                <a:lnTo>
                  <a:pt x="2005030" y="0"/>
                </a:lnTo>
                <a:lnTo>
                  <a:pt x="20050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=""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8145707" y="8673823"/>
            <a:ext cx="5712271" cy="2846562"/>
          </a:xfrm>
          <a:custGeom>
            <a:avLst/>
            <a:gdLst/>
            <a:ahLst/>
            <a:cxnLst/>
            <a:rect l="l" t="t" r="r" b="b"/>
            <a:pathLst>
              <a:path w="5712271" h="2846562">
                <a:moveTo>
                  <a:pt x="0" y="0"/>
                </a:moveTo>
                <a:lnTo>
                  <a:pt x="5712271" y="0"/>
                </a:lnTo>
                <a:lnTo>
                  <a:pt x="5712271" y="2846562"/>
                </a:lnTo>
                <a:lnTo>
                  <a:pt x="0" y="284656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=""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-777834" y="8673823"/>
            <a:ext cx="3893712" cy="2363116"/>
          </a:xfrm>
          <a:custGeom>
            <a:avLst/>
            <a:gdLst/>
            <a:ahLst/>
            <a:cxnLst/>
            <a:rect l="l" t="t" r="r" b="b"/>
            <a:pathLst>
              <a:path w="3893712" h="2363116">
                <a:moveTo>
                  <a:pt x="0" y="0"/>
                </a:moveTo>
                <a:lnTo>
                  <a:pt x="3893712" y="0"/>
                </a:lnTo>
                <a:lnTo>
                  <a:pt x="3893712" y="2363116"/>
                </a:lnTo>
                <a:lnTo>
                  <a:pt x="0" y="2363116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=""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4487169" y="-3732654"/>
            <a:ext cx="5544262" cy="5507152"/>
          </a:xfrm>
          <a:custGeom>
            <a:avLst/>
            <a:gdLst/>
            <a:ahLst/>
            <a:cxnLst/>
            <a:rect l="l" t="t" r="r" b="b"/>
            <a:pathLst>
              <a:path w="5544262" h="5507152">
                <a:moveTo>
                  <a:pt x="0" y="0"/>
                </a:moveTo>
                <a:lnTo>
                  <a:pt x="5544262" y="0"/>
                </a:lnTo>
                <a:lnTo>
                  <a:pt x="5544262" y="5507152"/>
                </a:lnTo>
                <a:lnTo>
                  <a:pt x="0" y="5507152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=""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4058344" y="3508027"/>
            <a:ext cx="10171313" cy="18703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360"/>
              </a:lnSpc>
            </a:pPr>
            <a:r>
              <a:rPr lang="en-US" sz="15905" dirty="0">
                <a:solidFill>
                  <a:srgbClr val="6682B9"/>
                </a:solidFill>
                <a:latin typeface="Baloo Da"/>
                <a:ea typeface="Baloo Da"/>
                <a:cs typeface="Baloo Da"/>
                <a:sym typeface="Baloo Da"/>
              </a:rPr>
              <a:t>LINKLIST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2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210437" y="-200289"/>
            <a:ext cx="13054288" cy="9650795"/>
          </a:xfrm>
          <a:custGeom>
            <a:avLst/>
            <a:gdLst/>
            <a:ahLst/>
            <a:cxnLst/>
            <a:rect l="l" t="t" r="r" b="b"/>
            <a:pathLst>
              <a:path w="13054288" h="9650795">
                <a:moveTo>
                  <a:pt x="0" y="0"/>
                </a:moveTo>
                <a:lnTo>
                  <a:pt x="13054288" y="0"/>
                </a:lnTo>
                <a:lnTo>
                  <a:pt x="13054288" y="9650794"/>
                </a:lnTo>
                <a:lnTo>
                  <a:pt x="0" y="96507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384513" y="5143500"/>
            <a:ext cx="9240697" cy="7775103"/>
          </a:xfrm>
          <a:custGeom>
            <a:avLst/>
            <a:gdLst/>
            <a:ahLst/>
            <a:cxnLst/>
            <a:rect l="l" t="t" r="r" b="b"/>
            <a:pathLst>
              <a:path w="9240697" h="7775103">
                <a:moveTo>
                  <a:pt x="0" y="0"/>
                </a:moveTo>
                <a:lnTo>
                  <a:pt x="9240697" y="0"/>
                </a:lnTo>
                <a:lnTo>
                  <a:pt x="9240697" y="7775103"/>
                </a:lnTo>
                <a:lnTo>
                  <a:pt x="0" y="77751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0800000">
            <a:off x="11001842" y="9290531"/>
            <a:ext cx="3024824" cy="1746408"/>
          </a:xfrm>
          <a:custGeom>
            <a:avLst/>
            <a:gdLst/>
            <a:ahLst/>
            <a:cxnLst/>
            <a:rect l="l" t="t" r="r" b="b"/>
            <a:pathLst>
              <a:path w="3024824" h="1746408">
                <a:moveTo>
                  <a:pt x="0" y="0"/>
                </a:moveTo>
                <a:lnTo>
                  <a:pt x="3024824" y="0"/>
                </a:lnTo>
                <a:lnTo>
                  <a:pt x="3024824" y="1746408"/>
                </a:lnTo>
                <a:lnTo>
                  <a:pt x="0" y="17464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7529420" y="3499856"/>
            <a:ext cx="6591359" cy="4114800"/>
          </a:xfrm>
          <a:custGeom>
            <a:avLst/>
            <a:gdLst/>
            <a:ahLst/>
            <a:cxnLst/>
            <a:rect l="l" t="t" r="r" b="b"/>
            <a:pathLst>
              <a:path w="6591359" h="4114800">
                <a:moveTo>
                  <a:pt x="0" y="0"/>
                </a:moveTo>
                <a:lnTo>
                  <a:pt x="6591360" y="0"/>
                </a:lnTo>
                <a:lnTo>
                  <a:pt x="659136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9473383">
            <a:off x="-2488578" y="-1532444"/>
            <a:ext cx="7315200" cy="3900850"/>
          </a:xfrm>
          <a:custGeom>
            <a:avLst/>
            <a:gdLst/>
            <a:ahLst/>
            <a:cxnLst/>
            <a:rect l="l" t="t" r="r" b="b"/>
            <a:pathLst>
              <a:path w="7315200" h="3900850">
                <a:moveTo>
                  <a:pt x="0" y="0"/>
                </a:moveTo>
                <a:lnTo>
                  <a:pt x="7315200" y="0"/>
                </a:lnTo>
                <a:lnTo>
                  <a:pt x="7315200" y="3900850"/>
                </a:lnTo>
                <a:lnTo>
                  <a:pt x="0" y="39008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2085039" y="3793270"/>
            <a:ext cx="3113739" cy="2700461"/>
          </a:xfrm>
          <a:custGeom>
            <a:avLst/>
            <a:gdLst/>
            <a:ahLst/>
            <a:cxnLst/>
            <a:rect l="l" t="t" r="r" b="b"/>
            <a:pathLst>
              <a:path w="3113739" h="2700461">
                <a:moveTo>
                  <a:pt x="0" y="0"/>
                </a:moveTo>
                <a:lnTo>
                  <a:pt x="3113739" y="0"/>
                </a:lnTo>
                <a:lnTo>
                  <a:pt x="3113739" y="2700460"/>
                </a:lnTo>
                <a:lnTo>
                  <a:pt x="0" y="270046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6256785" y="8106335"/>
            <a:ext cx="2005030" cy="4114800"/>
          </a:xfrm>
          <a:custGeom>
            <a:avLst/>
            <a:gdLst/>
            <a:ahLst/>
            <a:cxnLst/>
            <a:rect l="l" t="t" r="r" b="b"/>
            <a:pathLst>
              <a:path w="2005030" h="4114800">
                <a:moveTo>
                  <a:pt x="0" y="0"/>
                </a:moveTo>
                <a:lnTo>
                  <a:pt x="2005030" y="0"/>
                </a:lnTo>
                <a:lnTo>
                  <a:pt x="20050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=""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8145707" y="8673823"/>
            <a:ext cx="5712271" cy="2846562"/>
          </a:xfrm>
          <a:custGeom>
            <a:avLst/>
            <a:gdLst/>
            <a:ahLst/>
            <a:cxnLst/>
            <a:rect l="l" t="t" r="r" b="b"/>
            <a:pathLst>
              <a:path w="5712271" h="2846562">
                <a:moveTo>
                  <a:pt x="0" y="0"/>
                </a:moveTo>
                <a:lnTo>
                  <a:pt x="5712271" y="0"/>
                </a:lnTo>
                <a:lnTo>
                  <a:pt x="5712271" y="2846562"/>
                </a:lnTo>
                <a:lnTo>
                  <a:pt x="0" y="284656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=""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-777834" y="8673823"/>
            <a:ext cx="3893712" cy="2363116"/>
          </a:xfrm>
          <a:custGeom>
            <a:avLst/>
            <a:gdLst/>
            <a:ahLst/>
            <a:cxnLst/>
            <a:rect l="l" t="t" r="r" b="b"/>
            <a:pathLst>
              <a:path w="3893712" h="2363116">
                <a:moveTo>
                  <a:pt x="0" y="0"/>
                </a:moveTo>
                <a:lnTo>
                  <a:pt x="3893712" y="0"/>
                </a:lnTo>
                <a:lnTo>
                  <a:pt x="3893712" y="2363116"/>
                </a:lnTo>
                <a:lnTo>
                  <a:pt x="0" y="2363116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=""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4487169" y="-3732654"/>
            <a:ext cx="5544262" cy="5507152"/>
          </a:xfrm>
          <a:custGeom>
            <a:avLst/>
            <a:gdLst/>
            <a:ahLst/>
            <a:cxnLst/>
            <a:rect l="l" t="t" r="r" b="b"/>
            <a:pathLst>
              <a:path w="5544262" h="5507152">
                <a:moveTo>
                  <a:pt x="0" y="0"/>
                </a:moveTo>
                <a:lnTo>
                  <a:pt x="5544262" y="0"/>
                </a:lnTo>
                <a:lnTo>
                  <a:pt x="5544262" y="5507152"/>
                </a:lnTo>
                <a:lnTo>
                  <a:pt x="0" y="5507152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=""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5816749" y="3100306"/>
            <a:ext cx="6654502" cy="1232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40"/>
              </a:lnSpc>
            </a:pPr>
            <a:r>
              <a:rPr lang="en-US" sz="10405" dirty="0">
                <a:solidFill>
                  <a:srgbClr val="6682B9"/>
                </a:solidFill>
                <a:latin typeface="Baloo Da"/>
                <a:ea typeface="Baloo Da"/>
                <a:cs typeface="Baloo Da"/>
                <a:sym typeface="Baloo Da"/>
              </a:rPr>
              <a:t>LINKLIST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704708" y="4634633"/>
            <a:ext cx="3798102" cy="43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3399"/>
              </a:lnSpc>
              <a:buFont typeface="Arial"/>
              <a:buChar char="•"/>
            </a:pPr>
            <a:r>
              <a:rPr lang="en-US" sz="3399" dirty="0">
                <a:solidFill>
                  <a:srgbClr val="E59696"/>
                </a:solidFill>
                <a:latin typeface="Japan"/>
                <a:ea typeface="Japan"/>
                <a:cs typeface="Japan"/>
                <a:sym typeface="Japan"/>
              </a:rPr>
              <a:t>types of </a:t>
            </a:r>
            <a:r>
              <a:rPr lang="en-US" sz="3399" dirty="0" smtClean="0">
                <a:solidFill>
                  <a:srgbClr val="E59696"/>
                </a:solidFill>
                <a:latin typeface="Japan"/>
                <a:ea typeface="Japan"/>
                <a:cs typeface="Japan"/>
                <a:sym typeface="Japan"/>
              </a:rPr>
              <a:t>linklist</a:t>
            </a:r>
            <a:endParaRPr lang="en-US" sz="3399" dirty="0">
              <a:solidFill>
                <a:srgbClr val="E59696"/>
              </a:solidFill>
              <a:latin typeface="Japan"/>
              <a:ea typeface="Japan"/>
              <a:cs typeface="Japan"/>
              <a:sym typeface="Japan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6704708" y="5435368"/>
            <a:ext cx="3798102" cy="457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3399"/>
              </a:lnSpc>
              <a:buFont typeface="Arial"/>
              <a:buChar char="•"/>
            </a:pPr>
            <a:r>
              <a:rPr lang="en-US" sz="3399" dirty="0" smtClean="0">
                <a:solidFill>
                  <a:srgbClr val="E59696"/>
                </a:solidFill>
                <a:latin typeface="Japan"/>
                <a:ea typeface="Japan"/>
                <a:cs typeface="Japan"/>
                <a:sym typeface="Japan"/>
              </a:rPr>
              <a:t>Algorithm </a:t>
            </a:r>
            <a:endParaRPr lang="en-US" sz="3399" dirty="0">
              <a:solidFill>
                <a:srgbClr val="E59696"/>
              </a:solidFill>
              <a:latin typeface="Japan"/>
              <a:ea typeface="Japan"/>
              <a:cs typeface="Japan"/>
              <a:sym typeface="Japan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6704708" y="6236103"/>
            <a:ext cx="3798102" cy="457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3399"/>
              </a:lnSpc>
              <a:buFont typeface="Arial"/>
              <a:buChar char="•"/>
            </a:pPr>
            <a:r>
              <a:rPr lang="en-US" sz="3399" dirty="0" smtClean="0">
                <a:solidFill>
                  <a:srgbClr val="E59696"/>
                </a:solidFill>
                <a:latin typeface="Japan"/>
                <a:ea typeface="Japan"/>
                <a:cs typeface="Japan"/>
                <a:sym typeface="Japan"/>
              </a:rPr>
              <a:t>Code</a:t>
            </a:r>
            <a:endParaRPr lang="en-US" sz="3399" dirty="0">
              <a:solidFill>
                <a:srgbClr val="E59696"/>
              </a:solidFill>
              <a:latin typeface="Japan"/>
              <a:ea typeface="Japan"/>
              <a:cs typeface="Japan"/>
              <a:sym typeface="Jap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2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210437" y="-200289"/>
            <a:ext cx="13054288" cy="9650795"/>
          </a:xfrm>
          <a:custGeom>
            <a:avLst/>
            <a:gdLst/>
            <a:ahLst/>
            <a:cxnLst/>
            <a:rect l="l" t="t" r="r" b="b"/>
            <a:pathLst>
              <a:path w="13054288" h="9650795">
                <a:moveTo>
                  <a:pt x="0" y="0"/>
                </a:moveTo>
                <a:lnTo>
                  <a:pt x="13054288" y="0"/>
                </a:lnTo>
                <a:lnTo>
                  <a:pt x="13054288" y="9650794"/>
                </a:lnTo>
                <a:lnTo>
                  <a:pt x="0" y="96507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384513" y="5143500"/>
            <a:ext cx="9240697" cy="7775103"/>
          </a:xfrm>
          <a:custGeom>
            <a:avLst/>
            <a:gdLst/>
            <a:ahLst/>
            <a:cxnLst/>
            <a:rect l="l" t="t" r="r" b="b"/>
            <a:pathLst>
              <a:path w="9240697" h="7775103">
                <a:moveTo>
                  <a:pt x="0" y="0"/>
                </a:moveTo>
                <a:lnTo>
                  <a:pt x="9240697" y="0"/>
                </a:lnTo>
                <a:lnTo>
                  <a:pt x="9240697" y="7775103"/>
                </a:lnTo>
                <a:lnTo>
                  <a:pt x="0" y="77751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0800000">
            <a:off x="11001842" y="9290531"/>
            <a:ext cx="3024824" cy="1746408"/>
          </a:xfrm>
          <a:custGeom>
            <a:avLst/>
            <a:gdLst/>
            <a:ahLst/>
            <a:cxnLst/>
            <a:rect l="l" t="t" r="r" b="b"/>
            <a:pathLst>
              <a:path w="3024824" h="1746408">
                <a:moveTo>
                  <a:pt x="0" y="0"/>
                </a:moveTo>
                <a:lnTo>
                  <a:pt x="3024824" y="0"/>
                </a:lnTo>
                <a:lnTo>
                  <a:pt x="3024824" y="1746408"/>
                </a:lnTo>
                <a:lnTo>
                  <a:pt x="0" y="17464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7529420" y="3499856"/>
            <a:ext cx="6591359" cy="4114800"/>
          </a:xfrm>
          <a:custGeom>
            <a:avLst/>
            <a:gdLst/>
            <a:ahLst/>
            <a:cxnLst/>
            <a:rect l="l" t="t" r="r" b="b"/>
            <a:pathLst>
              <a:path w="6591359" h="4114800">
                <a:moveTo>
                  <a:pt x="0" y="0"/>
                </a:moveTo>
                <a:lnTo>
                  <a:pt x="6591360" y="0"/>
                </a:lnTo>
                <a:lnTo>
                  <a:pt x="659136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9473383">
            <a:off x="-2488578" y="-1532444"/>
            <a:ext cx="7315200" cy="3900850"/>
          </a:xfrm>
          <a:custGeom>
            <a:avLst/>
            <a:gdLst/>
            <a:ahLst/>
            <a:cxnLst/>
            <a:rect l="l" t="t" r="r" b="b"/>
            <a:pathLst>
              <a:path w="7315200" h="3900850">
                <a:moveTo>
                  <a:pt x="0" y="0"/>
                </a:moveTo>
                <a:lnTo>
                  <a:pt x="7315200" y="0"/>
                </a:lnTo>
                <a:lnTo>
                  <a:pt x="7315200" y="3900850"/>
                </a:lnTo>
                <a:lnTo>
                  <a:pt x="0" y="39008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2085039" y="3793270"/>
            <a:ext cx="3113739" cy="2700461"/>
          </a:xfrm>
          <a:custGeom>
            <a:avLst/>
            <a:gdLst/>
            <a:ahLst/>
            <a:cxnLst/>
            <a:rect l="l" t="t" r="r" b="b"/>
            <a:pathLst>
              <a:path w="3113739" h="2700461">
                <a:moveTo>
                  <a:pt x="0" y="0"/>
                </a:moveTo>
                <a:lnTo>
                  <a:pt x="3113739" y="0"/>
                </a:lnTo>
                <a:lnTo>
                  <a:pt x="3113739" y="2700460"/>
                </a:lnTo>
                <a:lnTo>
                  <a:pt x="0" y="270046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6256785" y="8106335"/>
            <a:ext cx="2005030" cy="4114800"/>
          </a:xfrm>
          <a:custGeom>
            <a:avLst/>
            <a:gdLst/>
            <a:ahLst/>
            <a:cxnLst/>
            <a:rect l="l" t="t" r="r" b="b"/>
            <a:pathLst>
              <a:path w="2005030" h="4114800">
                <a:moveTo>
                  <a:pt x="0" y="0"/>
                </a:moveTo>
                <a:lnTo>
                  <a:pt x="2005030" y="0"/>
                </a:lnTo>
                <a:lnTo>
                  <a:pt x="20050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=""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8145707" y="8673823"/>
            <a:ext cx="5712271" cy="2846562"/>
          </a:xfrm>
          <a:custGeom>
            <a:avLst/>
            <a:gdLst/>
            <a:ahLst/>
            <a:cxnLst/>
            <a:rect l="l" t="t" r="r" b="b"/>
            <a:pathLst>
              <a:path w="5712271" h="2846562">
                <a:moveTo>
                  <a:pt x="0" y="0"/>
                </a:moveTo>
                <a:lnTo>
                  <a:pt x="5712271" y="0"/>
                </a:lnTo>
                <a:lnTo>
                  <a:pt x="5712271" y="2846562"/>
                </a:lnTo>
                <a:lnTo>
                  <a:pt x="0" y="284656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=""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-777834" y="8673823"/>
            <a:ext cx="3893712" cy="2363116"/>
          </a:xfrm>
          <a:custGeom>
            <a:avLst/>
            <a:gdLst/>
            <a:ahLst/>
            <a:cxnLst/>
            <a:rect l="l" t="t" r="r" b="b"/>
            <a:pathLst>
              <a:path w="3893712" h="2363116">
                <a:moveTo>
                  <a:pt x="0" y="0"/>
                </a:moveTo>
                <a:lnTo>
                  <a:pt x="3893712" y="0"/>
                </a:lnTo>
                <a:lnTo>
                  <a:pt x="3893712" y="2363116"/>
                </a:lnTo>
                <a:lnTo>
                  <a:pt x="0" y="2363116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=""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4487169" y="-3732654"/>
            <a:ext cx="5544262" cy="5507152"/>
          </a:xfrm>
          <a:custGeom>
            <a:avLst/>
            <a:gdLst/>
            <a:ahLst/>
            <a:cxnLst/>
            <a:rect l="l" t="t" r="r" b="b"/>
            <a:pathLst>
              <a:path w="5544262" h="5507152">
                <a:moveTo>
                  <a:pt x="0" y="0"/>
                </a:moveTo>
                <a:lnTo>
                  <a:pt x="5544262" y="0"/>
                </a:lnTo>
                <a:lnTo>
                  <a:pt x="5544262" y="5507152"/>
                </a:lnTo>
                <a:lnTo>
                  <a:pt x="0" y="5507152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=""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5816749" y="2800266"/>
            <a:ext cx="6654502" cy="1232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40"/>
              </a:lnSpc>
            </a:pPr>
            <a:r>
              <a:rPr lang="en-US" sz="10405" dirty="0">
                <a:solidFill>
                  <a:srgbClr val="6682B9"/>
                </a:solidFill>
                <a:latin typeface="Baloo Da"/>
                <a:ea typeface="Baloo Da"/>
                <a:cs typeface="Baloo Da"/>
                <a:sym typeface="Baloo Da"/>
              </a:rPr>
              <a:t>LINKLIST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530792" y="4201243"/>
            <a:ext cx="11226415" cy="2437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E59696"/>
                </a:solidFill>
                <a:latin typeface="Japan"/>
                <a:ea typeface="Japan"/>
                <a:cs typeface="Japan"/>
                <a:sym typeface="Japan"/>
              </a:rPr>
              <a:t>it is a linear data structure in which elements are accessed according to pointer address each element have address of other element.</a:t>
            </a:r>
          </a:p>
          <a:p>
            <a:pPr algn="ctr">
              <a:lnSpc>
                <a:spcPts val="4759"/>
              </a:lnSpc>
            </a:pPr>
            <a:endParaRPr lang="en-US" sz="3399" dirty="0">
              <a:solidFill>
                <a:srgbClr val="E59696"/>
              </a:solidFill>
              <a:latin typeface="Japan"/>
              <a:ea typeface="Japan"/>
              <a:cs typeface="Japan"/>
              <a:sym typeface="Jap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2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210437" y="-200289"/>
            <a:ext cx="13054288" cy="9650795"/>
          </a:xfrm>
          <a:custGeom>
            <a:avLst/>
            <a:gdLst/>
            <a:ahLst/>
            <a:cxnLst/>
            <a:rect l="l" t="t" r="r" b="b"/>
            <a:pathLst>
              <a:path w="13054288" h="9650795">
                <a:moveTo>
                  <a:pt x="0" y="0"/>
                </a:moveTo>
                <a:lnTo>
                  <a:pt x="13054288" y="0"/>
                </a:lnTo>
                <a:lnTo>
                  <a:pt x="13054288" y="9650794"/>
                </a:lnTo>
                <a:lnTo>
                  <a:pt x="0" y="96507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384513" y="5143500"/>
            <a:ext cx="9240697" cy="7775103"/>
          </a:xfrm>
          <a:custGeom>
            <a:avLst/>
            <a:gdLst/>
            <a:ahLst/>
            <a:cxnLst/>
            <a:rect l="l" t="t" r="r" b="b"/>
            <a:pathLst>
              <a:path w="9240697" h="7775103">
                <a:moveTo>
                  <a:pt x="0" y="0"/>
                </a:moveTo>
                <a:lnTo>
                  <a:pt x="9240697" y="0"/>
                </a:lnTo>
                <a:lnTo>
                  <a:pt x="9240697" y="7775103"/>
                </a:lnTo>
                <a:lnTo>
                  <a:pt x="0" y="77751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0800000">
            <a:off x="11001842" y="9290531"/>
            <a:ext cx="3024824" cy="1746408"/>
          </a:xfrm>
          <a:custGeom>
            <a:avLst/>
            <a:gdLst/>
            <a:ahLst/>
            <a:cxnLst/>
            <a:rect l="l" t="t" r="r" b="b"/>
            <a:pathLst>
              <a:path w="3024824" h="1746408">
                <a:moveTo>
                  <a:pt x="0" y="0"/>
                </a:moveTo>
                <a:lnTo>
                  <a:pt x="3024824" y="0"/>
                </a:lnTo>
                <a:lnTo>
                  <a:pt x="3024824" y="1746408"/>
                </a:lnTo>
                <a:lnTo>
                  <a:pt x="0" y="17464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7529420" y="3499856"/>
            <a:ext cx="6591359" cy="4114800"/>
          </a:xfrm>
          <a:custGeom>
            <a:avLst/>
            <a:gdLst/>
            <a:ahLst/>
            <a:cxnLst/>
            <a:rect l="l" t="t" r="r" b="b"/>
            <a:pathLst>
              <a:path w="6591359" h="4114800">
                <a:moveTo>
                  <a:pt x="0" y="0"/>
                </a:moveTo>
                <a:lnTo>
                  <a:pt x="6591360" y="0"/>
                </a:lnTo>
                <a:lnTo>
                  <a:pt x="659136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9473383">
            <a:off x="-2488578" y="-1532444"/>
            <a:ext cx="7315200" cy="3900850"/>
          </a:xfrm>
          <a:custGeom>
            <a:avLst/>
            <a:gdLst/>
            <a:ahLst/>
            <a:cxnLst/>
            <a:rect l="l" t="t" r="r" b="b"/>
            <a:pathLst>
              <a:path w="7315200" h="3900850">
                <a:moveTo>
                  <a:pt x="0" y="0"/>
                </a:moveTo>
                <a:lnTo>
                  <a:pt x="7315200" y="0"/>
                </a:lnTo>
                <a:lnTo>
                  <a:pt x="7315200" y="3900850"/>
                </a:lnTo>
                <a:lnTo>
                  <a:pt x="0" y="39008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2085039" y="3793270"/>
            <a:ext cx="3113739" cy="2700461"/>
          </a:xfrm>
          <a:custGeom>
            <a:avLst/>
            <a:gdLst/>
            <a:ahLst/>
            <a:cxnLst/>
            <a:rect l="l" t="t" r="r" b="b"/>
            <a:pathLst>
              <a:path w="3113739" h="2700461">
                <a:moveTo>
                  <a:pt x="0" y="0"/>
                </a:moveTo>
                <a:lnTo>
                  <a:pt x="3113739" y="0"/>
                </a:lnTo>
                <a:lnTo>
                  <a:pt x="3113739" y="2700460"/>
                </a:lnTo>
                <a:lnTo>
                  <a:pt x="0" y="270046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6256785" y="8106335"/>
            <a:ext cx="2005030" cy="4114800"/>
          </a:xfrm>
          <a:custGeom>
            <a:avLst/>
            <a:gdLst/>
            <a:ahLst/>
            <a:cxnLst/>
            <a:rect l="l" t="t" r="r" b="b"/>
            <a:pathLst>
              <a:path w="2005030" h="4114800">
                <a:moveTo>
                  <a:pt x="0" y="0"/>
                </a:moveTo>
                <a:lnTo>
                  <a:pt x="2005030" y="0"/>
                </a:lnTo>
                <a:lnTo>
                  <a:pt x="20050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=""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8145707" y="8673823"/>
            <a:ext cx="5712271" cy="2846562"/>
          </a:xfrm>
          <a:custGeom>
            <a:avLst/>
            <a:gdLst/>
            <a:ahLst/>
            <a:cxnLst/>
            <a:rect l="l" t="t" r="r" b="b"/>
            <a:pathLst>
              <a:path w="5712271" h="2846562">
                <a:moveTo>
                  <a:pt x="0" y="0"/>
                </a:moveTo>
                <a:lnTo>
                  <a:pt x="5712271" y="0"/>
                </a:lnTo>
                <a:lnTo>
                  <a:pt x="5712271" y="2846562"/>
                </a:lnTo>
                <a:lnTo>
                  <a:pt x="0" y="284656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=""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-777834" y="8673823"/>
            <a:ext cx="3893712" cy="2363116"/>
          </a:xfrm>
          <a:custGeom>
            <a:avLst/>
            <a:gdLst/>
            <a:ahLst/>
            <a:cxnLst/>
            <a:rect l="l" t="t" r="r" b="b"/>
            <a:pathLst>
              <a:path w="3893712" h="2363116">
                <a:moveTo>
                  <a:pt x="0" y="0"/>
                </a:moveTo>
                <a:lnTo>
                  <a:pt x="3893712" y="0"/>
                </a:lnTo>
                <a:lnTo>
                  <a:pt x="3893712" y="2363116"/>
                </a:lnTo>
                <a:lnTo>
                  <a:pt x="0" y="2363116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=""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4487169" y="-3732654"/>
            <a:ext cx="5544262" cy="5507152"/>
          </a:xfrm>
          <a:custGeom>
            <a:avLst/>
            <a:gdLst/>
            <a:ahLst/>
            <a:cxnLst/>
            <a:rect l="l" t="t" r="r" b="b"/>
            <a:pathLst>
              <a:path w="5544262" h="5507152">
                <a:moveTo>
                  <a:pt x="0" y="0"/>
                </a:moveTo>
                <a:lnTo>
                  <a:pt x="5544262" y="0"/>
                </a:lnTo>
                <a:lnTo>
                  <a:pt x="5544262" y="5507152"/>
                </a:lnTo>
                <a:lnTo>
                  <a:pt x="0" y="5507152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=""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4353597" y="1144893"/>
            <a:ext cx="9580807" cy="2341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40"/>
              </a:lnSpc>
            </a:pPr>
            <a:r>
              <a:rPr lang="en-US" sz="10405" dirty="0">
                <a:solidFill>
                  <a:srgbClr val="6682B9"/>
                </a:solidFill>
                <a:latin typeface="Baloo Da"/>
                <a:ea typeface="Baloo Da"/>
                <a:cs typeface="Baloo Da"/>
                <a:sym typeface="Baloo Da"/>
              </a:rPr>
              <a:t>TYPES OF LINKLIST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530792" y="4201243"/>
            <a:ext cx="11226415" cy="1237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ctr">
              <a:lnSpc>
                <a:spcPts val="4759"/>
              </a:lnSpc>
              <a:buAutoNum type="arabicPeriod"/>
            </a:pPr>
            <a:r>
              <a:rPr lang="en-US" sz="3399" dirty="0" smtClean="0">
                <a:solidFill>
                  <a:srgbClr val="E59696"/>
                </a:solidFill>
                <a:latin typeface="Japan"/>
                <a:ea typeface="Japan"/>
                <a:cs typeface="Japan"/>
                <a:sym typeface="Japan"/>
              </a:rPr>
              <a:t>Singly linklist </a:t>
            </a:r>
            <a:endParaRPr lang="en-US" sz="3399" dirty="0">
              <a:solidFill>
                <a:srgbClr val="E59696"/>
              </a:solidFill>
              <a:latin typeface="Japan"/>
              <a:ea typeface="Japan"/>
              <a:cs typeface="Japan"/>
              <a:sym typeface="Japan"/>
            </a:endParaRPr>
          </a:p>
          <a:p>
            <a:pPr marL="734059" lvl="1" indent="-367030" algn="ctr">
              <a:lnSpc>
                <a:spcPts val="4759"/>
              </a:lnSpc>
              <a:buAutoNum type="arabicPeriod"/>
            </a:pPr>
            <a:r>
              <a:rPr lang="en-US" sz="3399" dirty="0">
                <a:solidFill>
                  <a:srgbClr val="E59696"/>
                </a:solidFill>
                <a:latin typeface="Japan"/>
                <a:ea typeface="Japan"/>
                <a:cs typeface="Japan"/>
                <a:sym typeface="Japan"/>
              </a:rPr>
              <a:t>Doubly </a:t>
            </a:r>
            <a:r>
              <a:rPr lang="en-US" sz="3399" dirty="0" smtClean="0">
                <a:solidFill>
                  <a:srgbClr val="E59696"/>
                </a:solidFill>
                <a:latin typeface="Japan"/>
                <a:ea typeface="Japan"/>
                <a:cs typeface="Japan"/>
                <a:sym typeface="Japan"/>
              </a:rPr>
              <a:t>linklist </a:t>
            </a:r>
            <a:endParaRPr lang="en-US" sz="3399" dirty="0">
              <a:solidFill>
                <a:srgbClr val="E59696"/>
              </a:solidFill>
              <a:latin typeface="Japan"/>
              <a:ea typeface="Japan"/>
              <a:cs typeface="Japan"/>
              <a:sym typeface="Jap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2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15011">
            <a:off x="-6210437" y="-200289"/>
            <a:ext cx="13054288" cy="9650795"/>
          </a:xfrm>
          <a:custGeom>
            <a:avLst/>
            <a:gdLst/>
            <a:ahLst/>
            <a:cxnLst/>
            <a:rect l="l" t="t" r="r" b="b"/>
            <a:pathLst>
              <a:path w="13054288" h="9650795">
                <a:moveTo>
                  <a:pt x="0" y="0"/>
                </a:moveTo>
                <a:lnTo>
                  <a:pt x="13054288" y="0"/>
                </a:lnTo>
                <a:lnTo>
                  <a:pt x="13054288" y="9650794"/>
                </a:lnTo>
                <a:lnTo>
                  <a:pt x="0" y="96507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384513" y="5143500"/>
            <a:ext cx="9240697" cy="7775103"/>
          </a:xfrm>
          <a:custGeom>
            <a:avLst/>
            <a:gdLst/>
            <a:ahLst/>
            <a:cxnLst/>
            <a:rect l="l" t="t" r="r" b="b"/>
            <a:pathLst>
              <a:path w="9240697" h="7775103">
                <a:moveTo>
                  <a:pt x="0" y="0"/>
                </a:moveTo>
                <a:lnTo>
                  <a:pt x="9240697" y="0"/>
                </a:lnTo>
                <a:lnTo>
                  <a:pt x="9240697" y="7775103"/>
                </a:lnTo>
                <a:lnTo>
                  <a:pt x="0" y="777510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0800000">
            <a:off x="11001842" y="9290531"/>
            <a:ext cx="3024824" cy="1746408"/>
          </a:xfrm>
          <a:custGeom>
            <a:avLst/>
            <a:gdLst/>
            <a:ahLst/>
            <a:cxnLst/>
            <a:rect l="l" t="t" r="r" b="b"/>
            <a:pathLst>
              <a:path w="3024824" h="1746408">
                <a:moveTo>
                  <a:pt x="0" y="0"/>
                </a:moveTo>
                <a:lnTo>
                  <a:pt x="3024824" y="0"/>
                </a:lnTo>
                <a:lnTo>
                  <a:pt x="3024824" y="1746408"/>
                </a:lnTo>
                <a:lnTo>
                  <a:pt x="0" y="174640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7529420" y="3499856"/>
            <a:ext cx="6591359" cy="4114800"/>
          </a:xfrm>
          <a:custGeom>
            <a:avLst/>
            <a:gdLst/>
            <a:ahLst/>
            <a:cxnLst/>
            <a:rect l="l" t="t" r="r" b="b"/>
            <a:pathLst>
              <a:path w="6591359" h="4114800">
                <a:moveTo>
                  <a:pt x="0" y="0"/>
                </a:moveTo>
                <a:lnTo>
                  <a:pt x="6591360" y="0"/>
                </a:lnTo>
                <a:lnTo>
                  <a:pt x="659136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9473383">
            <a:off x="-2488578" y="-1532444"/>
            <a:ext cx="7315200" cy="3900850"/>
          </a:xfrm>
          <a:custGeom>
            <a:avLst/>
            <a:gdLst/>
            <a:ahLst/>
            <a:cxnLst/>
            <a:rect l="l" t="t" r="r" b="b"/>
            <a:pathLst>
              <a:path w="7315200" h="3900850">
                <a:moveTo>
                  <a:pt x="0" y="0"/>
                </a:moveTo>
                <a:lnTo>
                  <a:pt x="7315200" y="0"/>
                </a:lnTo>
                <a:lnTo>
                  <a:pt x="7315200" y="3900850"/>
                </a:lnTo>
                <a:lnTo>
                  <a:pt x="0" y="390085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=""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2085039" y="3793270"/>
            <a:ext cx="3113739" cy="2700461"/>
          </a:xfrm>
          <a:custGeom>
            <a:avLst/>
            <a:gdLst/>
            <a:ahLst/>
            <a:cxnLst/>
            <a:rect l="l" t="t" r="r" b="b"/>
            <a:pathLst>
              <a:path w="3113739" h="2700461">
                <a:moveTo>
                  <a:pt x="0" y="0"/>
                </a:moveTo>
                <a:lnTo>
                  <a:pt x="3113739" y="0"/>
                </a:lnTo>
                <a:lnTo>
                  <a:pt x="3113739" y="2700460"/>
                </a:lnTo>
                <a:lnTo>
                  <a:pt x="0" y="270046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=""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6256785" y="8106335"/>
            <a:ext cx="2005030" cy="4114800"/>
          </a:xfrm>
          <a:custGeom>
            <a:avLst/>
            <a:gdLst/>
            <a:ahLst/>
            <a:cxnLst/>
            <a:rect l="l" t="t" r="r" b="b"/>
            <a:pathLst>
              <a:path w="2005030" h="4114800">
                <a:moveTo>
                  <a:pt x="0" y="0"/>
                </a:moveTo>
                <a:lnTo>
                  <a:pt x="2005030" y="0"/>
                </a:lnTo>
                <a:lnTo>
                  <a:pt x="20050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=""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8145707" y="8673823"/>
            <a:ext cx="5712271" cy="2846562"/>
          </a:xfrm>
          <a:custGeom>
            <a:avLst/>
            <a:gdLst/>
            <a:ahLst/>
            <a:cxnLst/>
            <a:rect l="l" t="t" r="r" b="b"/>
            <a:pathLst>
              <a:path w="5712271" h="2846562">
                <a:moveTo>
                  <a:pt x="0" y="0"/>
                </a:moveTo>
                <a:lnTo>
                  <a:pt x="5712271" y="0"/>
                </a:lnTo>
                <a:lnTo>
                  <a:pt x="5712271" y="2846562"/>
                </a:lnTo>
                <a:lnTo>
                  <a:pt x="0" y="2846562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=""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-777834" y="8673823"/>
            <a:ext cx="3893712" cy="2363116"/>
          </a:xfrm>
          <a:custGeom>
            <a:avLst/>
            <a:gdLst/>
            <a:ahLst/>
            <a:cxnLst/>
            <a:rect l="l" t="t" r="r" b="b"/>
            <a:pathLst>
              <a:path w="3893712" h="2363116">
                <a:moveTo>
                  <a:pt x="0" y="0"/>
                </a:moveTo>
                <a:lnTo>
                  <a:pt x="3893712" y="0"/>
                </a:lnTo>
                <a:lnTo>
                  <a:pt x="3893712" y="2363116"/>
                </a:lnTo>
                <a:lnTo>
                  <a:pt x="0" y="2363116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=""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4487169" y="-3732654"/>
            <a:ext cx="5544262" cy="5507152"/>
          </a:xfrm>
          <a:custGeom>
            <a:avLst/>
            <a:gdLst/>
            <a:ahLst/>
            <a:cxnLst/>
            <a:rect l="l" t="t" r="r" b="b"/>
            <a:pathLst>
              <a:path w="5544262" h="5507152">
                <a:moveTo>
                  <a:pt x="0" y="0"/>
                </a:moveTo>
                <a:lnTo>
                  <a:pt x="5544262" y="0"/>
                </a:lnTo>
                <a:lnTo>
                  <a:pt x="5544262" y="5507152"/>
                </a:lnTo>
                <a:lnTo>
                  <a:pt x="0" y="5507152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="" xmlns:asvg="http://schemas.microsoft.com/office/drawing/2016/SVG/main" r:embed="rId22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12" name="Object 12"/>
          <p:cNvGraphicFramePr/>
          <p:nvPr/>
        </p:nvGraphicFramePr>
        <p:xfrm>
          <a:off x="4861469" y="6135580"/>
          <a:ext cx="5657850" cy="10486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name="Worksheet" r:id="rId23" imgW="6781800" imgH="2171700" progId="Excel.Sheet.12">
                  <p:embed/>
                </p:oleObj>
              </mc:Choice>
              <mc:Fallback>
                <p:oleObj name="Worksheet" r:id="rId23" imgW="6781800" imgH="21717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4861469" y="6135580"/>
                        <a:ext cx="5657850" cy="10486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3"/>
          <p:cNvSpPr txBox="1"/>
          <p:nvPr/>
        </p:nvSpPr>
        <p:spPr>
          <a:xfrm>
            <a:off x="3886842" y="3625301"/>
            <a:ext cx="11226415" cy="2058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 dirty="0">
                <a:solidFill>
                  <a:srgbClr val="E59696"/>
                </a:solidFill>
                <a:latin typeface="Japan"/>
                <a:ea typeface="Japan"/>
                <a:cs typeface="Japan"/>
                <a:sym typeface="Japan"/>
              </a:rPr>
              <a:t>1.    it has one-way data portion and one-way address it is also called singly.</a:t>
            </a:r>
          </a:p>
          <a:p>
            <a:pPr algn="l">
              <a:lnSpc>
                <a:spcPts val="4759"/>
              </a:lnSpc>
            </a:pPr>
            <a:endParaRPr lang="en-US" sz="3999" dirty="0">
              <a:solidFill>
                <a:srgbClr val="E59696"/>
              </a:solidFill>
              <a:latin typeface="Japan"/>
              <a:ea typeface="Japan"/>
              <a:cs typeface="Japan"/>
              <a:sym typeface="Japan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3586631" y="1259684"/>
            <a:ext cx="10440036" cy="1232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40"/>
              </a:lnSpc>
            </a:pPr>
            <a:r>
              <a:rPr lang="en-US" sz="10405" dirty="0">
                <a:solidFill>
                  <a:srgbClr val="6682B9"/>
                </a:solidFill>
                <a:latin typeface="Baloo Da"/>
                <a:ea typeface="Baloo Da"/>
                <a:cs typeface="Baloo Da"/>
                <a:sym typeface="Baloo Da"/>
              </a:rPr>
              <a:t>SINGLY LINKLIST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291768" y="6494435"/>
            <a:ext cx="2349847" cy="637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dirty="0">
                <a:solidFill>
                  <a:srgbClr val="000000"/>
                </a:solidFill>
                <a:latin typeface="Japan"/>
                <a:ea typeface="Japan"/>
                <a:cs typeface="Japan"/>
                <a:sym typeface="Japan"/>
              </a:rPr>
              <a:t>Data portion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144000" y="6494435"/>
            <a:ext cx="1031230" cy="637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dirty="0">
                <a:solidFill>
                  <a:srgbClr val="000000"/>
                </a:solidFill>
                <a:latin typeface="Japan"/>
                <a:ea typeface="Japan"/>
                <a:cs typeface="Japan"/>
                <a:sym typeface="Japan"/>
              </a:rPr>
              <a:t>Node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2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210437" y="-200289"/>
            <a:ext cx="13054288" cy="9650795"/>
          </a:xfrm>
          <a:custGeom>
            <a:avLst/>
            <a:gdLst/>
            <a:ahLst/>
            <a:cxnLst/>
            <a:rect l="l" t="t" r="r" b="b"/>
            <a:pathLst>
              <a:path w="13054288" h="9650795">
                <a:moveTo>
                  <a:pt x="0" y="0"/>
                </a:moveTo>
                <a:lnTo>
                  <a:pt x="13054288" y="0"/>
                </a:lnTo>
                <a:lnTo>
                  <a:pt x="13054288" y="9650794"/>
                </a:lnTo>
                <a:lnTo>
                  <a:pt x="0" y="96507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384513" y="5143500"/>
            <a:ext cx="9240697" cy="7775103"/>
          </a:xfrm>
          <a:custGeom>
            <a:avLst/>
            <a:gdLst/>
            <a:ahLst/>
            <a:cxnLst/>
            <a:rect l="l" t="t" r="r" b="b"/>
            <a:pathLst>
              <a:path w="9240697" h="7775103">
                <a:moveTo>
                  <a:pt x="0" y="0"/>
                </a:moveTo>
                <a:lnTo>
                  <a:pt x="9240697" y="0"/>
                </a:lnTo>
                <a:lnTo>
                  <a:pt x="9240697" y="7775103"/>
                </a:lnTo>
                <a:lnTo>
                  <a:pt x="0" y="77751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0800000">
            <a:off x="11001842" y="9290531"/>
            <a:ext cx="3024824" cy="1746408"/>
          </a:xfrm>
          <a:custGeom>
            <a:avLst/>
            <a:gdLst/>
            <a:ahLst/>
            <a:cxnLst/>
            <a:rect l="l" t="t" r="r" b="b"/>
            <a:pathLst>
              <a:path w="3024824" h="1746408">
                <a:moveTo>
                  <a:pt x="0" y="0"/>
                </a:moveTo>
                <a:lnTo>
                  <a:pt x="3024824" y="0"/>
                </a:lnTo>
                <a:lnTo>
                  <a:pt x="3024824" y="1746408"/>
                </a:lnTo>
                <a:lnTo>
                  <a:pt x="0" y="17464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7529420" y="3499856"/>
            <a:ext cx="6591359" cy="4114800"/>
          </a:xfrm>
          <a:custGeom>
            <a:avLst/>
            <a:gdLst/>
            <a:ahLst/>
            <a:cxnLst/>
            <a:rect l="l" t="t" r="r" b="b"/>
            <a:pathLst>
              <a:path w="6591359" h="4114800">
                <a:moveTo>
                  <a:pt x="0" y="0"/>
                </a:moveTo>
                <a:lnTo>
                  <a:pt x="6591360" y="0"/>
                </a:lnTo>
                <a:lnTo>
                  <a:pt x="659136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9473383">
            <a:off x="-2488578" y="-1532444"/>
            <a:ext cx="7315200" cy="3900850"/>
          </a:xfrm>
          <a:custGeom>
            <a:avLst/>
            <a:gdLst/>
            <a:ahLst/>
            <a:cxnLst/>
            <a:rect l="l" t="t" r="r" b="b"/>
            <a:pathLst>
              <a:path w="7315200" h="3900850">
                <a:moveTo>
                  <a:pt x="0" y="0"/>
                </a:moveTo>
                <a:lnTo>
                  <a:pt x="7315200" y="0"/>
                </a:lnTo>
                <a:lnTo>
                  <a:pt x="7315200" y="3900850"/>
                </a:lnTo>
                <a:lnTo>
                  <a:pt x="0" y="39008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2085039" y="3793270"/>
            <a:ext cx="3113739" cy="2700461"/>
          </a:xfrm>
          <a:custGeom>
            <a:avLst/>
            <a:gdLst/>
            <a:ahLst/>
            <a:cxnLst/>
            <a:rect l="l" t="t" r="r" b="b"/>
            <a:pathLst>
              <a:path w="3113739" h="2700461">
                <a:moveTo>
                  <a:pt x="0" y="0"/>
                </a:moveTo>
                <a:lnTo>
                  <a:pt x="3113739" y="0"/>
                </a:lnTo>
                <a:lnTo>
                  <a:pt x="3113739" y="2700460"/>
                </a:lnTo>
                <a:lnTo>
                  <a:pt x="0" y="270046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6256785" y="8106335"/>
            <a:ext cx="2005030" cy="4114800"/>
          </a:xfrm>
          <a:custGeom>
            <a:avLst/>
            <a:gdLst/>
            <a:ahLst/>
            <a:cxnLst/>
            <a:rect l="l" t="t" r="r" b="b"/>
            <a:pathLst>
              <a:path w="2005030" h="4114800">
                <a:moveTo>
                  <a:pt x="0" y="0"/>
                </a:moveTo>
                <a:lnTo>
                  <a:pt x="2005030" y="0"/>
                </a:lnTo>
                <a:lnTo>
                  <a:pt x="20050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=""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8145707" y="8673823"/>
            <a:ext cx="5712271" cy="2846562"/>
          </a:xfrm>
          <a:custGeom>
            <a:avLst/>
            <a:gdLst/>
            <a:ahLst/>
            <a:cxnLst/>
            <a:rect l="l" t="t" r="r" b="b"/>
            <a:pathLst>
              <a:path w="5712271" h="2846562">
                <a:moveTo>
                  <a:pt x="0" y="0"/>
                </a:moveTo>
                <a:lnTo>
                  <a:pt x="5712271" y="0"/>
                </a:lnTo>
                <a:lnTo>
                  <a:pt x="5712271" y="2846562"/>
                </a:lnTo>
                <a:lnTo>
                  <a:pt x="0" y="284656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=""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-777834" y="8673823"/>
            <a:ext cx="3893712" cy="2363116"/>
          </a:xfrm>
          <a:custGeom>
            <a:avLst/>
            <a:gdLst/>
            <a:ahLst/>
            <a:cxnLst/>
            <a:rect l="l" t="t" r="r" b="b"/>
            <a:pathLst>
              <a:path w="3893712" h="2363116">
                <a:moveTo>
                  <a:pt x="0" y="0"/>
                </a:moveTo>
                <a:lnTo>
                  <a:pt x="3893712" y="0"/>
                </a:lnTo>
                <a:lnTo>
                  <a:pt x="3893712" y="2363116"/>
                </a:lnTo>
                <a:lnTo>
                  <a:pt x="0" y="2363116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=""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4487169" y="-3732654"/>
            <a:ext cx="5544262" cy="5507152"/>
          </a:xfrm>
          <a:custGeom>
            <a:avLst/>
            <a:gdLst/>
            <a:ahLst/>
            <a:cxnLst/>
            <a:rect l="l" t="t" r="r" b="b"/>
            <a:pathLst>
              <a:path w="5544262" h="5507152">
                <a:moveTo>
                  <a:pt x="0" y="0"/>
                </a:moveTo>
                <a:lnTo>
                  <a:pt x="5544262" y="0"/>
                </a:lnTo>
                <a:lnTo>
                  <a:pt x="5544262" y="5507152"/>
                </a:lnTo>
                <a:lnTo>
                  <a:pt x="0" y="5507152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=""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2350676" y="4182193"/>
            <a:ext cx="11675990" cy="4924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4350" indent="-514350" algn="l">
              <a:lnSpc>
                <a:spcPts val="4830"/>
              </a:lnSpc>
              <a:buAutoNum type="arabicPeriod"/>
            </a:pPr>
            <a:r>
              <a:rPr lang="en-US" sz="3450" dirty="0" smtClean="0">
                <a:solidFill>
                  <a:srgbClr val="E59696"/>
                </a:solidFill>
                <a:latin typeface="Japan"/>
                <a:ea typeface="Japan"/>
                <a:cs typeface="Japan"/>
                <a:sym typeface="Japan"/>
              </a:rPr>
              <a:t>it </a:t>
            </a:r>
            <a:r>
              <a:rPr lang="en-US" sz="3450" dirty="0">
                <a:solidFill>
                  <a:srgbClr val="E59696"/>
                </a:solidFill>
                <a:latin typeface="Japan"/>
                <a:ea typeface="Japan"/>
                <a:cs typeface="Japan"/>
                <a:sym typeface="Japan"/>
              </a:rPr>
              <a:t>has one-way data portion and two-way address; middle part is for back address from where it came doubly</a:t>
            </a:r>
            <a:r>
              <a:rPr lang="en-US" sz="3450" dirty="0" smtClean="0">
                <a:solidFill>
                  <a:srgbClr val="E59696"/>
                </a:solidFill>
                <a:latin typeface="Japan"/>
                <a:ea typeface="Japan"/>
                <a:cs typeface="Japan"/>
                <a:sym typeface="Japan"/>
              </a:rPr>
              <a:t>.</a:t>
            </a:r>
          </a:p>
          <a:p>
            <a:pPr marL="514350" indent="-514350" algn="l">
              <a:lnSpc>
                <a:spcPts val="4830"/>
              </a:lnSpc>
              <a:buAutoNum type="arabicPeriod"/>
            </a:pPr>
            <a:endParaRPr lang="en-US" sz="3450" dirty="0">
              <a:solidFill>
                <a:srgbClr val="E59696"/>
              </a:solidFill>
              <a:latin typeface="Japan"/>
              <a:ea typeface="Japan"/>
              <a:cs typeface="Japan"/>
              <a:sym typeface="Japan"/>
            </a:endParaRPr>
          </a:p>
          <a:p>
            <a:pPr marL="514350" indent="-514350" algn="l">
              <a:lnSpc>
                <a:spcPts val="4830"/>
              </a:lnSpc>
              <a:buAutoNum type="arabicPeriod"/>
            </a:pPr>
            <a:endParaRPr lang="en-US" sz="3450" dirty="0" smtClean="0">
              <a:solidFill>
                <a:srgbClr val="E59696"/>
              </a:solidFill>
              <a:latin typeface="Japan"/>
              <a:ea typeface="Japan"/>
              <a:cs typeface="Japan"/>
              <a:sym typeface="Japan"/>
            </a:endParaRPr>
          </a:p>
          <a:p>
            <a:pPr marL="514350" indent="-514350" algn="l">
              <a:lnSpc>
                <a:spcPts val="4830"/>
              </a:lnSpc>
              <a:buAutoNum type="arabicPeriod"/>
            </a:pPr>
            <a:endParaRPr lang="en-US" sz="3450" dirty="0">
              <a:solidFill>
                <a:srgbClr val="E59696"/>
              </a:solidFill>
              <a:latin typeface="Japan"/>
              <a:ea typeface="Japan"/>
              <a:cs typeface="Japan"/>
              <a:sym typeface="Japan"/>
            </a:endParaRPr>
          </a:p>
          <a:p>
            <a:pPr marL="514350" indent="-514350" algn="l">
              <a:lnSpc>
                <a:spcPts val="4830"/>
              </a:lnSpc>
              <a:buAutoNum type="arabicPeriod"/>
            </a:pPr>
            <a:endParaRPr lang="en-US" sz="3450" dirty="0" smtClean="0">
              <a:solidFill>
                <a:srgbClr val="E59696"/>
              </a:solidFill>
              <a:latin typeface="Japan"/>
              <a:ea typeface="Japan"/>
              <a:cs typeface="Japan"/>
              <a:sym typeface="Japan"/>
            </a:endParaRPr>
          </a:p>
          <a:p>
            <a:pPr algn="l">
              <a:lnSpc>
                <a:spcPts val="4830"/>
              </a:lnSpc>
            </a:pPr>
            <a:endParaRPr lang="en-US" sz="3450" dirty="0">
              <a:solidFill>
                <a:srgbClr val="E59696"/>
              </a:solidFill>
              <a:latin typeface="Japan"/>
              <a:ea typeface="Japan"/>
              <a:cs typeface="Japan"/>
              <a:sym typeface="Japan"/>
            </a:endParaRPr>
          </a:p>
          <a:p>
            <a:pPr algn="l">
              <a:lnSpc>
                <a:spcPts val="4830"/>
              </a:lnSpc>
            </a:pPr>
            <a:endParaRPr lang="en-US" sz="3450" dirty="0">
              <a:solidFill>
                <a:srgbClr val="E59696"/>
              </a:solidFill>
              <a:latin typeface="Japan"/>
              <a:ea typeface="Japan"/>
              <a:cs typeface="Japan"/>
              <a:sym typeface="Japan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3942195" y="1983093"/>
            <a:ext cx="10403611" cy="2341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40"/>
              </a:lnSpc>
            </a:pPr>
            <a:r>
              <a:rPr lang="en-US" sz="10405" dirty="0">
                <a:solidFill>
                  <a:srgbClr val="6682B9"/>
                </a:solidFill>
                <a:latin typeface="Baloo Da"/>
                <a:ea typeface="Baloo Da"/>
                <a:cs typeface="Baloo Da"/>
                <a:sym typeface="Baloo Da"/>
              </a:rPr>
              <a:t>DOUBLY LINKLIST 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7284533"/>
              </p:ext>
            </p:extLst>
          </p:nvPr>
        </p:nvGraphicFramePr>
        <p:xfrm>
          <a:off x="2452481" y="6483063"/>
          <a:ext cx="12192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/>
                <a:gridCol w="4064000"/>
                <a:gridCol w="4064000"/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54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Pervious </a:t>
                      </a:r>
                      <a:endParaRPr lang="en-US" sz="5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54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5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400" dirty="0" smtClean="0"/>
                        <a:t>Next</a:t>
                      </a:r>
                      <a:endParaRPr lang="en-US" sz="54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2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210437" y="-200289"/>
            <a:ext cx="13054288" cy="9650795"/>
          </a:xfrm>
          <a:custGeom>
            <a:avLst/>
            <a:gdLst/>
            <a:ahLst/>
            <a:cxnLst/>
            <a:rect l="l" t="t" r="r" b="b"/>
            <a:pathLst>
              <a:path w="13054288" h="9650795">
                <a:moveTo>
                  <a:pt x="0" y="0"/>
                </a:moveTo>
                <a:lnTo>
                  <a:pt x="13054288" y="0"/>
                </a:lnTo>
                <a:lnTo>
                  <a:pt x="13054288" y="9650794"/>
                </a:lnTo>
                <a:lnTo>
                  <a:pt x="0" y="96507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384513" y="5370749"/>
            <a:ext cx="9240697" cy="7775103"/>
          </a:xfrm>
          <a:custGeom>
            <a:avLst/>
            <a:gdLst/>
            <a:ahLst/>
            <a:cxnLst/>
            <a:rect l="l" t="t" r="r" b="b"/>
            <a:pathLst>
              <a:path w="9240697" h="7775103">
                <a:moveTo>
                  <a:pt x="0" y="0"/>
                </a:moveTo>
                <a:lnTo>
                  <a:pt x="9240697" y="0"/>
                </a:lnTo>
                <a:lnTo>
                  <a:pt x="9240697" y="7775102"/>
                </a:lnTo>
                <a:lnTo>
                  <a:pt x="0" y="77751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0800000">
            <a:off x="11001842" y="9290531"/>
            <a:ext cx="3024824" cy="1746408"/>
          </a:xfrm>
          <a:custGeom>
            <a:avLst/>
            <a:gdLst/>
            <a:ahLst/>
            <a:cxnLst/>
            <a:rect l="l" t="t" r="r" b="b"/>
            <a:pathLst>
              <a:path w="3024824" h="1746408">
                <a:moveTo>
                  <a:pt x="0" y="0"/>
                </a:moveTo>
                <a:lnTo>
                  <a:pt x="3024824" y="0"/>
                </a:lnTo>
                <a:lnTo>
                  <a:pt x="3024824" y="1746408"/>
                </a:lnTo>
                <a:lnTo>
                  <a:pt x="0" y="17464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7529420" y="3499856"/>
            <a:ext cx="6591359" cy="4114800"/>
          </a:xfrm>
          <a:custGeom>
            <a:avLst/>
            <a:gdLst/>
            <a:ahLst/>
            <a:cxnLst/>
            <a:rect l="l" t="t" r="r" b="b"/>
            <a:pathLst>
              <a:path w="6591359" h="4114800">
                <a:moveTo>
                  <a:pt x="0" y="0"/>
                </a:moveTo>
                <a:lnTo>
                  <a:pt x="6591360" y="0"/>
                </a:lnTo>
                <a:lnTo>
                  <a:pt x="659136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9473383">
            <a:off x="-2488578" y="-1532444"/>
            <a:ext cx="7315200" cy="3900850"/>
          </a:xfrm>
          <a:custGeom>
            <a:avLst/>
            <a:gdLst/>
            <a:ahLst/>
            <a:cxnLst/>
            <a:rect l="l" t="t" r="r" b="b"/>
            <a:pathLst>
              <a:path w="7315200" h="3900850">
                <a:moveTo>
                  <a:pt x="0" y="0"/>
                </a:moveTo>
                <a:lnTo>
                  <a:pt x="7315200" y="0"/>
                </a:lnTo>
                <a:lnTo>
                  <a:pt x="7315200" y="3900850"/>
                </a:lnTo>
                <a:lnTo>
                  <a:pt x="0" y="39008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2085039" y="3793270"/>
            <a:ext cx="3113739" cy="2700461"/>
          </a:xfrm>
          <a:custGeom>
            <a:avLst/>
            <a:gdLst/>
            <a:ahLst/>
            <a:cxnLst/>
            <a:rect l="l" t="t" r="r" b="b"/>
            <a:pathLst>
              <a:path w="3113739" h="2700461">
                <a:moveTo>
                  <a:pt x="0" y="0"/>
                </a:moveTo>
                <a:lnTo>
                  <a:pt x="3113739" y="0"/>
                </a:lnTo>
                <a:lnTo>
                  <a:pt x="3113739" y="2700460"/>
                </a:lnTo>
                <a:lnTo>
                  <a:pt x="0" y="270046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6256785" y="8106335"/>
            <a:ext cx="2005030" cy="4114800"/>
          </a:xfrm>
          <a:custGeom>
            <a:avLst/>
            <a:gdLst/>
            <a:ahLst/>
            <a:cxnLst/>
            <a:rect l="l" t="t" r="r" b="b"/>
            <a:pathLst>
              <a:path w="2005030" h="4114800">
                <a:moveTo>
                  <a:pt x="0" y="0"/>
                </a:moveTo>
                <a:lnTo>
                  <a:pt x="2005030" y="0"/>
                </a:lnTo>
                <a:lnTo>
                  <a:pt x="20050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=""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8145707" y="8673823"/>
            <a:ext cx="5712271" cy="2846562"/>
          </a:xfrm>
          <a:custGeom>
            <a:avLst/>
            <a:gdLst/>
            <a:ahLst/>
            <a:cxnLst/>
            <a:rect l="l" t="t" r="r" b="b"/>
            <a:pathLst>
              <a:path w="5712271" h="2846562">
                <a:moveTo>
                  <a:pt x="0" y="0"/>
                </a:moveTo>
                <a:lnTo>
                  <a:pt x="5712271" y="0"/>
                </a:lnTo>
                <a:lnTo>
                  <a:pt x="5712271" y="2846562"/>
                </a:lnTo>
                <a:lnTo>
                  <a:pt x="0" y="284656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=""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-777834" y="8673823"/>
            <a:ext cx="3893712" cy="2363116"/>
          </a:xfrm>
          <a:custGeom>
            <a:avLst/>
            <a:gdLst/>
            <a:ahLst/>
            <a:cxnLst/>
            <a:rect l="l" t="t" r="r" b="b"/>
            <a:pathLst>
              <a:path w="3893712" h="2363116">
                <a:moveTo>
                  <a:pt x="0" y="0"/>
                </a:moveTo>
                <a:lnTo>
                  <a:pt x="3893712" y="0"/>
                </a:lnTo>
                <a:lnTo>
                  <a:pt x="3893712" y="2363116"/>
                </a:lnTo>
                <a:lnTo>
                  <a:pt x="0" y="2363116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=""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4487169" y="-3732654"/>
            <a:ext cx="5544262" cy="5507152"/>
          </a:xfrm>
          <a:custGeom>
            <a:avLst/>
            <a:gdLst/>
            <a:ahLst/>
            <a:cxnLst/>
            <a:rect l="l" t="t" r="r" b="b"/>
            <a:pathLst>
              <a:path w="5544262" h="5507152">
                <a:moveTo>
                  <a:pt x="0" y="0"/>
                </a:moveTo>
                <a:lnTo>
                  <a:pt x="5544262" y="0"/>
                </a:lnTo>
                <a:lnTo>
                  <a:pt x="5544262" y="5507152"/>
                </a:lnTo>
                <a:lnTo>
                  <a:pt x="0" y="5507152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=""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2781004" y="2682680"/>
            <a:ext cx="11564802" cy="918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57"/>
              </a:lnSpc>
            </a:pPr>
            <a:r>
              <a:rPr lang="en-US" sz="7806" dirty="0">
                <a:solidFill>
                  <a:srgbClr val="6682B9"/>
                </a:solidFill>
                <a:latin typeface="Baloo Da"/>
                <a:ea typeface="Baloo Da"/>
                <a:cs typeface="Baloo Da"/>
                <a:sym typeface="Baloo Da"/>
              </a:rPr>
              <a:t>ALOGRITHM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69022" y="3477835"/>
            <a:ext cx="16747335" cy="6132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E59696"/>
                </a:solidFill>
                <a:latin typeface="Japan"/>
                <a:ea typeface="Japan"/>
                <a:cs typeface="Japan"/>
                <a:sym typeface="Japan"/>
              </a:rPr>
              <a:t>[TRAVERSING THE ELEMENT ACCORDING TO LINK LIST D IS THE NAME OF ARRAY LINK AND HEADNOTE IS NAME OF ARRAY]</a:t>
            </a:r>
          </a:p>
          <a:p>
            <a:pPr algn="ctr">
              <a:lnSpc>
                <a:spcPts val="4759"/>
              </a:lnSpc>
            </a:pPr>
            <a:endParaRPr lang="en-US" sz="3399" dirty="0">
              <a:solidFill>
                <a:srgbClr val="E59696"/>
              </a:solidFill>
              <a:latin typeface="Japan"/>
              <a:ea typeface="Japan"/>
              <a:cs typeface="Japan"/>
              <a:sym typeface="Japan"/>
            </a:endParaRPr>
          </a:p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E59696"/>
                </a:solidFill>
                <a:latin typeface="Japan"/>
                <a:ea typeface="Japan"/>
                <a:cs typeface="Japan"/>
                <a:sym typeface="Japan"/>
              </a:rPr>
              <a:t>STEP 1: - SET PTR START.</a:t>
            </a:r>
          </a:p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E59696"/>
                </a:solidFill>
                <a:latin typeface="Japan"/>
                <a:ea typeface="Japan"/>
                <a:cs typeface="Japan"/>
                <a:sym typeface="Japan"/>
              </a:rPr>
              <a:t>STEP 2: - REPEATE WHILE PTR # NULL.</a:t>
            </a:r>
          </a:p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E59696"/>
                </a:solidFill>
                <a:latin typeface="Japan"/>
                <a:ea typeface="Japan"/>
                <a:cs typeface="Japan"/>
                <a:sym typeface="Japan"/>
              </a:rPr>
              <a:t>STEP 3: - WRITE </a:t>
            </a:r>
            <a:r>
              <a:rPr lang="en-US" sz="3399" dirty="0" smtClean="0">
                <a:solidFill>
                  <a:srgbClr val="E59696"/>
                </a:solidFill>
                <a:latin typeface="Japan"/>
                <a:ea typeface="Japan"/>
                <a:cs typeface="Japan"/>
                <a:sym typeface="Japan"/>
              </a:rPr>
              <a:t>D[PTR</a:t>
            </a:r>
            <a:r>
              <a:rPr lang="en-US" sz="3399" dirty="0">
                <a:solidFill>
                  <a:srgbClr val="E59696"/>
                </a:solidFill>
                <a:latin typeface="Japan"/>
                <a:ea typeface="Japan"/>
                <a:cs typeface="Japan"/>
                <a:sym typeface="Japan"/>
              </a:rPr>
              <a:t>].</a:t>
            </a:r>
          </a:p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E59696"/>
                </a:solidFill>
                <a:latin typeface="Japan"/>
                <a:ea typeface="Japan"/>
                <a:cs typeface="Japan"/>
                <a:sym typeface="Japan"/>
              </a:rPr>
              <a:t>STEP 4: - SET PTR = LINK [PTR]</a:t>
            </a:r>
          </a:p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E59696"/>
                </a:solidFill>
                <a:latin typeface="Japan"/>
                <a:ea typeface="Japan"/>
                <a:cs typeface="Japan"/>
                <a:sym typeface="Japan"/>
              </a:rPr>
              <a:t>STEP 5: - [END OF STEP 2 LOOP].</a:t>
            </a:r>
          </a:p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E59696"/>
                </a:solidFill>
                <a:latin typeface="Japan"/>
                <a:ea typeface="Japan"/>
                <a:cs typeface="Japan"/>
                <a:sym typeface="Japan"/>
              </a:rPr>
              <a:t>STEP 6 EXIT.</a:t>
            </a:r>
          </a:p>
          <a:p>
            <a:pPr algn="l">
              <a:lnSpc>
                <a:spcPts val="4759"/>
              </a:lnSpc>
            </a:pPr>
            <a:endParaRPr lang="en-US" sz="3399" dirty="0">
              <a:solidFill>
                <a:srgbClr val="E59696"/>
              </a:solidFill>
              <a:latin typeface="Japan"/>
              <a:ea typeface="Japan"/>
              <a:cs typeface="Japan"/>
              <a:sym typeface="Jap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2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043252" y="624989"/>
            <a:ext cx="12675032" cy="9037023"/>
          </a:xfrm>
          <a:custGeom>
            <a:avLst/>
            <a:gdLst/>
            <a:ahLst/>
            <a:cxnLst/>
            <a:rect l="l" t="t" r="r" b="b"/>
            <a:pathLst>
              <a:path w="12675032" h="9037023">
                <a:moveTo>
                  <a:pt x="0" y="0"/>
                </a:moveTo>
                <a:lnTo>
                  <a:pt x="12675032" y="0"/>
                </a:lnTo>
                <a:lnTo>
                  <a:pt x="12675032" y="9037022"/>
                </a:lnTo>
                <a:lnTo>
                  <a:pt x="0" y="90370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9361"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9CC">
            <a:alpha val="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967993" y="-8602"/>
            <a:ext cx="13054288" cy="9650795"/>
          </a:xfrm>
          <a:custGeom>
            <a:avLst/>
            <a:gdLst/>
            <a:ahLst/>
            <a:cxnLst/>
            <a:rect l="l" t="t" r="r" b="b"/>
            <a:pathLst>
              <a:path w="13054288" h="9650795">
                <a:moveTo>
                  <a:pt x="0" y="0"/>
                </a:moveTo>
                <a:lnTo>
                  <a:pt x="13054288" y="0"/>
                </a:lnTo>
                <a:lnTo>
                  <a:pt x="13054288" y="9650794"/>
                </a:lnTo>
                <a:lnTo>
                  <a:pt x="0" y="96507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384513" y="5143500"/>
            <a:ext cx="9240697" cy="7775103"/>
          </a:xfrm>
          <a:custGeom>
            <a:avLst/>
            <a:gdLst/>
            <a:ahLst/>
            <a:cxnLst/>
            <a:rect l="l" t="t" r="r" b="b"/>
            <a:pathLst>
              <a:path w="9240697" h="7775103">
                <a:moveTo>
                  <a:pt x="0" y="0"/>
                </a:moveTo>
                <a:lnTo>
                  <a:pt x="9240697" y="0"/>
                </a:lnTo>
                <a:lnTo>
                  <a:pt x="9240697" y="7775103"/>
                </a:lnTo>
                <a:lnTo>
                  <a:pt x="0" y="77751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0800000">
            <a:off x="11001842" y="9290531"/>
            <a:ext cx="3024824" cy="1746408"/>
          </a:xfrm>
          <a:custGeom>
            <a:avLst/>
            <a:gdLst/>
            <a:ahLst/>
            <a:cxnLst/>
            <a:rect l="l" t="t" r="r" b="b"/>
            <a:pathLst>
              <a:path w="3024824" h="1746408">
                <a:moveTo>
                  <a:pt x="0" y="0"/>
                </a:moveTo>
                <a:lnTo>
                  <a:pt x="3024824" y="0"/>
                </a:lnTo>
                <a:lnTo>
                  <a:pt x="3024824" y="1746408"/>
                </a:lnTo>
                <a:lnTo>
                  <a:pt x="0" y="17464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7529420" y="3499856"/>
            <a:ext cx="6591359" cy="4114800"/>
          </a:xfrm>
          <a:custGeom>
            <a:avLst/>
            <a:gdLst/>
            <a:ahLst/>
            <a:cxnLst/>
            <a:rect l="l" t="t" r="r" b="b"/>
            <a:pathLst>
              <a:path w="6591359" h="4114800">
                <a:moveTo>
                  <a:pt x="0" y="0"/>
                </a:moveTo>
                <a:lnTo>
                  <a:pt x="6591360" y="0"/>
                </a:lnTo>
                <a:lnTo>
                  <a:pt x="659136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9473383">
            <a:off x="-2354253" y="-1509156"/>
            <a:ext cx="7315200" cy="3900850"/>
          </a:xfrm>
          <a:custGeom>
            <a:avLst/>
            <a:gdLst/>
            <a:ahLst/>
            <a:cxnLst/>
            <a:rect l="l" t="t" r="r" b="b"/>
            <a:pathLst>
              <a:path w="7315200" h="3900850">
                <a:moveTo>
                  <a:pt x="0" y="0"/>
                </a:moveTo>
                <a:lnTo>
                  <a:pt x="7315200" y="0"/>
                </a:lnTo>
                <a:lnTo>
                  <a:pt x="7315200" y="3900850"/>
                </a:lnTo>
                <a:lnTo>
                  <a:pt x="0" y="39008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2085039" y="3793270"/>
            <a:ext cx="3113739" cy="2700461"/>
          </a:xfrm>
          <a:custGeom>
            <a:avLst/>
            <a:gdLst/>
            <a:ahLst/>
            <a:cxnLst/>
            <a:rect l="l" t="t" r="r" b="b"/>
            <a:pathLst>
              <a:path w="3113739" h="2700461">
                <a:moveTo>
                  <a:pt x="0" y="0"/>
                </a:moveTo>
                <a:lnTo>
                  <a:pt x="3113739" y="0"/>
                </a:lnTo>
                <a:lnTo>
                  <a:pt x="3113739" y="2700460"/>
                </a:lnTo>
                <a:lnTo>
                  <a:pt x="0" y="270046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6256785" y="8106335"/>
            <a:ext cx="2005030" cy="4114800"/>
          </a:xfrm>
          <a:custGeom>
            <a:avLst/>
            <a:gdLst/>
            <a:ahLst/>
            <a:cxnLst/>
            <a:rect l="l" t="t" r="r" b="b"/>
            <a:pathLst>
              <a:path w="2005030" h="4114800">
                <a:moveTo>
                  <a:pt x="0" y="0"/>
                </a:moveTo>
                <a:lnTo>
                  <a:pt x="2005030" y="0"/>
                </a:lnTo>
                <a:lnTo>
                  <a:pt x="20050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=""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8145707" y="8673823"/>
            <a:ext cx="5712271" cy="2846562"/>
          </a:xfrm>
          <a:custGeom>
            <a:avLst/>
            <a:gdLst/>
            <a:ahLst/>
            <a:cxnLst/>
            <a:rect l="l" t="t" r="r" b="b"/>
            <a:pathLst>
              <a:path w="5712271" h="2846562">
                <a:moveTo>
                  <a:pt x="0" y="0"/>
                </a:moveTo>
                <a:lnTo>
                  <a:pt x="5712271" y="0"/>
                </a:lnTo>
                <a:lnTo>
                  <a:pt x="5712271" y="2846562"/>
                </a:lnTo>
                <a:lnTo>
                  <a:pt x="0" y="284656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=""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-777834" y="8673823"/>
            <a:ext cx="3893712" cy="2363116"/>
          </a:xfrm>
          <a:custGeom>
            <a:avLst/>
            <a:gdLst/>
            <a:ahLst/>
            <a:cxnLst/>
            <a:rect l="l" t="t" r="r" b="b"/>
            <a:pathLst>
              <a:path w="3893712" h="2363116">
                <a:moveTo>
                  <a:pt x="0" y="0"/>
                </a:moveTo>
                <a:lnTo>
                  <a:pt x="3893712" y="0"/>
                </a:lnTo>
                <a:lnTo>
                  <a:pt x="3893712" y="2363116"/>
                </a:lnTo>
                <a:lnTo>
                  <a:pt x="0" y="2363116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=""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4487169" y="-3732654"/>
            <a:ext cx="5544262" cy="5507152"/>
          </a:xfrm>
          <a:custGeom>
            <a:avLst/>
            <a:gdLst/>
            <a:ahLst/>
            <a:cxnLst/>
            <a:rect l="l" t="t" r="r" b="b"/>
            <a:pathLst>
              <a:path w="5544262" h="5507152">
                <a:moveTo>
                  <a:pt x="0" y="0"/>
                </a:moveTo>
                <a:lnTo>
                  <a:pt x="5544262" y="0"/>
                </a:lnTo>
                <a:lnTo>
                  <a:pt x="5544262" y="5507152"/>
                </a:lnTo>
                <a:lnTo>
                  <a:pt x="0" y="5507152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=""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2845424" y="2800266"/>
            <a:ext cx="12597152" cy="1232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40"/>
              </a:lnSpc>
            </a:pPr>
            <a:r>
              <a:rPr lang="en-US" sz="10405" dirty="0" smtClean="0">
                <a:solidFill>
                  <a:srgbClr val="6682B9"/>
                </a:solidFill>
                <a:latin typeface="Baloo Da"/>
                <a:ea typeface="Baloo Da"/>
                <a:cs typeface="Baloo Da"/>
                <a:sym typeface="Baloo Da"/>
              </a:rPr>
              <a:t>Advantages </a:t>
            </a:r>
            <a:endParaRPr lang="en-US" sz="10405" dirty="0">
              <a:solidFill>
                <a:srgbClr val="6682B9"/>
              </a:solidFill>
              <a:latin typeface="Baloo Da"/>
              <a:ea typeface="Baloo Da"/>
              <a:cs typeface="Baloo Da"/>
              <a:sym typeface="Baloo Da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3530792" y="4201243"/>
            <a:ext cx="11226415" cy="123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endParaRPr lang="en-US" sz="3399" dirty="0">
              <a:solidFill>
                <a:srgbClr val="E59696"/>
              </a:solidFill>
              <a:latin typeface="Japan"/>
              <a:ea typeface="Japan"/>
              <a:cs typeface="Japan"/>
              <a:sym typeface="Japan"/>
            </a:endParaRPr>
          </a:p>
          <a:p>
            <a:pPr algn="ctr">
              <a:lnSpc>
                <a:spcPts val="4759"/>
              </a:lnSpc>
            </a:pPr>
            <a:endParaRPr lang="en-US" sz="3399" dirty="0">
              <a:solidFill>
                <a:srgbClr val="E59696"/>
              </a:solidFill>
              <a:latin typeface="Japan"/>
              <a:ea typeface="Japan"/>
              <a:cs typeface="Japan"/>
              <a:sym typeface="Japan"/>
            </a:endParaRPr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1907883" y="4150748"/>
            <a:ext cx="14472232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800" dirty="0" smtClean="0">
                <a:solidFill>
                  <a:srgbClr val="E59696"/>
                </a:solidFill>
                <a:latin typeface="Japan"/>
                <a:ea typeface="Japan"/>
                <a:cs typeface="Japan"/>
              </a:rPr>
              <a:t>Can grow or shrink easily – No need to fix the size in advance.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800" dirty="0" smtClean="0">
                <a:solidFill>
                  <a:srgbClr val="E59696"/>
                </a:solidFill>
                <a:latin typeface="Japan"/>
                <a:ea typeface="Japan"/>
                <a:cs typeface="Japan"/>
              </a:rPr>
              <a:t>Easy to add or remove items – Can insert or delete anywhere without </a:t>
            </a:r>
            <a:r>
              <a:rPr lang="en-US" altLang="en-US" sz="2800" dirty="0">
                <a:solidFill>
                  <a:srgbClr val="E59696"/>
                </a:solidFill>
                <a:latin typeface="Japan"/>
                <a:ea typeface="Japan"/>
                <a:cs typeface="Japan"/>
              </a:rPr>
              <a:t>moving other items.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800" dirty="0">
                <a:solidFill>
                  <a:srgbClr val="E59696"/>
                </a:solidFill>
                <a:latin typeface="Japan"/>
                <a:ea typeface="Japan"/>
                <a:cs typeface="Japan"/>
              </a:rPr>
              <a:t>Saves memory for changing size – Doesn’t waste space like arrays.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800" dirty="0">
                <a:solidFill>
                  <a:srgbClr val="E59696"/>
                </a:solidFill>
                <a:latin typeface="Japan"/>
                <a:ea typeface="Japan"/>
                <a:cs typeface="Japan"/>
              </a:rPr>
              <a:t>Flexible – Can be used to make things like stacks and queues easily.</a:t>
            </a:r>
          </a:p>
        </p:txBody>
      </p:sp>
    </p:spTree>
    <p:extLst>
      <p:ext uri="{BB962C8B-B14F-4D97-AF65-F5344CB8AC3E}">
        <p14:creationId xmlns:p14="http://schemas.microsoft.com/office/powerpoint/2010/main" val="6698312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9CC">
            <a:alpha val="8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210437" y="-200289"/>
            <a:ext cx="13054288" cy="9650795"/>
          </a:xfrm>
          <a:custGeom>
            <a:avLst/>
            <a:gdLst/>
            <a:ahLst/>
            <a:cxnLst/>
            <a:rect l="l" t="t" r="r" b="b"/>
            <a:pathLst>
              <a:path w="13054288" h="9650795">
                <a:moveTo>
                  <a:pt x="0" y="0"/>
                </a:moveTo>
                <a:lnTo>
                  <a:pt x="13054288" y="0"/>
                </a:lnTo>
                <a:lnTo>
                  <a:pt x="13054288" y="9650794"/>
                </a:lnTo>
                <a:lnTo>
                  <a:pt x="0" y="96507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251918" y="5111496"/>
            <a:ext cx="9240697" cy="7775103"/>
          </a:xfrm>
          <a:custGeom>
            <a:avLst/>
            <a:gdLst/>
            <a:ahLst/>
            <a:cxnLst/>
            <a:rect l="l" t="t" r="r" b="b"/>
            <a:pathLst>
              <a:path w="9240697" h="7775103">
                <a:moveTo>
                  <a:pt x="0" y="0"/>
                </a:moveTo>
                <a:lnTo>
                  <a:pt x="9240697" y="0"/>
                </a:lnTo>
                <a:lnTo>
                  <a:pt x="9240697" y="7775103"/>
                </a:lnTo>
                <a:lnTo>
                  <a:pt x="0" y="77751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0800000">
            <a:off x="11001842" y="9290531"/>
            <a:ext cx="3024824" cy="1746408"/>
          </a:xfrm>
          <a:custGeom>
            <a:avLst/>
            <a:gdLst/>
            <a:ahLst/>
            <a:cxnLst/>
            <a:rect l="l" t="t" r="r" b="b"/>
            <a:pathLst>
              <a:path w="3024824" h="1746408">
                <a:moveTo>
                  <a:pt x="0" y="0"/>
                </a:moveTo>
                <a:lnTo>
                  <a:pt x="3024824" y="0"/>
                </a:lnTo>
                <a:lnTo>
                  <a:pt x="3024824" y="1746408"/>
                </a:lnTo>
                <a:lnTo>
                  <a:pt x="0" y="17464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7529420" y="3499856"/>
            <a:ext cx="6591359" cy="4114800"/>
          </a:xfrm>
          <a:custGeom>
            <a:avLst/>
            <a:gdLst/>
            <a:ahLst/>
            <a:cxnLst/>
            <a:rect l="l" t="t" r="r" b="b"/>
            <a:pathLst>
              <a:path w="6591359" h="4114800">
                <a:moveTo>
                  <a:pt x="0" y="0"/>
                </a:moveTo>
                <a:lnTo>
                  <a:pt x="6591360" y="0"/>
                </a:lnTo>
                <a:lnTo>
                  <a:pt x="659136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9473383">
            <a:off x="-2488578" y="-1532444"/>
            <a:ext cx="7315200" cy="3900850"/>
          </a:xfrm>
          <a:custGeom>
            <a:avLst/>
            <a:gdLst/>
            <a:ahLst/>
            <a:cxnLst/>
            <a:rect l="l" t="t" r="r" b="b"/>
            <a:pathLst>
              <a:path w="7315200" h="3900850">
                <a:moveTo>
                  <a:pt x="0" y="0"/>
                </a:moveTo>
                <a:lnTo>
                  <a:pt x="7315200" y="0"/>
                </a:lnTo>
                <a:lnTo>
                  <a:pt x="7315200" y="3900850"/>
                </a:lnTo>
                <a:lnTo>
                  <a:pt x="0" y="39008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2085039" y="3793270"/>
            <a:ext cx="3113739" cy="2700461"/>
          </a:xfrm>
          <a:custGeom>
            <a:avLst/>
            <a:gdLst/>
            <a:ahLst/>
            <a:cxnLst/>
            <a:rect l="l" t="t" r="r" b="b"/>
            <a:pathLst>
              <a:path w="3113739" h="2700461">
                <a:moveTo>
                  <a:pt x="0" y="0"/>
                </a:moveTo>
                <a:lnTo>
                  <a:pt x="3113739" y="0"/>
                </a:lnTo>
                <a:lnTo>
                  <a:pt x="3113739" y="2700460"/>
                </a:lnTo>
                <a:lnTo>
                  <a:pt x="0" y="270046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6256785" y="8106335"/>
            <a:ext cx="2005030" cy="4114800"/>
          </a:xfrm>
          <a:custGeom>
            <a:avLst/>
            <a:gdLst/>
            <a:ahLst/>
            <a:cxnLst/>
            <a:rect l="l" t="t" r="r" b="b"/>
            <a:pathLst>
              <a:path w="2005030" h="4114800">
                <a:moveTo>
                  <a:pt x="0" y="0"/>
                </a:moveTo>
                <a:lnTo>
                  <a:pt x="2005030" y="0"/>
                </a:lnTo>
                <a:lnTo>
                  <a:pt x="20050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=""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8145707" y="8673823"/>
            <a:ext cx="5712271" cy="2846562"/>
          </a:xfrm>
          <a:custGeom>
            <a:avLst/>
            <a:gdLst/>
            <a:ahLst/>
            <a:cxnLst/>
            <a:rect l="l" t="t" r="r" b="b"/>
            <a:pathLst>
              <a:path w="5712271" h="2846562">
                <a:moveTo>
                  <a:pt x="0" y="0"/>
                </a:moveTo>
                <a:lnTo>
                  <a:pt x="5712271" y="0"/>
                </a:lnTo>
                <a:lnTo>
                  <a:pt x="5712271" y="2846562"/>
                </a:lnTo>
                <a:lnTo>
                  <a:pt x="0" y="284656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=""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-777834" y="8673823"/>
            <a:ext cx="3893712" cy="2363116"/>
          </a:xfrm>
          <a:custGeom>
            <a:avLst/>
            <a:gdLst/>
            <a:ahLst/>
            <a:cxnLst/>
            <a:rect l="l" t="t" r="r" b="b"/>
            <a:pathLst>
              <a:path w="3893712" h="2363116">
                <a:moveTo>
                  <a:pt x="0" y="0"/>
                </a:moveTo>
                <a:lnTo>
                  <a:pt x="3893712" y="0"/>
                </a:lnTo>
                <a:lnTo>
                  <a:pt x="3893712" y="2363116"/>
                </a:lnTo>
                <a:lnTo>
                  <a:pt x="0" y="2363116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=""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4487169" y="-3732654"/>
            <a:ext cx="5544262" cy="5507152"/>
          </a:xfrm>
          <a:custGeom>
            <a:avLst/>
            <a:gdLst/>
            <a:ahLst/>
            <a:cxnLst/>
            <a:rect l="l" t="t" r="r" b="b"/>
            <a:pathLst>
              <a:path w="5544262" h="5507152">
                <a:moveTo>
                  <a:pt x="0" y="0"/>
                </a:moveTo>
                <a:lnTo>
                  <a:pt x="5544262" y="0"/>
                </a:lnTo>
                <a:lnTo>
                  <a:pt x="5544262" y="5507152"/>
                </a:lnTo>
                <a:lnTo>
                  <a:pt x="0" y="5507152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=""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2845424" y="2800266"/>
            <a:ext cx="12597152" cy="1237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40"/>
              </a:lnSpc>
            </a:pPr>
            <a:r>
              <a:rPr lang="en-US" sz="10405" dirty="0">
                <a:solidFill>
                  <a:srgbClr val="6682B9"/>
                </a:solidFill>
                <a:latin typeface="Baloo Da"/>
                <a:ea typeface="Baloo Da"/>
                <a:cs typeface="Baloo Da"/>
              </a:rPr>
              <a:t>Disadvantages</a:t>
            </a:r>
            <a:endParaRPr lang="en-US" sz="10405" dirty="0">
              <a:solidFill>
                <a:srgbClr val="6682B9"/>
              </a:solidFill>
              <a:latin typeface="Baloo Da"/>
              <a:ea typeface="Baloo Da"/>
              <a:cs typeface="Baloo Da"/>
              <a:sym typeface="Baloo Da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3530792" y="4201243"/>
            <a:ext cx="11226415" cy="123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endParaRPr lang="en-US" sz="3399" dirty="0">
              <a:solidFill>
                <a:srgbClr val="E59696"/>
              </a:solidFill>
              <a:latin typeface="Japan"/>
              <a:ea typeface="Japan"/>
              <a:cs typeface="Japan"/>
              <a:sym typeface="Japan"/>
            </a:endParaRPr>
          </a:p>
          <a:p>
            <a:pPr algn="ctr">
              <a:lnSpc>
                <a:spcPts val="4759"/>
              </a:lnSpc>
            </a:pPr>
            <a:endParaRPr lang="en-US" sz="3399" dirty="0">
              <a:solidFill>
                <a:srgbClr val="E59696"/>
              </a:solidFill>
              <a:latin typeface="Japan"/>
              <a:ea typeface="Japan"/>
              <a:cs typeface="Japan"/>
              <a:sym typeface="Japan"/>
            </a:endParaRPr>
          </a:p>
        </p:txBody>
      </p:sp>
      <p:sp>
        <p:nvSpPr>
          <p:cNvPr id="15" name="Rectangle 2"/>
          <p:cNvSpPr>
            <a:spLocks noChangeArrowheads="1"/>
          </p:cNvSpPr>
          <p:nvPr/>
        </p:nvSpPr>
        <p:spPr bwMode="auto">
          <a:xfrm>
            <a:off x="3191365" y="4398604"/>
            <a:ext cx="14092319" cy="21847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3399" dirty="0">
                <a:solidFill>
                  <a:srgbClr val="E59696"/>
                </a:solidFill>
                <a:latin typeface="Japan"/>
                <a:ea typeface="Japan"/>
                <a:cs typeface="Japan"/>
              </a:rPr>
              <a:t>Slow to find items – You have to check one by one from the start.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3399" dirty="0">
                <a:solidFill>
                  <a:srgbClr val="E59696"/>
                </a:solidFill>
                <a:latin typeface="Japan"/>
                <a:ea typeface="Japan"/>
                <a:cs typeface="Japan"/>
              </a:rPr>
              <a:t>Uses more memory – Each item needs extra space to store the pointer.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3399" dirty="0">
                <a:solidFill>
                  <a:srgbClr val="E59696"/>
                </a:solidFill>
                <a:latin typeface="Japan"/>
                <a:ea typeface="Japan"/>
                <a:cs typeface="Japan"/>
              </a:rPr>
              <a:t>Harder to use – Managing the connections (pointers) is tricky.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3399" dirty="0">
                <a:solidFill>
                  <a:srgbClr val="E59696"/>
                </a:solidFill>
                <a:latin typeface="Japan"/>
                <a:ea typeface="Japan"/>
                <a:cs typeface="Japan"/>
              </a:rPr>
              <a:t>No direct access – You can’t jump to an item like in an array.</a:t>
            </a:r>
          </a:p>
        </p:txBody>
      </p:sp>
    </p:spTree>
    <p:extLst>
      <p:ext uri="{BB962C8B-B14F-4D97-AF65-F5344CB8AC3E}">
        <p14:creationId xmlns:p14="http://schemas.microsoft.com/office/powerpoint/2010/main" val="37508367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2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596620" y="-114300"/>
            <a:ext cx="13054288" cy="9650795"/>
          </a:xfrm>
          <a:custGeom>
            <a:avLst/>
            <a:gdLst/>
            <a:ahLst/>
            <a:cxnLst/>
            <a:rect l="l" t="t" r="r" b="b"/>
            <a:pathLst>
              <a:path w="13054288" h="9650795">
                <a:moveTo>
                  <a:pt x="0" y="0"/>
                </a:moveTo>
                <a:lnTo>
                  <a:pt x="13054288" y="0"/>
                </a:lnTo>
                <a:lnTo>
                  <a:pt x="13054288" y="9650794"/>
                </a:lnTo>
                <a:lnTo>
                  <a:pt x="0" y="96507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493765" y="5143500"/>
            <a:ext cx="9240697" cy="7775103"/>
          </a:xfrm>
          <a:custGeom>
            <a:avLst/>
            <a:gdLst/>
            <a:ahLst/>
            <a:cxnLst/>
            <a:rect l="l" t="t" r="r" b="b"/>
            <a:pathLst>
              <a:path w="9240697" h="7775103">
                <a:moveTo>
                  <a:pt x="0" y="0"/>
                </a:moveTo>
                <a:lnTo>
                  <a:pt x="9240697" y="0"/>
                </a:lnTo>
                <a:lnTo>
                  <a:pt x="9240697" y="7775103"/>
                </a:lnTo>
                <a:lnTo>
                  <a:pt x="0" y="77751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0800000">
            <a:off x="11001842" y="9290531"/>
            <a:ext cx="3024824" cy="1746408"/>
          </a:xfrm>
          <a:custGeom>
            <a:avLst/>
            <a:gdLst/>
            <a:ahLst/>
            <a:cxnLst/>
            <a:rect l="l" t="t" r="r" b="b"/>
            <a:pathLst>
              <a:path w="3024824" h="1746408">
                <a:moveTo>
                  <a:pt x="0" y="0"/>
                </a:moveTo>
                <a:lnTo>
                  <a:pt x="3024824" y="0"/>
                </a:lnTo>
                <a:lnTo>
                  <a:pt x="3024824" y="1746408"/>
                </a:lnTo>
                <a:lnTo>
                  <a:pt x="0" y="17464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7529420" y="3499856"/>
            <a:ext cx="6591359" cy="4114800"/>
          </a:xfrm>
          <a:custGeom>
            <a:avLst/>
            <a:gdLst/>
            <a:ahLst/>
            <a:cxnLst/>
            <a:rect l="l" t="t" r="r" b="b"/>
            <a:pathLst>
              <a:path w="6591359" h="4114800">
                <a:moveTo>
                  <a:pt x="0" y="0"/>
                </a:moveTo>
                <a:lnTo>
                  <a:pt x="6591360" y="0"/>
                </a:lnTo>
                <a:lnTo>
                  <a:pt x="659136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9473383">
            <a:off x="-2488578" y="-1532444"/>
            <a:ext cx="7315200" cy="3900850"/>
          </a:xfrm>
          <a:custGeom>
            <a:avLst/>
            <a:gdLst/>
            <a:ahLst/>
            <a:cxnLst/>
            <a:rect l="l" t="t" r="r" b="b"/>
            <a:pathLst>
              <a:path w="7315200" h="3900850">
                <a:moveTo>
                  <a:pt x="0" y="0"/>
                </a:moveTo>
                <a:lnTo>
                  <a:pt x="7315200" y="0"/>
                </a:lnTo>
                <a:lnTo>
                  <a:pt x="7315200" y="3900850"/>
                </a:lnTo>
                <a:lnTo>
                  <a:pt x="0" y="39008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2085039" y="3793270"/>
            <a:ext cx="3113739" cy="2700461"/>
          </a:xfrm>
          <a:custGeom>
            <a:avLst/>
            <a:gdLst/>
            <a:ahLst/>
            <a:cxnLst/>
            <a:rect l="l" t="t" r="r" b="b"/>
            <a:pathLst>
              <a:path w="3113739" h="2700461">
                <a:moveTo>
                  <a:pt x="0" y="0"/>
                </a:moveTo>
                <a:lnTo>
                  <a:pt x="3113739" y="0"/>
                </a:lnTo>
                <a:lnTo>
                  <a:pt x="3113739" y="2700460"/>
                </a:lnTo>
                <a:lnTo>
                  <a:pt x="0" y="270046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6256785" y="8106335"/>
            <a:ext cx="2005030" cy="4114800"/>
          </a:xfrm>
          <a:custGeom>
            <a:avLst/>
            <a:gdLst/>
            <a:ahLst/>
            <a:cxnLst/>
            <a:rect l="l" t="t" r="r" b="b"/>
            <a:pathLst>
              <a:path w="2005030" h="4114800">
                <a:moveTo>
                  <a:pt x="0" y="0"/>
                </a:moveTo>
                <a:lnTo>
                  <a:pt x="2005030" y="0"/>
                </a:lnTo>
                <a:lnTo>
                  <a:pt x="20050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=""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8145707" y="8673823"/>
            <a:ext cx="5712271" cy="2846562"/>
          </a:xfrm>
          <a:custGeom>
            <a:avLst/>
            <a:gdLst/>
            <a:ahLst/>
            <a:cxnLst/>
            <a:rect l="l" t="t" r="r" b="b"/>
            <a:pathLst>
              <a:path w="5712271" h="2846562">
                <a:moveTo>
                  <a:pt x="0" y="0"/>
                </a:moveTo>
                <a:lnTo>
                  <a:pt x="5712271" y="0"/>
                </a:lnTo>
                <a:lnTo>
                  <a:pt x="5712271" y="2846562"/>
                </a:lnTo>
                <a:lnTo>
                  <a:pt x="0" y="284656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=""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-777834" y="8673823"/>
            <a:ext cx="3893712" cy="2363116"/>
          </a:xfrm>
          <a:custGeom>
            <a:avLst/>
            <a:gdLst/>
            <a:ahLst/>
            <a:cxnLst/>
            <a:rect l="l" t="t" r="r" b="b"/>
            <a:pathLst>
              <a:path w="3893712" h="2363116">
                <a:moveTo>
                  <a:pt x="0" y="0"/>
                </a:moveTo>
                <a:lnTo>
                  <a:pt x="3893712" y="0"/>
                </a:lnTo>
                <a:lnTo>
                  <a:pt x="3893712" y="2363116"/>
                </a:lnTo>
                <a:lnTo>
                  <a:pt x="0" y="2363116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=""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4487169" y="-3732654"/>
            <a:ext cx="5544262" cy="5507152"/>
          </a:xfrm>
          <a:custGeom>
            <a:avLst/>
            <a:gdLst/>
            <a:ahLst/>
            <a:cxnLst/>
            <a:rect l="l" t="t" r="r" b="b"/>
            <a:pathLst>
              <a:path w="5544262" h="5507152">
                <a:moveTo>
                  <a:pt x="0" y="0"/>
                </a:moveTo>
                <a:lnTo>
                  <a:pt x="5544262" y="0"/>
                </a:lnTo>
                <a:lnTo>
                  <a:pt x="5544262" y="5507152"/>
                </a:lnTo>
                <a:lnTo>
                  <a:pt x="0" y="5507152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=""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4028526" y="417981"/>
            <a:ext cx="10171313" cy="14965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360"/>
              </a:lnSpc>
            </a:pPr>
            <a:r>
              <a:rPr lang="en-US" sz="4800" dirty="0" smtClean="0">
                <a:solidFill>
                  <a:srgbClr val="6682B9"/>
                </a:solidFill>
                <a:latin typeface="Baloo Da"/>
                <a:ea typeface="Baloo Da"/>
                <a:cs typeface="Baloo Da"/>
                <a:sym typeface="Baloo Da"/>
              </a:rPr>
              <a:t>Real life example </a:t>
            </a:r>
            <a:endParaRPr lang="en-US" sz="4800" dirty="0">
              <a:solidFill>
                <a:srgbClr val="6682B9"/>
              </a:solidFill>
              <a:latin typeface="Baloo Da"/>
              <a:ea typeface="Baloo Da"/>
              <a:cs typeface="Baloo Da"/>
              <a:sym typeface="Baloo Da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787720" y="2384860"/>
            <a:ext cx="9144000" cy="191590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E59696"/>
                </a:solidFill>
                <a:latin typeface="Japan"/>
                <a:ea typeface="Japan"/>
                <a:cs typeface="Japan"/>
              </a:rPr>
              <a:t>Music Playlist – Each song points to the next song in the list. You can add or remove songs anywhere.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37257" y="4352517"/>
            <a:ext cx="9144000" cy="218470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3399" dirty="0">
                <a:solidFill>
                  <a:srgbClr val="E59696"/>
                </a:solidFill>
                <a:latin typeface="Japan"/>
                <a:ea typeface="Japan"/>
                <a:cs typeface="Japan"/>
              </a:rPr>
              <a:t>Imagine the items</a:t>
            </a:r>
          </a:p>
          <a:p>
            <a:r>
              <a:rPr lang="en-US" sz="3399" dirty="0">
                <a:solidFill>
                  <a:srgbClr val="E59696"/>
                </a:solidFill>
                <a:latin typeface="Japan"/>
                <a:ea typeface="Japan"/>
                <a:cs typeface="Japan"/>
              </a:rPr>
              <a:t>Playlist: Song1 → Song2 → Song3 → Song4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399" dirty="0">
                <a:solidFill>
                  <a:srgbClr val="E59696"/>
                </a:solidFill>
                <a:latin typeface="Japan"/>
                <a:ea typeface="Japan"/>
                <a:cs typeface="Japan"/>
              </a:rPr>
              <a:t>Each song is a node.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399" dirty="0">
                <a:solidFill>
                  <a:srgbClr val="E59696"/>
                </a:solidFill>
                <a:latin typeface="Japan"/>
                <a:ea typeface="Japan"/>
                <a:cs typeface="Japan"/>
              </a:rPr>
              <a:t>Each node points to the next song.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15416" y="7133265"/>
            <a:ext cx="15320602" cy="6154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399" dirty="0" smtClean="0">
                <a:solidFill>
                  <a:srgbClr val="E59696"/>
                </a:solidFill>
                <a:latin typeface="Japan"/>
                <a:ea typeface="Japan"/>
                <a:cs typeface="Japan"/>
              </a:rPr>
              <a:t>[Song1 </a:t>
            </a:r>
            <a:r>
              <a:rPr lang="en-US" sz="3399" dirty="0">
                <a:solidFill>
                  <a:srgbClr val="E59696"/>
                </a:solidFill>
                <a:latin typeface="Japan"/>
                <a:ea typeface="Japan"/>
                <a:cs typeface="Japan"/>
              </a:rPr>
              <a:t>| Next] → [Song2 | Next] → [Song3 | Next] → [Song4 | Next] → NULL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2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210437" y="-200289"/>
            <a:ext cx="13054288" cy="9650795"/>
          </a:xfrm>
          <a:custGeom>
            <a:avLst/>
            <a:gdLst/>
            <a:ahLst/>
            <a:cxnLst/>
            <a:rect l="l" t="t" r="r" b="b"/>
            <a:pathLst>
              <a:path w="13054288" h="9650795">
                <a:moveTo>
                  <a:pt x="0" y="0"/>
                </a:moveTo>
                <a:lnTo>
                  <a:pt x="13054288" y="0"/>
                </a:lnTo>
                <a:lnTo>
                  <a:pt x="13054288" y="9650794"/>
                </a:lnTo>
                <a:lnTo>
                  <a:pt x="0" y="96507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384513" y="5143500"/>
            <a:ext cx="9240697" cy="7775103"/>
          </a:xfrm>
          <a:custGeom>
            <a:avLst/>
            <a:gdLst/>
            <a:ahLst/>
            <a:cxnLst/>
            <a:rect l="l" t="t" r="r" b="b"/>
            <a:pathLst>
              <a:path w="9240697" h="7775103">
                <a:moveTo>
                  <a:pt x="0" y="0"/>
                </a:moveTo>
                <a:lnTo>
                  <a:pt x="9240697" y="0"/>
                </a:lnTo>
                <a:lnTo>
                  <a:pt x="9240697" y="7775103"/>
                </a:lnTo>
                <a:lnTo>
                  <a:pt x="0" y="77751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0800000">
            <a:off x="11001842" y="9290531"/>
            <a:ext cx="3024824" cy="1746408"/>
          </a:xfrm>
          <a:custGeom>
            <a:avLst/>
            <a:gdLst/>
            <a:ahLst/>
            <a:cxnLst/>
            <a:rect l="l" t="t" r="r" b="b"/>
            <a:pathLst>
              <a:path w="3024824" h="1746408">
                <a:moveTo>
                  <a:pt x="0" y="0"/>
                </a:moveTo>
                <a:lnTo>
                  <a:pt x="3024824" y="0"/>
                </a:lnTo>
                <a:lnTo>
                  <a:pt x="3024824" y="1746408"/>
                </a:lnTo>
                <a:lnTo>
                  <a:pt x="0" y="17464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7529420" y="3499856"/>
            <a:ext cx="6591359" cy="4114800"/>
          </a:xfrm>
          <a:custGeom>
            <a:avLst/>
            <a:gdLst/>
            <a:ahLst/>
            <a:cxnLst/>
            <a:rect l="l" t="t" r="r" b="b"/>
            <a:pathLst>
              <a:path w="6591359" h="4114800">
                <a:moveTo>
                  <a:pt x="0" y="0"/>
                </a:moveTo>
                <a:lnTo>
                  <a:pt x="6591360" y="0"/>
                </a:lnTo>
                <a:lnTo>
                  <a:pt x="659136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9473383">
            <a:off x="-2488578" y="-1532444"/>
            <a:ext cx="7315200" cy="3900850"/>
          </a:xfrm>
          <a:custGeom>
            <a:avLst/>
            <a:gdLst/>
            <a:ahLst/>
            <a:cxnLst/>
            <a:rect l="l" t="t" r="r" b="b"/>
            <a:pathLst>
              <a:path w="7315200" h="3900850">
                <a:moveTo>
                  <a:pt x="0" y="0"/>
                </a:moveTo>
                <a:lnTo>
                  <a:pt x="7315200" y="0"/>
                </a:lnTo>
                <a:lnTo>
                  <a:pt x="7315200" y="3900850"/>
                </a:lnTo>
                <a:lnTo>
                  <a:pt x="0" y="39008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2085039" y="3793270"/>
            <a:ext cx="3113739" cy="2700461"/>
          </a:xfrm>
          <a:custGeom>
            <a:avLst/>
            <a:gdLst/>
            <a:ahLst/>
            <a:cxnLst/>
            <a:rect l="l" t="t" r="r" b="b"/>
            <a:pathLst>
              <a:path w="3113739" h="2700461">
                <a:moveTo>
                  <a:pt x="0" y="0"/>
                </a:moveTo>
                <a:lnTo>
                  <a:pt x="3113739" y="0"/>
                </a:lnTo>
                <a:lnTo>
                  <a:pt x="3113739" y="2700460"/>
                </a:lnTo>
                <a:lnTo>
                  <a:pt x="0" y="270046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6256785" y="8106335"/>
            <a:ext cx="2005030" cy="4114800"/>
          </a:xfrm>
          <a:custGeom>
            <a:avLst/>
            <a:gdLst/>
            <a:ahLst/>
            <a:cxnLst/>
            <a:rect l="l" t="t" r="r" b="b"/>
            <a:pathLst>
              <a:path w="2005030" h="4114800">
                <a:moveTo>
                  <a:pt x="0" y="0"/>
                </a:moveTo>
                <a:lnTo>
                  <a:pt x="2005030" y="0"/>
                </a:lnTo>
                <a:lnTo>
                  <a:pt x="20050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=""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8145707" y="8673823"/>
            <a:ext cx="5712271" cy="2846562"/>
          </a:xfrm>
          <a:custGeom>
            <a:avLst/>
            <a:gdLst/>
            <a:ahLst/>
            <a:cxnLst/>
            <a:rect l="l" t="t" r="r" b="b"/>
            <a:pathLst>
              <a:path w="5712271" h="2846562">
                <a:moveTo>
                  <a:pt x="0" y="0"/>
                </a:moveTo>
                <a:lnTo>
                  <a:pt x="5712271" y="0"/>
                </a:lnTo>
                <a:lnTo>
                  <a:pt x="5712271" y="2846562"/>
                </a:lnTo>
                <a:lnTo>
                  <a:pt x="0" y="284656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=""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-777834" y="8673823"/>
            <a:ext cx="3893712" cy="2363116"/>
          </a:xfrm>
          <a:custGeom>
            <a:avLst/>
            <a:gdLst/>
            <a:ahLst/>
            <a:cxnLst/>
            <a:rect l="l" t="t" r="r" b="b"/>
            <a:pathLst>
              <a:path w="3893712" h="2363116">
                <a:moveTo>
                  <a:pt x="0" y="0"/>
                </a:moveTo>
                <a:lnTo>
                  <a:pt x="3893712" y="0"/>
                </a:lnTo>
                <a:lnTo>
                  <a:pt x="3893712" y="2363116"/>
                </a:lnTo>
                <a:lnTo>
                  <a:pt x="0" y="2363116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=""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4487169" y="-3732654"/>
            <a:ext cx="5544262" cy="5507152"/>
          </a:xfrm>
          <a:custGeom>
            <a:avLst/>
            <a:gdLst/>
            <a:ahLst/>
            <a:cxnLst/>
            <a:rect l="l" t="t" r="r" b="b"/>
            <a:pathLst>
              <a:path w="5544262" h="5507152">
                <a:moveTo>
                  <a:pt x="0" y="0"/>
                </a:moveTo>
                <a:lnTo>
                  <a:pt x="5544262" y="0"/>
                </a:lnTo>
                <a:lnTo>
                  <a:pt x="5544262" y="5507152"/>
                </a:lnTo>
                <a:lnTo>
                  <a:pt x="0" y="5507152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=""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4058344" y="3636773"/>
            <a:ext cx="10171313" cy="3565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360"/>
              </a:lnSpc>
            </a:pPr>
            <a:r>
              <a:rPr lang="en-US" sz="15905" dirty="0">
                <a:solidFill>
                  <a:srgbClr val="6682B9"/>
                </a:solidFill>
                <a:latin typeface="Baloo Da"/>
                <a:ea typeface="Baloo Da"/>
                <a:cs typeface="Baloo Da"/>
                <a:sym typeface="Baloo Da"/>
              </a:rPr>
              <a:t>THANK</a:t>
            </a:r>
          </a:p>
          <a:p>
            <a:pPr algn="ctr">
              <a:lnSpc>
                <a:spcPts val="13360"/>
              </a:lnSpc>
            </a:pPr>
            <a:r>
              <a:rPr lang="en-US" sz="15905" dirty="0">
                <a:solidFill>
                  <a:srgbClr val="6682B9"/>
                </a:solidFill>
                <a:latin typeface="Baloo Da"/>
                <a:ea typeface="Baloo Da"/>
                <a:cs typeface="Baloo Da"/>
                <a:sym typeface="Baloo Da"/>
              </a:rPr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355</Words>
  <Application>Microsoft Office PowerPoint</Application>
  <PresentationFormat>Custom</PresentationFormat>
  <Paragraphs>51</Paragraphs>
  <Slides>12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Baloo Da</vt:lpstr>
      <vt:lpstr>Japan</vt:lpstr>
      <vt:lpstr>Calibri</vt:lpstr>
      <vt:lpstr>Arial</vt:lpstr>
      <vt:lpstr>Office Theme</vt:lpstr>
      <vt:lpstr>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Pink Pastel Abstract Cute Group Project Presentation</dc:title>
  <cp:lastModifiedBy>Dell</cp:lastModifiedBy>
  <cp:revision>6</cp:revision>
  <dcterms:created xsi:type="dcterms:W3CDTF">2006-08-16T00:00:00Z</dcterms:created>
  <dcterms:modified xsi:type="dcterms:W3CDTF">2025-11-27T14:10:53Z</dcterms:modified>
  <dc:identifier>DAG4MW4Fedw</dc:identifier>
</cp:coreProperties>
</file>