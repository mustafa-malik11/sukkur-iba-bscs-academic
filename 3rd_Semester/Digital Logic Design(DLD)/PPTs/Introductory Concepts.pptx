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6"/>
  </p:notesMasterIdLst>
  <p:handoutMasterIdLst>
    <p:handoutMasterId r:id="rId57"/>
  </p:handoutMasterIdLst>
  <p:sldIdLst>
    <p:sldId id="256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57" r:id="rId14"/>
    <p:sldId id="264" r:id="rId15"/>
    <p:sldId id="259" r:id="rId16"/>
    <p:sldId id="270" r:id="rId17"/>
    <p:sldId id="271" r:id="rId18"/>
    <p:sldId id="272" r:id="rId19"/>
    <p:sldId id="273" r:id="rId20"/>
    <p:sldId id="265" r:id="rId21"/>
    <p:sldId id="258" r:id="rId22"/>
    <p:sldId id="274" r:id="rId23"/>
    <p:sldId id="275" r:id="rId24"/>
    <p:sldId id="276" r:id="rId25"/>
    <p:sldId id="278" r:id="rId26"/>
    <p:sldId id="277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4" r:id="rId41"/>
    <p:sldId id="293" r:id="rId42"/>
    <p:sldId id="292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E8CE5A8-B3C0-439F-AAEC-1B0EDFA6948C}">
          <p14:sldIdLst>
            <p14:sldId id="256"/>
            <p14:sldId id="260"/>
            <p14:sldId id="261"/>
            <p14:sldId id="262"/>
            <p14:sldId id="263"/>
            <p14:sldId id="266"/>
            <p14:sldId id="267"/>
            <p14:sldId id="268"/>
          </p14:sldIdLst>
        </p14:section>
        <p14:section name="Analog Vs Digital" id="{6AF0C5BC-FF53-4725-B021-3F8FE7927281}">
          <p14:sldIdLst>
            <p14:sldId id="269"/>
            <p14:sldId id="257"/>
            <p14:sldId id="264"/>
            <p14:sldId id="259"/>
            <p14:sldId id="270"/>
            <p14:sldId id="271"/>
            <p14:sldId id="272"/>
            <p14:sldId id="273"/>
            <p14:sldId id="265"/>
            <p14:sldId id="258"/>
            <p14:sldId id="274"/>
            <p14:sldId id="275"/>
            <p14:sldId id="276"/>
            <p14:sldId id="278"/>
            <p14:sldId id="277"/>
          </p14:sldIdLst>
        </p14:section>
        <p14:section name="1–2 Binary Digits, Logic Levels, and Digital Waveforms" id="{3EAF59B8-C8F5-4F0F-8C61-80C5A8896E1D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4"/>
            <p14:sldId id="293"/>
            <p14:sldId id="292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1–3 Basic Logic Functions" id="{73A6CF37-8444-4709-AEBD-3F0C4BBE8284}">
          <p14:sldIdLst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8C21C-AF7C-41FD-92D6-25F0585A4465}" v="28" dt="2025-08-16T08:13:57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75" d="100"/>
          <a:sy n="75" d="100"/>
        </p:scale>
        <p:origin x="4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33-18-0009" userId="125440cf-afe6-44c1-9378-a4c3e80d8228" providerId="ADAL" clId="{4FD8C21C-AF7C-41FD-92D6-25F0585A4465}"/>
    <pc:docChg chg="undo redo custSel addSld delSld modSld sldOrd modMainMaster addSection delSection modSection">
      <pc:chgData name="033-18-0009" userId="125440cf-afe6-44c1-9378-a4c3e80d8228" providerId="ADAL" clId="{4FD8C21C-AF7C-41FD-92D6-25F0585A4465}" dt="2025-08-17T15:24:40.446" v="978" actId="20577"/>
      <pc:docMkLst>
        <pc:docMk/>
      </pc:docMkLst>
      <pc:sldChg chg="modSp mod">
        <pc:chgData name="033-18-0009" userId="125440cf-afe6-44c1-9378-a4c3e80d8228" providerId="ADAL" clId="{4FD8C21C-AF7C-41FD-92D6-25F0585A4465}" dt="2025-08-17T15:04:35.479" v="891" actId="6549"/>
        <pc:sldMkLst>
          <pc:docMk/>
          <pc:sldMk cId="3072013332" sldId="256"/>
        </pc:sldMkLst>
        <pc:spChg chg="mod">
          <ac:chgData name="033-18-0009" userId="125440cf-afe6-44c1-9378-a4c3e80d8228" providerId="ADAL" clId="{4FD8C21C-AF7C-41FD-92D6-25F0585A4465}" dt="2025-08-17T15:04:35.479" v="891" actId="6549"/>
          <ac:spMkLst>
            <pc:docMk/>
            <pc:sldMk cId="3072013332" sldId="256"/>
            <ac:spMk id="3" creationId="{00000000-0000-0000-0000-000000000000}"/>
          </ac:spMkLst>
        </pc:spChg>
      </pc:sldChg>
      <pc:sldChg chg="modSp mod">
        <pc:chgData name="033-18-0009" userId="125440cf-afe6-44c1-9378-a4c3e80d8228" providerId="ADAL" clId="{4FD8C21C-AF7C-41FD-92D6-25F0585A4465}" dt="2025-08-16T07:41:22.310" v="58" actId="27636"/>
        <pc:sldMkLst>
          <pc:docMk/>
          <pc:sldMk cId="4145892683" sldId="266"/>
        </pc:sldMkLst>
        <pc:spChg chg="mod">
          <ac:chgData name="033-18-0009" userId="125440cf-afe6-44c1-9378-a4c3e80d8228" providerId="ADAL" clId="{4FD8C21C-AF7C-41FD-92D6-25F0585A4465}" dt="2025-08-16T07:41:22.310" v="58" actId="27636"/>
          <ac:spMkLst>
            <pc:docMk/>
            <pc:sldMk cId="4145892683" sldId="266"/>
            <ac:spMk id="3" creationId="{08B59D06-DA6B-2AD7-00D9-22ACC8A32825}"/>
          </ac:spMkLst>
        </pc:spChg>
      </pc:sldChg>
      <pc:sldChg chg="modSp mod">
        <pc:chgData name="033-18-0009" userId="125440cf-afe6-44c1-9378-a4c3e80d8228" providerId="ADAL" clId="{4FD8C21C-AF7C-41FD-92D6-25F0585A4465}" dt="2025-08-16T07:36:52.897" v="26"/>
        <pc:sldMkLst>
          <pc:docMk/>
          <pc:sldMk cId="3399276617" sldId="285"/>
        </pc:sldMkLst>
        <pc:spChg chg="mod">
          <ac:chgData name="033-18-0009" userId="125440cf-afe6-44c1-9378-a4c3e80d8228" providerId="ADAL" clId="{4FD8C21C-AF7C-41FD-92D6-25F0585A4465}" dt="2025-08-16T07:36:52.897" v="26"/>
          <ac:spMkLst>
            <pc:docMk/>
            <pc:sldMk cId="3399276617" sldId="285"/>
            <ac:spMk id="3" creationId="{1362242B-791A-738D-AD75-66B2A7730F69}"/>
          </ac:spMkLst>
        </pc:spChg>
      </pc:sldChg>
      <pc:sldChg chg="addSp delSp modSp add mod">
        <pc:chgData name="033-18-0009" userId="125440cf-afe6-44c1-9378-a4c3e80d8228" providerId="ADAL" clId="{4FD8C21C-AF7C-41FD-92D6-25F0585A4465}" dt="2025-08-16T07:37:45.933" v="43" actId="1076"/>
        <pc:sldMkLst>
          <pc:docMk/>
          <pc:sldMk cId="2516452718" sldId="286"/>
        </pc:sldMkLst>
        <pc:spChg chg="del mod">
          <ac:chgData name="033-18-0009" userId="125440cf-afe6-44c1-9378-a4c3e80d8228" providerId="ADAL" clId="{4FD8C21C-AF7C-41FD-92D6-25F0585A4465}" dt="2025-08-16T07:37:28.560" v="36" actId="22"/>
          <ac:spMkLst>
            <pc:docMk/>
            <pc:sldMk cId="2516452718" sldId="286"/>
            <ac:spMk id="3" creationId="{701D36F1-9FB4-55E4-CBDB-ED116B9361D7}"/>
          </ac:spMkLst>
        </pc:spChg>
        <pc:picChg chg="add mod ord">
          <ac:chgData name="033-18-0009" userId="125440cf-afe6-44c1-9378-a4c3e80d8228" providerId="ADAL" clId="{4FD8C21C-AF7C-41FD-92D6-25F0585A4465}" dt="2025-08-16T07:37:45.933" v="43" actId="1076"/>
          <ac:picMkLst>
            <pc:docMk/>
            <pc:sldMk cId="2516452718" sldId="286"/>
            <ac:picMk id="8" creationId="{EBCE694C-D14E-7284-0E1C-140B42AF95CF}"/>
          </ac:picMkLst>
        </pc:picChg>
      </pc:sldChg>
      <pc:sldChg chg="modSp new mod">
        <pc:chgData name="033-18-0009" userId="125440cf-afe6-44c1-9378-a4c3e80d8228" providerId="ADAL" clId="{4FD8C21C-AF7C-41FD-92D6-25F0585A4465}" dt="2025-08-16T07:45:41.943" v="96"/>
        <pc:sldMkLst>
          <pc:docMk/>
          <pc:sldMk cId="4169950310" sldId="287"/>
        </pc:sldMkLst>
        <pc:spChg chg="mod">
          <ac:chgData name="033-18-0009" userId="125440cf-afe6-44c1-9378-a4c3e80d8228" providerId="ADAL" clId="{4FD8C21C-AF7C-41FD-92D6-25F0585A4465}" dt="2025-08-16T07:38:40.345" v="49"/>
          <ac:spMkLst>
            <pc:docMk/>
            <pc:sldMk cId="4169950310" sldId="287"/>
            <ac:spMk id="2" creationId="{1F57F14A-63E8-683B-5A8A-B727E9FDBD5E}"/>
          </ac:spMkLst>
        </pc:spChg>
        <pc:spChg chg="mod">
          <ac:chgData name="033-18-0009" userId="125440cf-afe6-44c1-9378-a4c3e80d8228" providerId="ADAL" clId="{4FD8C21C-AF7C-41FD-92D6-25F0585A4465}" dt="2025-08-16T07:45:41.943" v="96"/>
          <ac:spMkLst>
            <pc:docMk/>
            <pc:sldMk cId="4169950310" sldId="287"/>
            <ac:spMk id="3" creationId="{BD905E47-F872-B4DE-F3C3-6F8B85C611C8}"/>
          </ac:spMkLst>
        </pc:spChg>
      </pc:sldChg>
      <pc:sldChg chg="addSp delSp modSp new mod">
        <pc:chgData name="033-18-0009" userId="125440cf-afe6-44c1-9378-a4c3e80d8228" providerId="ADAL" clId="{4FD8C21C-AF7C-41FD-92D6-25F0585A4465}" dt="2025-08-16T07:48:15.021" v="108" actId="1076"/>
        <pc:sldMkLst>
          <pc:docMk/>
          <pc:sldMk cId="3959948823" sldId="288"/>
        </pc:sldMkLst>
        <pc:spChg chg="mod">
          <ac:chgData name="033-18-0009" userId="125440cf-afe6-44c1-9378-a4c3e80d8228" providerId="ADAL" clId="{4FD8C21C-AF7C-41FD-92D6-25F0585A4465}" dt="2025-08-16T07:47:29.757" v="102"/>
          <ac:spMkLst>
            <pc:docMk/>
            <pc:sldMk cId="3959948823" sldId="288"/>
            <ac:spMk id="2" creationId="{D3DDCBD3-513A-5C91-627D-61521D2A33F9}"/>
          </ac:spMkLst>
        </pc:spChg>
        <pc:spChg chg="del">
          <ac:chgData name="033-18-0009" userId="125440cf-afe6-44c1-9378-a4c3e80d8228" providerId="ADAL" clId="{4FD8C21C-AF7C-41FD-92D6-25F0585A4465}" dt="2025-08-16T07:47:51.864" v="103" actId="22"/>
          <ac:spMkLst>
            <pc:docMk/>
            <pc:sldMk cId="3959948823" sldId="288"/>
            <ac:spMk id="3" creationId="{018E2B60-03F2-D440-7C73-701DA108C7C9}"/>
          </ac:spMkLst>
        </pc:spChg>
        <pc:picChg chg="add mod ord">
          <ac:chgData name="033-18-0009" userId="125440cf-afe6-44c1-9378-a4c3e80d8228" providerId="ADAL" clId="{4FD8C21C-AF7C-41FD-92D6-25F0585A4465}" dt="2025-08-16T07:48:15.021" v="108" actId="1076"/>
          <ac:picMkLst>
            <pc:docMk/>
            <pc:sldMk cId="3959948823" sldId="288"/>
            <ac:picMk id="8" creationId="{2D69FAA3-70BE-E31A-474E-846165FDAFF7}"/>
          </ac:picMkLst>
        </pc:picChg>
      </pc:sldChg>
      <pc:sldChg chg="addSp delSp modSp add mod">
        <pc:chgData name="033-18-0009" userId="125440cf-afe6-44c1-9378-a4c3e80d8228" providerId="ADAL" clId="{4FD8C21C-AF7C-41FD-92D6-25F0585A4465}" dt="2025-08-16T07:51:40.549" v="156" actId="5793"/>
        <pc:sldMkLst>
          <pc:docMk/>
          <pc:sldMk cId="1344861450" sldId="289"/>
        </pc:sldMkLst>
        <pc:spChg chg="add mod">
          <ac:chgData name="033-18-0009" userId="125440cf-afe6-44c1-9378-a4c3e80d8228" providerId="ADAL" clId="{4FD8C21C-AF7C-41FD-92D6-25F0585A4465}" dt="2025-08-16T07:51:40.549" v="156" actId="5793"/>
          <ac:spMkLst>
            <pc:docMk/>
            <pc:sldMk cId="1344861450" sldId="289"/>
            <ac:spMk id="7" creationId="{04F7042F-5773-7916-5732-A8827B533058}"/>
          </ac:spMkLst>
        </pc:spChg>
        <pc:picChg chg="del">
          <ac:chgData name="033-18-0009" userId="125440cf-afe6-44c1-9378-a4c3e80d8228" providerId="ADAL" clId="{4FD8C21C-AF7C-41FD-92D6-25F0585A4465}" dt="2025-08-16T07:49:28.142" v="110" actId="478"/>
          <ac:picMkLst>
            <pc:docMk/>
            <pc:sldMk cId="1344861450" sldId="289"/>
            <ac:picMk id="8" creationId="{A0B40DBE-6816-586A-D364-D18ADE47F13F}"/>
          </ac:picMkLst>
        </pc:picChg>
      </pc:sldChg>
      <pc:sldChg chg="addSp delSp modSp add mod">
        <pc:chgData name="033-18-0009" userId="125440cf-afe6-44c1-9378-a4c3e80d8228" providerId="ADAL" clId="{4FD8C21C-AF7C-41FD-92D6-25F0585A4465}" dt="2025-08-16T07:58:42.112" v="173" actId="14100"/>
        <pc:sldMkLst>
          <pc:docMk/>
          <pc:sldMk cId="4156422802" sldId="290"/>
        </pc:sldMkLst>
        <pc:spChg chg="mod">
          <ac:chgData name="033-18-0009" userId="125440cf-afe6-44c1-9378-a4c3e80d8228" providerId="ADAL" clId="{4FD8C21C-AF7C-41FD-92D6-25F0585A4465}" dt="2025-08-16T07:58:42.112" v="173" actId="14100"/>
          <ac:spMkLst>
            <pc:docMk/>
            <pc:sldMk cId="4156422802" sldId="290"/>
            <ac:spMk id="2" creationId="{F50F455A-4DEF-1556-05B4-046230E598FF}"/>
          </ac:spMkLst>
        </pc:spChg>
        <pc:spChg chg="del mod">
          <ac:chgData name="033-18-0009" userId="125440cf-afe6-44c1-9378-a4c3e80d8228" providerId="ADAL" clId="{4FD8C21C-AF7C-41FD-92D6-25F0585A4465}" dt="2025-08-16T07:57:41.997" v="159"/>
          <ac:spMkLst>
            <pc:docMk/>
            <pc:sldMk cId="4156422802" sldId="290"/>
            <ac:spMk id="7" creationId="{A4111CBE-7000-976D-6E17-9D510E561363}"/>
          </ac:spMkLst>
        </pc:spChg>
        <pc:picChg chg="add mod">
          <ac:chgData name="033-18-0009" userId="125440cf-afe6-44c1-9378-a4c3e80d8228" providerId="ADAL" clId="{4FD8C21C-AF7C-41FD-92D6-25F0585A4465}" dt="2025-08-16T07:58:27.814" v="171" actId="14100"/>
          <ac:picMkLst>
            <pc:docMk/>
            <pc:sldMk cId="4156422802" sldId="290"/>
            <ac:picMk id="1026" creationId="{26FD622F-7CB6-A424-881D-B2658D7C0408}"/>
          </ac:picMkLst>
        </pc:picChg>
      </pc:sldChg>
      <pc:sldChg chg="add del">
        <pc:chgData name="033-18-0009" userId="125440cf-afe6-44c1-9378-a4c3e80d8228" providerId="ADAL" clId="{4FD8C21C-AF7C-41FD-92D6-25F0585A4465}" dt="2025-08-16T07:59:21.374" v="175" actId="2890"/>
        <pc:sldMkLst>
          <pc:docMk/>
          <pc:sldMk cId="3077133765" sldId="291"/>
        </pc:sldMkLst>
      </pc:sldChg>
      <pc:sldChg chg="addSp delSp modSp new mod">
        <pc:chgData name="033-18-0009" userId="125440cf-afe6-44c1-9378-a4c3e80d8228" providerId="ADAL" clId="{4FD8C21C-AF7C-41FD-92D6-25F0585A4465}" dt="2025-08-16T08:10:44.542" v="282" actId="478"/>
        <pc:sldMkLst>
          <pc:docMk/>
          <pc:sldMk cId="3951597412" sldId="291"/>
        </pc:sldMkLst>
        <pc:spChg chg="mod">
          <ac:chgData name="033-18-0009" userId="125440cf-afe6-44c1-9378-a4c3e80d8228" providerId="ADAL" clId="{4FD8C21C-AF7C-41FD-92D6-25F0585A4465}" dt="2025-08-16T07:59:36.562" v="183"/>
          <ac:spMkLst>
            <pc:docMk/>
            <pc:sldMk cId="3951597412" sldId="291"/>
            <ac:spMk id="2" creationId="{B234A677-BB55-9679-E871-FAE4CCCF00AD}"/>
          </ac:spMkLst>
        </pc:spChg>
        <pc:spChg chg="del">
          <ac:chgData name="033-18-0009" userId="125440cf-afe6-44c1-9378-a4c3e80d8228" providerId="ADAL" clId="{4FD8C21C-AF7C-41FD-92D6-25F0585A4465}" dt="2025-08-16T08:04:24.067" v="184"/>
          <ac:spMkLst>
            <pc:docMk/>
            <pc:sldMk cId="3951597412" sldId="291"/>
            <ac:spMk id="3" creationId="{AAB5B80D-2EE1-A54C-5386-A044D176550F}"/>
          </ac:spMkLst>
        </pc:spChg>
        <pc:spChg chg="add mod">
          <ac:chgData name="033-18-0009" userId="125440cf-afe6-44c1-9378-a4c3e80d8228" providerId="ADAL" clId="{4FD8C21C-AF7C-41FD-92D6-25F0585A4465}" dt="2025-08-16T08:10:26.325" v="278" actId="20577"/>
          <ac:spMkLst>
            <pc:docMk/>
            <pc:sldMk cId="3951597412" sldId="291"/>
            <ac:spMk id="7" creationId="{A06E8BCE-F37B-7932-7DD3-78B1F4BF95A5}"/>
          </ac:spMkLst>
        </pc:spChg>
        <pc:picChg chg="add del mod">
          <ac:chgData name="033-18-0009" userId="125440cf-afe6-44c1-9378-a4c3e80d8228" providerId="ADAL" clId="{4FD8C21C-AF7C-41FD-92D6-25F0585A4465}" dt="2025-08-16T08:10:44.542" v="282" actId="478"/>
          <ac:picMkLst>
            <pc:docMk/>
            <pc:sldMk cId="3951597412" sldId="291"/>
            <ac:picMk id="9" creationId="{B387D756-D7F1-EFD0-7E24-F4EA7FF2CC61}"/>
          </ac:picMkLst>
        </pc:picChg>
        <pc:picChg chg="add del mod">
          <ac:chgData name="033-18-0009" userId="125440cf-afe6-44c1-9378-a4c3e80d8228" providerId="ADAL" clId="{4FD8C21C-AF7C-41FD-92D6-25F0585A4465}" dt="2025-08-16T08:05:06.506" v="188" actId="478"/>
          <ac:picMkLst>
            <pc:docMk/>
            <pc:sldMk cId="3951597412" sldId="291"/>
            <ac:picMk id="2050" creationId="{0F119004-E8F7-C7A3-2ACB-309E499EBFEF}"/>
          </ac:picMkLst>
        </pc:picChg>
      </pc:sldChg>
      <pc:sldChg chg="add">
        <pc:chgData name="033-18-0009" userId="125440cf-afe6-44c1-9378-a4c3e80d8228" providerId="ADAL" clId="{4FD8C21C-AF7C-41FD-92D6-25F0585A4465}" dt="2025-08-16T08:05:02.943" v="187" actId="2890"/>
        <pc:sldMkLst>
          <pc:docMk/>
          <pc:sldMk cId="3750620665" sldId="292"/>
        </pc:sldMkLst>
      </pc:sldChg>
      <pc:sldChg chg="addSp delSp modSp add mod">
        <pc:chgData name="033-18-0009" userId="125440cf-afe6-44c1-9378-a4c3e80d8228" providerId="ADAL" clId="{4FD8C21C-AF7C-41FD-92D6-25F0585A4465}" dt="2025-08-16T08:08:16.163" v="271" actId="1076"/>
        <pc:sldMkLst>
          <pc:docMk/>
          <pc:sldMk cId="2326500105" sldId="293"/>
        </pc:sldMkLst>
        <pc:spChg chg="del mod">
          <ac:chgData name="033-18-0009" userId="125440cf-afe6-44c1-9378-a4c3e80d8228" providerId="ADAL" clId="{4FD8C21C-AF7C-41FD-92D6-25F0585A4465}" dt="2025-08-16T08:08:06.459" v="268" actId="22"/>
          <ac:spMkLst>
            <pc:docMk/>
            <pc:sldMk cId="2326500105" sldId="293"/>
            <ac:spMk id="7" creationId="{58AD6B05-DF83-83A2-BAF7-6210F24080EF}"/>
          </ac:spMkLst>
        </pc:spChg>
        <pc:picChg chg="add mod ord">
          <ac:chgData name="033-18-0009" userId="125440cf-afe6-44c1-9378-a4c3e80d8228" providerId="ADAL" clId="{4FD8C21C-AF7C-41FD-92D6-25F0585A4465}" dt="2025-08-16T08:08:16.163" v="271" actId="1076"/>
          <ac:picMkLst>
            <pc:docMk/>
            <pc:sldMk cId="2326500105" sldId="293"/>
            <ac:picMk id="8" creationId="{6E2C7A10-6C74-BCFB-5B77-E0EFFFAF9C9A}"/>
          </ac:picMkLst>
        </pc:picChg>
      </pc:sldChg>
      <pc:sldChg chg="addSp delSp modSp add mod">
        <pc:chgData name="033-18-0009" userId="125440cf-afe6-44c1-9378-a4c3e80d8228" providerId="ADAL" clId="{4FD8C21C-AF7C-41FD-92D6-25F0585A4465}" dt="2025-08-16T08:13:11.201" v="311" actId="1076"/>
        <pc:sldMkLst>
          <pc:docMk/>
          <pc:sldMk cId="406126619" sldId="294"/>
        </pc:sldMkLst>
        <pc:spChg chg="add del mod">
          <ac:chgData name="033-18-0009" userId="125440cf-afe6-44c1-9378-a4c3e80d8228" providerId="ADAL" clId="{4FD8C21C-AF7C-41FD-92D6-25F0585A4465}" dt="2025-08-16T08:11:59.067" v="304" actId="20577"/>
          <ac:spMkLst>
            <pc:docMk/>
            <pc:sldMk cId="406126619" sldId="294"/>
            <ac:spMk id="7" creationId="{5778C08C-0727-E2C2-0E4B-0870EC534158}"/>
          </ac:spMkLst>
        </pc:spChg>
        <pc:picChg chg="add del mod ord">
          <ac:chgData name="033-18-0009" userId="125440cf-afe6-44c1-9378-a4c3e80d8228" providerId="ADAL" clId="{4FD8C21C-AF7C-41FD-92D6-25F0585A4465}" dt="2025-08-16T08:11:23.744" v="290" actId="22"/>
          <ac:picMkLst>
            <pc:docMk/>
            <pc:sldMk cId="406126619" sldId="294"/>
            <ac:picMk id="8" creationId="{67631DAA-7532-788C-7570-1AC59708EECA}"/>
          </ac:picMkLst>
        </pc:picChg>
        <pc:picChg chg="add mod">
          <ac:chgData name="033-18-0009" userId="125440cf-afe6-44c1-9378-a4c3e80d8228" providerId="ADAL" clId="{4FD8C21C-AF7C-41FD-92D6-25F0585A4465}" dt="2025-08-16T08:13:11.201" v="311" actId="1076"/>
          <ac:picMkLst>
            <pc:docMk/>
            <pc:sldMk cId="406126619" sldId="294"/>
            <ac:picMk id="10" creationId="{F74511EE-6E33-6DD0-BB81-37BBA619BB46}"/>
          </ac:picMkLst>
        </pc:picChg>
        <pc:picChg chg="add mod">
          <ac:chgData name="033-18-0009" userId="125440cf-afe6-44c1-9378-a4c3e80d8228" providerId="ADAL" clId="{4FD8C21C-AF7C-41FD-92D6-25F0585A4465}" dt="2025-08-16T08:13:03.357" v="310" actId="1076"/>
          <ac:picMkLst>
            <pc:docMk/>
            <pc:sldMk cId="406126619" sldId="294"/>
            <ac:picMk id="12" creationId="{182834FF-5B8D-A2A3-6FF1-F0BDDE617AF9}"/>
          </ac:picMkLst>
        </pc:picChg>
      </pc:sldChg>
      <pc:sldChg chg="addSp delSp modSp add mod">
        <pc:chgData name="033-18-0009" userId="125440cf-afe6-44c1-9378-a4c3e80d8228" providerId="ADAL" clId="{4FD8C21C-AF7C-41FD-92D6-25F0585A4465}" dt="2025-08-16T08:14:53.983" v="332" actId="14100"/>
        <pc:sldMkLst>
          <pc:docMk/>
          <pc:sldMk cId="3728531302" sldId="295"/>
        </pc:sldMkLst>
        <pc:spChg chg="mod">
          <ac:chgData name="033-18-0009" userId="125440cf-afe6-44c1-9378-a4c3e80d8228" providerId="ADAL" clId="{4FD8C21C-AF7C-41FD-92D6-25F0585A4465}" dt="2025-08-16T08:14:44.138" v="329" actId="1076"/>
          <ac:spMkLst>
            <pc:docMk/>
            <pc:sldMk cId="3728531302" sldId="295"/>
            <ac:spMk id="2" creationId="{162195B4-A332-8004-9E2D-07A710F12428}"/>
          </ac:spMkLst>
        </pc:spChg>
        <pc:spChg chg="add del mod">
          <ac:chgData name="033-18-0009" userId="125440cf-afe6-44c1-9378-a4c3e80d8228" providerId="ADAL" clId="{4FD8C21C-AF7C-41FD-92D6-25F0585A4465}" dt="2025-08-16T08:14:16.294" v="323" actId="22"/>
          <ac:spMkLst>
            <pc:docMk/>
            <pc:sldMk cId="3728531302" sldId="295"/>
            <ac:spMk id="3" creationId="{F654FE5D-7DF3-64DD-183C-5877E443E170}"/>
          </ac:spMkLst>
        </pc:spChg>
        <pc:picChg chg="add mod ord">
          <ac:chgData name="033-18-0009" userId="125440cf-afe6-44c1-9378-a4c3e80d8228" providerId="ADAL" clId="{4FD8C21C-AF7C-41FD-92D6-25F0585A4465}" dt="2025-08-16T08:14:53.983" v="332" actId="14100"/>
          <ac:picMkLst>
            <pc:docMk/>
            <pc:sldMk cId="3728531302" sldId="295"/>
            <ac:picMk id="8" creationId="{1979B998-95CF-225E-3AEA-FB706156D4FC}"/>
          </ac:picMkLst>
        </pc:picChg>
        <pc:picChg chg="del">
          <ac:chgData name="033-18-0009" userId="125440cf-afe6-44c1-9378-a4c3e80d8228" providerId="ADAL" clId="{4FD8C21C-AF7C-41FD-92D6-25F0585A4465}" dt="2025-08-16T08:13:57.733" v="313" actId="478"/>
          <ac:picMkLst>
            <pc:docMk/>
            <pc:sldMk cId="3728531302" sldId="295"/>
            <ac:picMk id="2050" creationId="{A4512EB7-AD69-9BAF-70E8-8E416BA90928}"/>
          </ac:picMkLst>
        </pc:picChg>
      </pc:sldChg>
      <pc:sldChg chg="modSp new mod">
        <pc:chgData name="033-18-0009" userId="125440cf-afe6-44c1-9378-a4c3e80d8228" providerId="ADAL" clId="{4FD8C21C-AF7C-41FD-92D6-25F0585A4465}" dt="2025-08-16T14:39:05.579" v="414" actId="5793"/>
        <pc:sldMkLst>
          <pc:docMk/>
          <pc:sldMk cId="1285637683" sldId="296"/>
        </pc:sldMkLst>
        <pc:spChg chg="mod">
          <ac:chgData name="033-18-0009" userId="125440cf-afe6-44c1-9378-a4c3e80d8228" providerId="ADAL" clId="{4FD8C21C-AF7C-41FD-92D6-25F0585A4465}" dt="2025-08-16T14:34:21.916" v="338"/>
          <ac:spMkLst>
            <pc:docMk/>
            <pc:sldMk cId="1285637683" sldId="296"/>
            <ac:spMk id="2" creationId="{71090B49-2F90-9CF9-21D4-7CDE04468E96}"/>
          </ac:spMkLst>
        </pc:spChg>
        <pc:spChg chg="mod">
          <ac:chgData name="033-18-0009" userId="125440cf-afe6-44c1-9378-a4c3e80d8228" providerId="ADAL" clId="{4FD8C21C-AF7C-41FD-92D6-25F0585A4465}" dt="2025-08-16T14:39:05.579" v="414" actId="5793"/>
          <ac:spMkLst>
            <pc:docMk/>
            <pc:sldMk cId="1285637683" sldId="296"/>
            <ac:spMk id="3" creationId="{1FDF8DB6-A96C-8A41-E51F-5FAD670F40E5}"/>
          </ac:spMkLst>
        </pc:spChg>
      </pc:sldChg>
      <pc:sldChg chg="modSp add mod">
        <pc:chgData name="033-18-0009" userId="125440cf-afe6-44c1-9378-a4c3e80d8228" providerId="ADAL" clId="{4FD8C21C-AF7C-41FD-92D6-25F0585A4465}" dt="2025-08-16T15:34:38.394" v="517" actId="27636"/>
        <pc:sldMkLst>
          <pc:docMk/>
          <pc:sldMk cId="1887274035" sldId="297"/>
        </pc:sldMkLst>
        <pc:spChg chg="mod">
          <ac:chgData name="033-18-0009" userId="125440cf-afe6-44c1-9378-a4c3e80d8228" providerId="ADAL" clId="{4FD8C21C-AF7C-41FD-92D6-25F0585A4465}" dt="2025-08-16T15:34:38.394" v="517" actId="27636"/>
          <ac:spMkLst>
            <pc:docMk/>
            <pc:sldMk cId="1887274035" sldId="297"/>
            <ac:spMk id="3" creationId="{EA83DBBD-E981-04D9-9A91-4F0B64A0657C}"/>
          </ac:spMkLst>
        </pc:spChg>
      </pc:sldChg>
      <pc:sldChg chg="add del">
        <pc:chgData name="033-18-0009" userId="125440cf-afe6-44c1-9378-a4c3e80d8228" providerId="ADAL" clId="{4FD8C21C-AF7C-41FD-92D6-25F0585A4465}" dt="2025-08-16T14:39:39.883" v="416" actId="2890"/>
        <pc:sldMkLst>
          <pc:docMk/>
          <pc:sldMk cId="3136331542" sldId="297"/>
        </pc:sldMkLst>
      </pc:sldChg>
      <pc:sldChg chg="addSp modSp add mod">
        <pc:chgData name="033-18-0009" userId="125440cf-afe6-44c1-9378-a4c3e80d8228" providerId="ADAL" clId="{4FD8C21C-AF7C-41FD-92D6-25F0585A4465}" dt="2025-08-16T15:36:05.266" v="530" actId="14100"/>
        <pc:sldMkLst>
          <pc:docMk/>
          <pc:sldMk cId="2036043817" sldId="298"/>
        </pc:sldMkLst>
        <pc:spChg chg="mod">
          <ac:chgData name="033-18-0009" userId="125440cf-afe6-44c1-9378-a4c3e80d8228" providerId="ADAL" clId="{4FD8C21C-AF7C-41FD-92D6-25F0585A4465}" dt="2025-08-16T15:35:41.342" v="521" actId="20577"/>
          <ac:spMkLst>
            <pc:docMk/>
            <pc:sldMk cId="2036043817" sldId="298"/>
            <ac:spMk id="3" creationId="{35FCB9FE-E6A5-B347-881D-97E6C8F02D9E}"/>
          </ac:spMkLst>
        </pc:spChg>
        <pc:picChg chg="add mod">
          <ac:chgData name="033-18-0009" userId="125440cf-afe6-44c1-9378-a4c3e80d8228" providerId="ADAL" clId="{4FD8C21C-AF7C-41FD-92D6-25F0585A4465}" dt="2025-08-16T15:36:05.266" v="530" actId="14100"/>
          <ac:picMkLst>
            <pc:docMk/>
            <pc:sldMk cId="2036043817" sldId="298"/>
            <ac:picMk id="8" creationId="{78FF8D71-C93D-E671-3408-19DEA2A71598}"/>
          </ac:picMkLst>
        </pc:picChg>
      </pc:sldChg>
      <pc:sldChg chg="delSp modSp add mod">
        <pc:chgData name="033-18-0009" userId="125440cf-afe6-44c1-9378-a4c3e80d8228" providerId="ADAL" clId="{4FD8C21C-AF7C-41FD-92D6-25F0585A4465}" dt="2025-08-16T15:41:12.914" v="580" actId="20577"/>
        <pc:sldMkLst>
          <pc:docMk/>
          <pc:sldMk cId="1962433865" sldId="299"/>
        </pc:sldMkLst>
        <pc:spChg chg="mod">
          <ac:chgData name="033-18-0009" userId="125440cf-afe6-44c1-9378-a4c3e80d8228" providerId="ADAL" clId="{4FD8C21C-AF7C-41FD-92D6-25F0585A4465}" dt="2025-08-16T15:41:12.914" v="580" actId="20577"/>
          <ac:spMkLst>
            <pc:docMk/>
            <pc:sldMk cId="1962433865" sldId="299"/>
            <ac:spMk id="3" creationId="{9452C83D-4DB0-570F-D162-24994DBAAC24}"/>
          </ac:spMkLst>
        </pc:spChg>
        <pc:picChg chg="del">
          <ac:chgData name="033-18-0009" userId="125440cf-afe6-44c1-9378-a4c3e80d8228" providerId="ADAL" clId="{4FD8C21C-AF7C-41FD-92D6-25F0585A4465}" dt="2025-08-16T15:36:52.377" v="532" actId="478"/>
          <ac:picMkLst>
            <pc:docMk/>
            <pc:sldMk cId="1962433865" sldId="299"/>
            <ac:picMk id="8" creationId="{B773F22A-CB85-EF32-4C25-F1F5CB2793FB}"/>
          </ac:picMkLst>
        </pc:picChg>
      </pc:sldChg>
      <pc:sldChg chg="addSp modSp add mod">
        <pc:chgData name="033-18-0009" userId="125440cf-afe6-44c1-9378-a4c3e80d8228" providerId="ADAL" clId="{4FD8C21C-AF7C-41FD-92D6-25F0585A4465}" dt="2025-08-16T15:42:20.182" v="592" actId="14100"/>
        <pc:sldMkLst>
          <pc:docMk/>
          <pc:sldMk cId="2445640171" sldId="300"/>
        </pc:sldMkLst>
        <pc:spChg chg="mod">
          <ac:chgData name="033-18-0009" userId="125440cf-afe6-44c1-9378-a4c3e80d8228" providerId="ADAL" clId="{4FD8C21C-AF7C-41FD-92D6-25F0585A4465}" dt="2025-08-16T15:42:02.026" v="584" actId="15"/>
          <ac:spMkLst>
            <pc:docMk/>
            <pc:sldMk cId="2445640171" sldId="300"/>
            <ac:spMk id="3" creationId="{19EFA367-8ED3-5346-145D-D0CBFCE7058D}"/>
          </ac:spMkLst>
        </pc:spChg>
        <pc:picChg chg="add mod">
          <ac:chgData name="033-18-0009" userId="125440cf-afe6-44c1-9378-a4c3e80d8228" providerId="ADAL" clId="{4FD8C21C-AF7C-41FD-92D6-25F0585A4465}" dt="2025-08-16T15:42:20.182" v="592" actId="14100"/>
          <ac:picMkLst>
            <pc:docMk/>
            <pc:sldMk cId="2445640171" sldId="300"/>
            <ac:picMk id="8" creationId="{CFA64838-E997-092F-A4DB-FA2759ED0156}"/>
          </ac:picMkLst>
        </pc:picChg>
      </pc:sldChg>
      <pc:sldChg chg="delSp modSp add mod">
        <pc:chgData name="033-18-0009" userId="125440cf-afe6-44c1-9378-a4c3e80d8228" providerId="ADAL" clId="{4FD8C21C-AF7C-41FD-92D6-25F0585A4465}" dt="2025-08-16T15:49:46.556" v="711" actId="20577"/>
        <pc:sldMkLst>
          <pc:docMk/>
          <pc:sldMk cId="1923690199" sldId="301"/>
        </pc:sldMkLst>
        <pc:spChg chg="mod">
          <ac:chgData name="033-18-0009" userId="125440cf-afe6-44c1-9378-a4c3e80d8228" providerId="ADAL" clId="{4FD8C21C-AF7C-41FD-92D6-25F0585A4465}" dt="2025-08-16T15:49:46.556" v="711" actId="20577"/>
          <ac:spMkLst>
            <pc:docMk/>
            <pc:sldMk cId="1923690199" sldId="301"/>
            <ac:spMk id="3" creationId="{6D040BBF-43EE-E1DF-F929-F0FCE9058665}"/>
          </ac:spMkLst>
        </pc:spChg>
        <pc:picChg chg="del">
          <ac:chgData name="033-18-0009" userId="125440cf-afe6-44c1-9378-a4c3e80d8228" providerId="ADAL" clId="{4FD8C21C-AF7C-41FD-92D6-25F0585A4465}" dt="2025-08-16T15:43:52.903" v="594" actId="478"/>
          <ac:picMkLst>
            <pc:docMk/>
            <pc:sldMk cId="1923690199" sldId="301"/>
            <ac:picMk id="8" creationId="{D60D2DEE-F946-86AA-D523-58A088422882}"/>
          </ac:picMkLst>
        </pc:picChg>
      </pc:sldChg>
      <pc:sldChg chg="modSp add mod">
        <pc:chgData name="033-18-0009" userId="125440cf-afe6-44c1-9378-a4c3e80d8228" providerId="ADAL" clId="{4FD8C21C-AF7C-41FD-92D6-25F0585A4465}" dt="2025-08-16T15:57:11.811" v="804"/>
        <pc:sldMkLst>
          <pc:docMk/>
          <pc:sldMk cId="2964038312" sldId="302"/>
        </pc:sldMkLst>
        <pc:spChg chg="mod">
          <ac:chgData name="033-18-0009" userId="125440cf-afe6-44c1-9378-a4c3e80d8228" providerId="ADAL" clId="{4FD8C21C-AF7C-41FD-92D6-25F0585A4465}" dt="2025-08-16T15:57:11.811" v="804"/>
          <ac:spMkLst>
            <pc:docMk/>
            <pc:sldMk cId="2964038312" sldId="302"/>
            <ac:spMk id="3" creationId="{26AA1C44-B50F-56A3-0757-698398C8F46C}"/>
          </ac:spMkLst>
        </pc:spChg>
      </pc:sldChg>
      <pc:sldChg chg="addSp modSp add mod">
        <pc:chgData name="033-18-0009" userId="125440cf-afe6-44c1-9378-a4c3e80d8228" providerId="ADAL" clId="{4FD8C21C-AF7C-41FD-92D6-25F0585A4465}" dt="2025-08-16T15:51:18.343" v="719" actId="1076"/>
        <pc:sldMkLst>
          <pc:docMk/>
          <pc:sldMk cId="3479244195" sldId="303"/>
        </pc:sldMkLst>
        <pc:spChg chg="mod">
          <ac:chgData name="033-18-0009" userId="125440cf-afe6-44c1-9378-a4c3e80d8228" providerId="ADAL" clId="{4FD8C21C-AF7C-41FD-92D6-25F0585A4465}" dt="2025-08-16T15:51:09.858" v="715" actId="27636"/>
          <ac:spMkLst>
            <pc:docMk/>
            <pc:sldMk cId="3479244195" sldId="303"/>
            <ac:spMk id="3" creationId="{A8423CBD-FC95-8103-132D-C3EAB2BA5B8A}"/>
          </ac:spMkLst>
        </pc:spChg>
        <pc:picChg chg="add mod">
          <ac:chgData name="033-18-0009" userId="125440cf-afe6-44c1-9378-a4c3e80d8228" providerId="ADAL" clId="{4FD8C21C-AF7C-41FD-92D6-25F0585A4465}" dt="2025-08-16T15:51:18.343" v="719" actId="1076"/>
          <ac:picMkLst>
            <pc:docMk/>
            <pc:sldMk cId="3479244195" sldId="303"/>
            <ac:picMk id="8" creationId="{F3E75FF2-811B-FC39-A053-EAD76233F151}"/>
          </ac:picMkLst>
        </pc:picChg>
      </pc:sldChg>
      <pc:sldChg chg="addSp delSp modSp add mod">
        <pc:chgData name="033-18-0009" userId="125440cf-afe6-44c1-9378-a4c3e80d8228" providerId="ADAL" clId="{4FD8C21C-AF7C-41FD-92D6-25F0585A4465}" dt="2025-08-16T15:59:16.995" v="831" actId="14100"/>
        <pc:sldMkLst>
          <pc:docMk/>
          <pc:sldMk cId="4136234685" sldId="304"/>
        </pc:sldMkLst>
        <pc:spChg chg="mod">
          <ac:chgData name="033-18-0009" userId="125440cf-afe6-44c1-9378-a4c3e80d8228" providerId="ADAL" clId="{4FD8C21C-AF7C-41FD-92D6-25F0585A4465}" dt="2025-08-16T15:58:39.074" v="827" actId="5793"/>
          <ac:spMkLst>
            <pc:docMk/>
            <pc:sldMk cId="4136234685" sldId="304"/>
            <ac:spMk id="3" creationId="{93279999-EEBB-92D3-8327-CA53B847A57A}"/>
          </ac:spMkLst>
        </pc:spChg>
        <pc:picChg chg="del">
          <ac:chgData name="033-18-0009" userId="125440cf-afe6-44c1-9378-a4c3e80d8228" providerId="ADAL" clId="{4FD8C21C-AF7C-41FD-92D6-25F0585A4465}" dt="2025-08-16T15:58:14.043" v="806" actId="478"/>
          <ac:picMkLst>
            <pc:docMk/>
            <pc:sldMk cId="4136234685" sldId="304"/>
            <ac:picMk id="8" creationId="{DEDCAE1B-E185-41A7-49D2-C95F7E2A509E}"/>
          </ac:picMkLst>
        </pc:picChg>
        <pc:picChg chg="add mod">
          <ac:chgData name="033-18-0009" userId="125440cf-afe6-44c1-9378-a4c3e80d8228" providerId="ADAL" clId="{4FD8C21C-AF7C-41FD-92D6-25F0585A4465}" dt="2025-08-16T15:58:43.668" v="828" actId="1076"/>
          <ac:picMkLst>
            <pc:docMk/>
            <pc:sldMk cId="4136234685" sldId="304"/>
            <ac:picMk id="9" creationId="{80B279AB-2BB3-6DF3-E319-E7296B375664}"/>
          </ac:picMkLst>
        </pc:picChg>
        <pc:picChg chg="add mod">
          <ac:chgData name="033-18-0009" userId="125440cf-afe6-44c1-9378-a4c3e80d8228" providerId="ADAL" clId="{4FD8C21C-AF7C-41FD-92D6-25F0585A4465}" dt="2025-08-16T15:59:16.995" v="831" actId="14100"/>
          <ac:picMkLst>
            <pc:docMk/>
            <pc:sldMk cId="4136234685" sldId="304"/>
            <ac:picMk id="11" creationId="{11415FC3-B721-7EA2-C662-22D7845150C8}"/>
          </ac:picMkLst>
        </pc:picChg>
      </pc:sldChg>
      <pc:sldChg chg="addSp delSp modSp add mod ord">
        <pc:chgData name="033-18-0009" userId="125440cf-afe6-44c1-9378-a4c3e80d8228" providerId="ADAL" clId="{4FD8C21C-AF7C-41FD-92D6-25F0585A4465}" dt="2025-08-16T16:02:09.726" v="842"/>
        <pc:sldMkLst>
          <pc:docMk/>
          <pc:sldMk cId="645599971" sldId="305"/>
        </pc:sldMkLst>
        <pc:picChg chg="add mod">
          <ac:chgData name="033-18-0009" userId="125440cf-afe6-44c1-9378-a4c3e80d8228" providerId="ADAL" clId="{4FD8C21C-AF7C-41FD-92D6-25F0585A4465}" dt="2025-08-16T16:01:40.085" v="838" actId="14100"/>
          <ac:picMkLst>
            <pc:docMk/>
            <pc:sldMk cId="645599971" sldId="305"/>
            <ac:picMk id="8" creationId="{8222D939-A727-7E74-30F9-A6D31FC246D2}"/>
          </ac:picMkLst>
        </pc:picChg>
        <pc:picChg chg="del">
          <ac:chgData name="033-18-0009" userId="125440cf-afe6-44c1-9378-a4c3e80d8228" providerId="ADAL" clId="{4FD8C21C-AF7C-41FD-92D6-25F0585A4465}" dt="2025-08-16T16:01:28.914" v="833" actId="478"/>
          <ac:picMkLst>
            <pc:docMk/>
            <pc:sldMk cId="645599971" sldId="305"/>
            <ac:picMk id="9" creationId="{3B417FBC-3928-F658-FDC8-135646379CFE}"/>
          </ac:picMkLst>
        </pc:picChg>
        <pc:picChg chg="del">
          <ac:chgData name="033-18-0009" userId="125440cf-afe6-44c1-9378-a4c3e80d8228" providerId="ADAL" clId="{4FD8C21C-AF7C-41FD-92D6-25F0585A4465}" dt="2025-08-16T16:01:30.883" v="834" actId="478"/>
          <ac:picMkLst>
            <pc:docMk/>
            <pc:sldMk cId="645599971" sldId="305"/>
            <ac:picMk id="11" creationId="{CE2D2D85-21A1-FAD9-BE49-B831B100F529}"/>
          </ac:picMkLst>
        </pc:picChg>
      </pc:sldChg>
      <pc:sldChg chg="addSp delSp add del mod ord">
        <pc:chgData name="033-18-0009" userId="125440cf-afe6-44c1-9378-a4c3e80d8228" providerId="ADAL" clId="{4FD8C21C-AF7C-41FD-92D6-25F0585A4465}" dt="2025-08-16T16:02:30.053" v="848" actId="47"/>
        <pc:sldMkLst>
          <pc:docMk/>
          <pc:sldMk cId="3367495760" sldId="306"/>
        </pc:sldMkLst>
        <pc:picChg chg="add del">
          <ac:chgData name="033-18-0009" userId="125440cf-afe6-44c1-9378-a4c3e80d8228" providerId="ADAL" clId="{4FD8C21C-AF7C-41FD-92D6-25F0585A4465}" dt="2025-08-16T16:02:23.225" v="846" actId="478"/>
          <ac:picMkLst>
            <pc:docMk/>
            <pc:sldMk cId="3367495760" sldId="306"/>
            <ac:picMk id="8" creationId="{E2B48244-FE82-B8BC-DE86-2610F5608D6D}"/>
          </ac:picMkLst>
        </pc:picChg>
      </pc:sldChg>
      <pc:sldChg chg="modSp new mod ord">
        <pc:chgData name="033-18-0009" userId="125440cf-afe6-44c1-9378-a4c3e80d8228" providerId="ADAL" clId="{4FD8C21C-AF7C-41FD-92D6-25F0585A4465}" dt="2025-08-17T15:24:40.446" v="978" actId="20577"/>
        <pc:sldMkLst>
          <pc:docMk/>
          <pc:sldMk cId="3715256153" sldId="306"/>
        </pc:sldMkLst>
        <pc:spChg chg="mod">
          <ac:chgData name="033-18-0009" userId="125440cf-afe6-44c1-9378-a4c3e80d8228" providerId="ADAL" clId="{4FD8C21C-AF7C-41FD-92D6-25F0585A4465}" dt="2025-08-16T16:02:47.959" v="855"/>
          <ac:spMkLst>
            <pc:docMk/>
            <pc:sldMk cId="3715256153" sldId="306"/>
            <ac:spMk id="2" creationId="{A4C56EE1-DDB1-2EEA-6295-A66C9169F498}"/>
          </ac:spMkLst>
        </pc:spChg>
        <pc:spChg chg="mod">
          <ac:chgData name="033-18-0009" userId="125440cf-afe6-44c1-9378-a4c3e80d8228" providerId="ADAL" clId="{4FD8C21C-AF7C-41FD-92D6-25F0585A4465}" dt="2025-08-17T15:24:40.446" v="978" actId="20577"/>
          <ac:spMkLst>
            <pc:docMk/>
            <pc:sldMk cId="3715256153" sldId="306"/>
            <ac:spMk id="3" creationId="{6653F8F3-85C1-CF64-E13D-4406AF4916DC}"/>
          </ac:spMkLst>
        </pc:spChg>
      </pc:sldChg>
      <pc:sldMasterChg chg="modSldLayout">
        <pc:chgData name="033-18-0009" userId="125440cf-afe6-44c1-9378-a4c3e80d8228" providerId="ADAL" clId="{4FD8C21C-AF7C-41FD-92D6-25F0585A4465}" dt="2025-08-16T07:41:44.733" v="60" actId="113"/>
        <pc:sldMasterMkLst>
          <pc:docMk/>
          <pc:sldMasterMk cId="3597300896" sldId="2147483648"/>
        </pc:sldMasterMkLst>
        <pc:sldLayoutChg chg="modSp">
          <pc:chgData name="033-18-0009" userId="125440cf-afe6-44c1-9378-a4c3e80d8228" providerId="ADAL" clId="{4FD8C21C-AF7C-41FD-92D6-25F0585A4465}" dt="2025-08-16T07:41:44.733" v="60" actId="113"/>
          <pc:sldLayoutMkLst>
            <pc:docMk/>
            <pc:sldMasterMk cId="3597300896" sldId="2147483648"/>
            <pc:sldLayoutMk cId="140206455" sldId="2147483650"/>
          </pc:sldLayoutMkLst>
          <pc:spChg chg="mod">
            <ac:chgData name="033-18-0009" userId="125440cf-afe6-44c1-9378-a4c3e80d8228" providerId="ADAL" clId="{4FD8C21C-AF7C-41FD-92D6-25F0585A4465}" dt="2025-08-16T07:41:44.733" v="60" actId="113"/>
            <ac:spMkLst>
              <pc:docMk/>
              <pc:sldMasterMk cId="3597300896" sldId="2147483648"/>
              <pc:sldLayoutMk cId="140206455" sldId="2147483650"/>
              <ac:spMk id="2" creationId="{00000000-0000-0000-0000-000000000000}"/>
            </ac:spMkLst>
          </pc:spChg>
          <pc:spChg chg="mod">
            <ac:chgData name="033-18-0009" userId="125440cf-afe6-44c1-9378-a4c3e80d8228" providerId="ADAL" clId="{4FD8C21C-AF7C-41FD-92D6-25F0585A4465}" dt="2025-08-16T07:41:30.031" v="59" actId="113"/>
            <ac:spMkLst>
              <pc:docMk/>
              <pc:sldMasterMk cId="3597300896" sldId="2147483648"/>
              <pc:sldLayoutMk cId="140206455" sldId="2147483650"/>
              <ac:spMk id="3" creationId="{00000000-0000-0000-0000-000000000000}"/>
            </ac:spMkLst>
          </pc:spChg>
        </pc:sldLayoutChg>
      </pc:sldMasterChg>
    </pc:docChg>
  </pc:docChgLst>
  <pc:docChgLst>
    <pc:chgData name="033-18-0009" userId="125440cf-afe6-44c1-9378-a4c3e80d8228" providerId="ADAL" clId="{BB25A979-6B70-449D-875F-1A93348A7F30}"/>
    <pc:docChg chg="undo redo custSel addSld modSld">
      <pc:chgData name="033-18-0009" userId="125440cf-afe6-44c1-9378-a4c3e80d8228" providerId="ADAL" clId="{BB25A979-6B70-449D-875F-1A93348A7F30}" dt="2025-08-15T17:33:07.470" v="29" actId="14"/>
      <pc:docMkLst>
        <pc:docMk/>
      </pc:docMkLst>
      <pc:sldChg chg="modSp new mod">
        <pc:chgData name="033-18-0009" userId="125440cf-afe6-44c1-9378-a4c3e80d8228" providerId="ADAL" clId="{BB25A979-6B70-449D-875F-1A93348A7F30}" dt="2025-08-15T17:33:07.470" v="29" actId="14"/>
        <pc:sldMkLst>
          <pc:docMk/>
          <pc:sldMk cId="3399276617" sldId="285"/>
        </pc:sldMkLst>
        <pc:spChg chg="mod">
          <ac:chgData name="033-18-0009" userId="125440cf-afe6-44c1-9378-a4c3e80d8228" providerId="ADAL" clId="{BB25A979-6B70-449D-875F-1A93348A7F30}" dt="2025-08-15T17:23:53.540" v="5"/>
          <ac:spMkLst>
            <pc:docMk/>
            <pc:sldMk cId="3399276617" sldId="285"/>
            <ac:spMk id="2" creationId="{6BC88205-F4D2-A4F4-3112-00FD3F030575}"/>
          </ac:spMkLst>
        </pc:spChg>
        <pc:spChg chg="mod">
          <ac:chgData name="033-18-0009" userId="125440cf-afe6-44c1-9378-a4c3e80d8228" providerId="ADAL" clId="{BB25A979-6B70-449D-875F-1A93348A7F30}" dt="2025-08-15T17:33:07.470" v="29" actId="14"/>
          <ac:spMkLst>
            <pc:docMk/>
            <pc:sldMk cId="3399276617" sldId="285"/>
            <ac:spMk id="3" creationId="{1362242B-791A-738D-AD75-66B2A7730F6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C76BC-5EC2-9AF9-2DAD-CF5715DD9C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Sukkur IBA University - Kandhkot Campus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67E68-C93A-5D07-2F8E-247DE5B9E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0C54E-82E2-48DA-B895-6C75465207EF}" type="datetime1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FCD37-2A94-01EB-F24D-86334D12F5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Instructor: Muhammad Ismail Qureshi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FB08E-DFB2-B8DC-3025-C5DBF67D5B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D9751-823C-4426-A556-3AE3A71E7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7047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Sukkur IBA University - Kandhkot Campus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84039-D1ED-4D74-83D7-EEA025EC9B1D}" type="datetime1">
              <a:rPr lang="en-US" smtClean="0"/>
              <a:t>8/17/2025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Instructor: Muhammad Ismail Qureshi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29822-34F9-46FA-8B15-AFC628060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7106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6C7D-3DDB-4516-8D67-F2161E6A72D6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 b="1"/>
            </a:lvl1pPr>
            <a:lvl2pPr marL="685800" indent="-228600">
              <a:buFont typeface="Arial" panose="020B0604020202020204" pitchFamily="34" charset="0"/>
              <a:buChar char="•"/>
              <a:defRPr b="1"/>
            </a:lvl2pPr>
            <a:lvl3pPr marL="1143000" indent="-228600">
              <a:buFont typeface="Courier New" panose="02070309020205020404" pitchFamily="49" charset="0"/>
              <a:buChar char="o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DCAC-B2B8-4171-8AF1-D50251B4F46B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A06-F59D-40D4-91B0-8F698357BF91}" type="datetime1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99D49-FA4B-489A-AA57-1C05B16E1976}" type="datetime1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A21E-ADBA-4B95-96E4-CCD6B690BFFD}" type="datetime1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D1CF-6A5C-40E0-A61A-4DC1BF3FC183}" type="datetime1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DC58-705D-42FC-A11C-29C1B526C6A6}" type="datetime1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686EC-82EF-4C5A-8F50-DCA6CF00A7BD}" type="datetime1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BCE3-419C-47BE-8ED6-D97A94EBC717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BAC8-80D5-480F-8CE5-FB21E445F4F5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15947-8F83-4ED7-95A4-0D3619E32B1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ae106bdfab73cdc9&amp;cs=1&amp;sxsrf=AE3TifNX37WcTwnbCPvfS3nCJ-kDgu3GXw:1755258173471&amp;q=Digital+Communication&amp;sa=X&amp;ved=2ahUKEwiT7aqf3oyPAxXUzjgGHSUOMmgQxccNegQIGRAB" TargetMode="External"/><Relationship Id="rId2" Type="http://schemas.openxmlformats.org/officeDocument/2006/relationships/hyperlink" Target="https://www.google.com/search?sca_esv=ae106bdfab73cdc9&amp;cs=1&amp;sxsrf=AE3TifNX37WcTwnbCPvfS3nCJ-kDgu3GXw:1755258173471&amp;q=Computers&amp;sa=X&amp;ved=2ahUKEwiT7aqf3oyPAxXUzjgGHSUOMmgQxccNegQIEBA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sca_esv=ae106bdfab73cdc9&amp;cs=1&amp;sxsrf=AE3TifNX37WcTwnbCPvfS3nCJ-kDgu3GXw:1755258173471&amp;q=Consumer+Electronics&amp;sa=X&amp;ved=2ahUKEwiT7aqf3oyPAxXUzjgGHSUOMmgQxccNegQIGhAB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1214438"/>
            <a:ext cx="6159500" cy="2387600"/>
          </a:xfrm>
        </p:spPr>
        <p:txBody>
          <a:bodyPr/>
          <a:lstStyle/>
          <a:p>
            <a:r>
              <a:rPr lang="en-US" dirty="0"/>
              <a:t>Digital Logic Design</a:t>
            </a:r>
            <a:br>
              <a:rPr lang="en-US" dirty="0"/>
            </a:br>
            <a:r>
              <a:rPr lang="en-US" sz="4000" dirty="0"/>
              <a:t>Introductory Concepts</a:t>
            </a:r>
            <a:br>
              <a:rPr lang="en-US" sz="4000" dirty="0"/>
            </a:br>
            <a:r>
              <a:rPr lang="en-US" sz="4000" dirty="0"/>
              <a:t>Fall-2025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Instructor: Muhammad Ismail Qureshi</a:t>
            </a:r>
          </a:p>
          <a:p>
            <a:r>
              <a:rPr lang="en-US" dirty="0"/>
              <a:t>Computer Science Department</a:t>
            </a:r>
          </a:p>
          <a:p>
            <a:r>
              <a:rPr lang="en-US" dirty="0"/>
              <a:t>Sukkur IBA University</a:t>
            </a:r>
          </a:p>
          <a:p>
            <a:r>
              <a:rPr lang="en-US" dirty="0" err="1"/>
              <a:t>Kandhkot</a:t>
            </a:r>
            <a:r>
              <a:rPr lang="en-US" dirty="0"/>
              <a:t> Campus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6CA7FC-8D40-8008-5399-18957EBE00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49" y="227012"/>
            <a:ext cx="1182687" cy="118268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3788D-DCB9-477B-76F6-73E724A0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744B3-45A2-4D32-8A0A-D00F28C38CD0}" type="datetime1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39986-1A45-1F4C-0590-B334EC2C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ADD90-6FD1-071A-34B7-DEBCC4D91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E64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B3217-4EF3-F68E-DDF1-67FBC5F79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OUTLINE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701442-22C9-7767-E882-6CE9A5DF2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494116"/>
            <a:ext cx="7188199" cy="38663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2F7EC-A468-065A-4F28-9AA2E1EA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3657" y="6356350"/>
            <a:ext cx="148045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01CFD56-6452-4B0F-9B2A-D2B0490C6454}" type="datetime1">
              <a:rPr lang="en-US" smtClean="0">
                <a:solidFill>
                  <a:srgbClr val="FFFFFF"/>
                </a:solidFill>
              </a:rPr>
              <a:t>8/17/2025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ED2D5-AB31-E37C-5ACB-67379814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6613" y="6356350"/>
            <a:ext cx="703217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100" kern="1200">
                <a:solidFill>
                  <a:srgbClr val="898989"/>
                </a:solidFill>
                <a:latin typeface="+mn-lt"/>
                <a:ea typeface="+mn-ea"/>
                <a:cs typeface="+mn-cs"/>
              </a:rPr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08917-DE3F-89DF-CD9E-296A6310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B618960-8005-486C-9A75-10CB2AAC16F9}" type="slidenum">
              <a:rPr lang="en-US" smtClean="0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45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2528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AAD21-D56D-2BC7-EAE2-7C117831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Terms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E07C491-1E62-E49D-2AD4-EB7BB5109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9485" y="640080"/>
            <a:ext cx="6644433" cy="557881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0CC6C-D094-6822-2ECB-2CC83F5C9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5960951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Digital Logic Design | CS Department|  Instructor: Muhammad Ismail Qureshi | Sukkur IBA University Kandhkot Campus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6EA78-92CE-6B57-B8D6-2C008CF5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7083" y="6356350"/>
            <a:ext cx="2556791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EEA98885-4EE8-4F3A-BC98-19EA3A12C226}" type="datetime1">
              <a:rPr lang="en-US" smtClean="0"/>
              <a:t>8/17/2025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C6765-BE1F-8915-8846-4C957D3E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9B618960-8005-486C-9A75-10CB2AAC16F9}" type="slidenum">
              <a:rPr lang="en-US" smtClean="0"/>
              <a:pPr algn="l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55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76B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4F234-50B3-FA91-FB4D-731EFED02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D091B7-2FD6-4B9C-01E5-3E0E1848F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7800" y="136525"/>
            <a:ext cx="5668676" cy="621982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1CDCA-5F23-6C98-B659-3B6EBA840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5960951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Digital Logic Design | CS Department|  Instructor: Muhammad Ismail Qureshi | Sukkur IBA University Kandhkot Campus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BEDE5-6261-0330-2145-E1D171C7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7083" y="6356350"/>
            <a:ext cx="2556791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1FB52416-F499-47EB-9577-5DA4397D156D}" type="datetime1">
              <a:rPr lang="en-US" smtClean="0"/>
              <a:t>8/17/2025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0024A-A375-C5E9-109E-48D649C5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9B618960-8005-486C-9A75-10CB2AAC16F9}" type="slidenum">
              <a:rPr lang="en-US" smtClean="0"/>
              <a:pPr algn="l"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82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2198-E3F7-F236-3864-7457D69A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 of the Course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BDA584-BBF6-CFAB-796A-DB9EFB24F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500" y="1690688"/>
            <a:ext cx="7734300" cy="403225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B74A8-6A5F-D8DB-43A3-C1F9C984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fld id="{A6379957-010C-4266-95CF-7B8846B8B7BF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F7270-3986-4345-60B1-700AA3D6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noFill/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BDCE9-0FC1-0547-75AE-43762954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fld id="{9B618960-8005-486C-9A75-10CB2AAC16F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33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048B3-790A-3114-2317-CC31D3C4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Diving into the DLD</a:t>
            </a:r>
            <a:br>
              <a:rPr lang="en-US" dirty="0"/>
            </a:br>
            <a:r>
              <a:rPr lang="en-US" sz="4400" dirty="0"/>
              <a:t>exploring</a:t>
            </a:r>
            <a:r>
              <a:rPr lang="en-US" dirty="0"/>
              <a:t> </a:t>
            </a:r>
            <a:r>
              <a:rPr lang="en-US" sz="4400" dirty="0"/>
              <a:t>Electron and Electronics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59D06-DA6B-2AD7-00D9-22ACC8A32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Electronics is a branch of physics and engineering</a:t>
            </a:r>
          </a:p>
          <a:p>
            <a:r>
              <a:rPr lang="en-US" dirty="0"/>
              <a:t>deals with the study and application of electron behavior, flow, and control</a:t>
            </a:r>
          </a:p>
          <a:p>
            <a:r>
              <a:rPr lang="en-US" dirty="0"/>
              <a:t>particularly in circuits and devices that manipulate electrical currents</a:t>
            </a:r>
          </a:p>
          <a:p>
            <a:r>
              <a:rPr lang="en-US" dirty="0"/>
              <a:t>encompasses the design, construction, and operation of devices that use electricity to control, communicate, and process information. </a:t>
            </a:r>
          </a:p>
          <a:p>
            <a:r>
              <a:rPr lang="en-US" dirty="0"/>
              <a:t>Electronics focuses on the movement of electrons</a:t>
            </a:r>
          </a:p>
          <a:p>
            <a:pPr lvl="1"/>
            <a:r>
              <a:rPr lang="en-US" dirty="0"/>
              <a:t>how they can be harnessed to perform specific tasks</a:t>
            </a:r>
          </a:p>
          <a:p>
            <a:pPr lvl="2"/>
            <a:r>
              <a:rPr lang="en-US" dirty="0"/>
              <a:t>such as powering devices, transmitting signals, or processing information.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1BDE8-C2C0-39AC-96AE-865083FA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E0A4-7985-4B4E-9F41-00C74F6320FF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006A8-8920-9250-0FAD-622D23FF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5A350-E3FA-47A5-92A5-F57BFB8D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92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FB45A-9C3A-2BE7-61AC-E81A9CD97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398ED-D6F5-2A1A-8BA0-0F3558EA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Diving into the DLD</a:t>
            </a:r>
            <a:br>
              <a:rPr lang="en-US" dirty="0"/>
            </a:br>
            <a:r>
              <a:rPr lang="en-US" sz="3200" dirty="0"/>
              <a:t>exploring</a:t>
            </a:r>
            <a:r>
              <a:rPr lang="en-US" dirty="0"/>
              <a:t> </a:t>
            </a:r>
            <a:r>
              <a:rPr lang="en-US" sz="3200" dirty="0"/>
              <a:t>Electronics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E4D10-A5B3-A264-F7AD-3000A3123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Components</a:t>
            </a:r>
          </a:p>
          <a:p>
            <a:pPr lvl="1"/>
            <a:r>
              <a:rPr lang="en-US" dirty="0"/>
              <a:t> transistors, diodes, and integrated circuits</a:t>
            </a:r>
          </a:p>
          <a:p>
            <a:pPr lvl="2"/>
            <a:r>
              <a:rPr lang="en-US" dirty="0"/>
              <a:t>to control and amplify electrical currents. </a:t>
            </a:r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computers, smartphones, televisions, and countless other devices that shape our daily lives. </a:t>
            </a:r>
          </a:p>
          <a:p>
            <a:r>
              <a:rPr lang="en-US" dirty="0"/>
              <a:t>Relationship to Physics and Engineering</a:t>
            </a:r>
          </a:p>
          <a:p>
            <a:pPr lvl="1"/>
            <a:r>
              <a:rPr lang="en-US" dirty="0"/>
              <a:t>Electronics is a subfield of physics, specifically focusing on the behavior of electrons, and also a field of electrical engineering, which applies these principles to design and build electronic systems and devices.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54CD4-F0B6-CBBC-3B94-9D52BD25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52E2-9BB6-4826-8C2E-9C0336EE339F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FD8BC-FFF5-5DDF-D407-CA20BF50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8BAE1-0670-C30D-9B57-C3ABD2FF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90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AEF18-3088-E4B7-24C5-22929D55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61A2-D953-9124-2DDF-C0CEA1E66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Diving into the DLD</a:t>
            </a:r>
            <a:br>
              <a:rPr lang="en-US" dirty="0"/>
            </a:br>
            <a:r>
              <a:rPr lang="en-US" sz="3200" dirty="0"/>
              <a:t>exploring</a:t>
            </a:r>
            <a:r>
              <a:rPr lang="en-US" dirty="0"/>
              <a:t> </a:t>
            </a:r>
            <a:r>
              <a:rPr lang="en-US" sz="3200" dirty="0"/>
              <a:t>Electronics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731D-6430-C010-D493-E7F70ACF9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branch of Physics that deals with the theory and use of devices in which the electrons travel through a vacuum, gas, or a semiconductor medium  </a:t>
            </a:r>
          </a:p>
          <a:p>
            <a:r>
              <a:rPr lang="en-US" dirty="0"/>
              <a:t>the branch of science and technology ,which deals with the electrical circuits and equipment like diodes, transistors and relays</a:t>
            </a:r>
          </a:p>
          <a:p>
            <a:r>
              <a:rPr lang="en-US" dirty="0"/>
              <a:t>the study of how to control flow of electrons</a:t>
            </a:r>
          </a:p>
          <a:p>
            <a:r>
              <a:rPr lang="en-US" dirty="0"/>
              <a:t>electronic components include diodes, transistors, and integrated circuits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ECA07-9CA6-300F-6DB4-2AEE44929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DA0B-CA14-460B-914F-F69C9CC4E46B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B73F8-601B-F3C9-E0CF-C6FA981D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863AD-DB10-AEED-60E9-B3B42CA6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64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26CF-253A-AEF3-7D7E-A33C8A73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Vs Digital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04202F6-BA9C-6271-D2E8-22AE7E722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250" y="1690688"/>
            <a:ext cx="8616950" cy="43895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5AF01-F7C3-6F0D-CE60-D3412007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7ACB-97EB-4DF4-A534-4AE7075D0715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19852-F9ED-FDC5-6218-3E64DEBE2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2DC81-91E3-F5B8-0CDE-FC385845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34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1D3D-36AF-3D55-1468-C921A5FAD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HelveticaNeue-Roman"/>
              </a:rPr>
              <a:t>Analog</a:t>
            </a:r>
            <a:r>
              <a:rPr lang="en-US" sz="3600" b="1" i="0" u="none" strike="noStrike" baseline="0" dirty="0">
                <a:latin typeface="HelveticaNeue-Roman"/>
              </a:rPr>
              <a:t> </a:t>
            </a:r>
            <a:r>
              <a:rPr lang="en-US" sz="3600" b="1" dirty="0">
                <a:latin typeface="HelveticaNeue-Roman"/>
              </a:rPr>
              <a:t>Q</a:t>
            </a:r>
            <a:r>
              <a:rPr lang="en-US" sz="3600" b="1" i="0" u="none" strike="noStrike" baseline="0" dirty="0">
                <a:latin typeface="HelveticaNeue-Roman"/>
              </a:rPr>
              <a:t>uantities</a:t>
            </a:r>
            <a:br>
              <a:rPr lang="en-US" sz="3600" b="1" i="0" u="none" strike="noStrike" baseline="0" dirty="0">
                <a:latin typeface="HelveticaNeue-Roman"/>
              </a:rPr>
            </a:br>
            <a:r>
              <a:rPr lang="en-US" sz="1800" b="0" i="0" u="none" strike="noStrike" baseline="0" dirty="0">
                <a:latin typeface="Times-Roman"/>
              </a:rPr>
              <a:t>Electronic circuits can be divided into two broad categories, digital and analog.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669B4-3767-2C22-54C2-215C79B45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electronics involves quantities with continuous values.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interfacing between analog and digital is important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analog* quantity is one having continuous values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Most things that can be measured quantitatively occur in nature in analog form.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air temperature</a:t>
            </a:r>
            <a:r>
              <a:rPr lang="en-US" sz="2400" dirty="0">
                <a:latin typeface="Times-Roman"/>
              </a:rPr>
              <a:t>, </a:t>
            </a:r>
            <a:r>
              <a:rPr lang="en-US" sz="2400" b="0" i="0" u="none" strike="noStrike" baseline="0" dirty="0">
                <a:latin typeface="Times-Roman"/>
              </a:rPr>
              <a:t>time, pressure, distance, and sound, all the infinite values in between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continuous variables that can take on any value within a given range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Analog quantities change smoothly and continuously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There are no sudden jumps or gaps in the values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data is transferred in a wave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analog computer are oscilloscope, television, autopilot, telephone lines, speedometer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F7368-AFC2-33F1-D12F-7FEB4EAE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4AD6-25EE-4DBC-AD0D-9F56A2582EF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28D1E-3C65-9A98-F15E-BE24B260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2DB65-6DFE-28A8-20C5-2FF4B002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81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95BE31-0DA6-079B-1CB0-A4C265C28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2923-062F-76B9-E9AC-367899B0F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Analog Quantities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8006418-520C-843D-6535-DCA9D0DF9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7937" y="1664935"/>
            <a:ext cx="8420163" cy="391439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9574F-1491-E262-535F-5E1D026ED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fld id="{1F990AE0-72EE-4E56-990C-233920C650BF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72B95-065D-082B-B2DC-32D1B3F7C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noFill/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6B4AD-77A1-6C97-9D86-98F4D399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fld id="{9B618960-8005-486C-9A75-10CB2AAC16F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06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30734-2AB1-00C3-C170-3334C392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63E8-7B3E-EEE2-EDE8-F8FE3EE6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03971-EDD8-90AF-293A-32DDE99ED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409700"/>
            <a:ext cx="10655300" cy="4767263"/>
          </a:xfrm>
        </p:spPr>
        <p:txBody>
          <a:bodyPr>
            <a:normAutofit/>
          </a:bodyPr>
          <a:lstStyle/>
          <a:p>
            <a:pPr algn="l"/>
            <a:r>
              <a:rPr lang="en-US" sz="2000" b="0" i="0" u="none" strike="noStrike" baseline="0" dirty="0">
                <a:latin typeface="Times-Roman"/>
              </a:rPr>
              <a:t>Digital electronics involves quantities with discrete values</a:t>
            </a:r>
          </a:p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Times-Roman"/>
              </a:rPr>
              <a:t>A </a:t>
            </a:r>
            <a:r>
              <a:rPr lang="en-US" sz="2000" b="1" i="0" u="none" strike="noStrike" baseline="0" dirty="0">
                <a:solidFill>
                  <a:srgbClr val="008888"/>
                </a:solidFill>
                <a:latin typeface="Times-Bold"/>
              </a:rPr>
              <a:t>digital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-Roman"/>
              </a:rPr>
              <a:t>quantity is one having a discrete set of values</a:t>
            </a:r>
          </a:p>
          <a:p>
            <a:pPr algn="l"/>
            <a:r>
              <a:rPr lang="en-US" sz="2000" b="0" i="0" u="none" strike="noStrike" baseline="0" dirty="0">
                <a:latin typeface="Times-Roman"/>
              </a:rPr>
              <a:t>Rather than graphing the temperature on a continuous basis</a:t>
            </a:r>
          </a:p>
          <a:p>
            <a:pPr algn="l"/>
            <a:r>
              <a:rPr lang="en-US" sz="2000" b="0" i="0" u="none" strike="noStrike" baseline="0" dirty="0">
                <a:latin typeface="Times-Roman"/>
              </a:rPr>
              <a:t>you just take a temperature reading every hour</a:t>
            </a:r>
          </a:p>
          <a:p>
            <a:pPr algn="l"/>
            <a:r>
              <a:rPr lang="en-US" sz="2000" b="0" i="0" u="none" strike="noStrike" baseline="0" dirty="0">
                <a:latin typeface="Times-Roman"/>
              </a:rPr>
              <a:t>Now you have sampled values representing the temperature at discrete points in time (every hour) over a 24-hour period, as indicated in Figure 1–2.</a:t>
            </a:r>
          </a:p>
          <a:p>
            <a:pPr algn="l"/>
            <a:r>
              <a:rPr lang="en-US" sz="2000" b="0" i="0" u="none" strike="noStrike" baseline="0" dirty="0">
                <a:latin typeface="Times-Roman"/>
              </a:rPr>
              <a:t>effectively converted an analog quantity to a form that can now be digitized by representing each sampled value by a digital code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Times-Roman"/>
              </a:rPr>
              <a:t>set of defined states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Times-Roman"/>
              </a:rPr>
              <a:t>often using binary code (0s and 1s) to represent information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Times-Roman"/>
              </a:rPr>
              <a:t>Key Characteristics of Digital Quantities: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Times-Roman"/>
              </a:rPr>
              <a:t>Discrete Values: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Times-Roman"/>
              </a:rPr>
              <a:t>limited set of specific, separate values</a:t>
            </a:r>
          </a:p>
          <a:p>
            <a:pPr lvl="1"/>
            <a:endParaRPr lang="en-US" sz="1600" dirty="0">
              <a:solidFill>
                <a:srgbClr val="000000"/>
              </a:solidFill>
              <a:latin typeface="Times-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5C69D-BD3E-45F3-7211-37C5A891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CBD-9C0C-4627-90E4-E6E580316FBD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BB16A-CB33-BADC-6226-AAE5462D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D8107-9CA9-41A3-2A34-D38E7B99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97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04B2C-DF46-8832-178A-A4CD71E08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2781A-BD9B-C082-C0DD-37F385A5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9432A-71C6-8062-7444-FB3CAEC7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409700"/>
            <a:ext cx="10655300" cy="4767263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sz="2800" dirty="0">
                <a:solidFill>
                  <a:srgbClr val="000000"/>
                </a:solidFill>
                <a:latin typeface="Times-Roman"/>
              </a:rPr>
              <a:t>Binary Representation: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systems commonly use binary code (0 and 1) to represent these discrete values.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Easier Processing and Storage: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easier to process, store, and transmit due to its discrete nature and the ability to use digital circuits.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Reduced Noise and Distortion: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signals are less affected by noise and distortion compared to analog signals, leading to more reliable information transfer.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Examples of Digital Quantities: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clocks: Show time using discrete numbers (e.g., 10:30 AM).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music: Audio is stored as a series of discrete values representing the sound wave.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cameras: Capture images using a grid of discrete pixels.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Computers and calculators: Process information using binary code.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Switches (on/off): Representing two distinct states.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Counters: Counting discrete items or events.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Pulse-width modulation (PWM): Used in various applications to control power and other parameters. </a:t>
            </a:r>
          </a:p>
          <a:p>
            <a:pPr marL="457200" lvl="1" indent="0">
              <a:buNone/>
            </a:pPr>
            <a:endParaRPr lang="en-US" sz="1800" dirty="0">
              <a:solidFill>
                <a:srgbClr val="000000"/>
              </a:solidFill>
              <a:latin typeface="Times-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2CF13-F1FF-D409-9D26-338A1B245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A009-FE46-4F41-AF79-C1B627F5135B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B6A03-2B44-082D-D2D9-88D8FA2D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7B376-6097-6DE9-387D-45A8DC4F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64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DBC79-99C1-2EA4-BCB1-6AC840D5B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C289-AD77-E609-1CF6-05A8EFD2E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CE38F-17D8-383B-810B-422071A70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409700"/>
            <a:ext cx="10655300" cy="4767263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800" dirty="0">
                <a:solidFill>
                  <a:srgbClr val="000000"/>
                </a:solidFill>
                <a:latin typeface="Times-Roman"/>
              </a:rPr>
              <a:t>less noise, distortion, and interference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Digital circuits can be reproduced easily in mass quantities at comparatively low costs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Digital signal processing is more flexible because DSP operations can be altered using digitally programmable systems</a:t>
            </a:r>
          </a:p>
          <a:p>
            <a:pPr lvl="1"/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hlinkClick r:id="rId2"/>
              </a:rPr>
              <a:t>Computers</a:t>
            </a:r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</a:rPr>
              <a:t>:</a:t>
            </a:r>
            <a:endParaRPr lang="en-US" b="1" i="0" dirty="0">
              <a:solidFill>
                <a:srgbClr val="000000"/>
              </a:solidFill>
              <a:effectLst/>
              <a:latin typeface="Times-Roman"/>
            </a:endParaRP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signals are fundamental to how computers process and store information. Every keystroke on a keyboard, every mouse click, and every operation within the CPU relies on digital signals. </a:t>
            </a:r>
          </a:p>
          <a:p>
            <a:pPr lvl="1"/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hlinkClick r:id="rId3"/>
              </a:rPr>
              <a:t>Digital Communication</a:t>
            </a:r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</a:rPr>
              <a:t>:</a:t>
            </a:r>
            <a:endParaRPr lang="en-US" b="1" i="0" dirty="0">
              <a:solidFill>
                <a:srgbClr val="000000"/>
              </a:solidFill>
              <a:effectLst/>
              <a:latin typeface="Times-Roman"/>
            </a:endParaRP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The internet, smartphones, and other digital communication systems use digital signals to transmit data, voice, and video. </a:t>
            </a:r>
          </a:p>
          <a:p>
            <a:pPr lvl="1"/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hlinkClick r:id="rId4"/>
              </a:rPr>
              <a:t>Consumer Electronics</a:t>
            </a:r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</a:rPr>
              <a:t>:</a:t>
            </a:r>
            <a:endParaRPr lang="en-US" b="1" i="0" dirty="0">
              <a:solidFill>
                <a:srgbClr val="000000"/>
              </a:solidFill>
              <a:effectLst/>
              <a:latin typeface="Times-Roman"/>
            </a:endParaRP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signals are used in devices like smartphones, digital cameras, smart TVs, MP3 players, and more, enabling them to process and display information accurately.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ABCE5-BEE9-A26A-4FAD-A2C9112F7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A3DB-E41C-44D3-B4EE-31F36779CED3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82F-E3D5-4B9F-1C7A-A8382C9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034EA-733E-8595-C919-2BD36BFA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44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B7FA2-21D4-B53B-E544-51A6F118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B60A-E4CB-FC03-7A1D-69427C460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DFCA4-CAC2-737E-1170-F0EEC707A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409700"/>
            <a:ext cx="10655300" cy="4767263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Control Systems: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In industrial automation, digital signals are used to control various processes and devices, such as in programmable logic controllers (PLCs).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Audio and Video: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audio (like MP3s) and digital video (like MP4s) are common examples of how digital signals are used to represent and transmit media.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Microcontrollers and Processors: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signals are used extensively in the communication and processing within microcontrollers and processors in various electronic devices.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In essence, digital signals are the foundation of modern technology, enabling the accurate and efficient processing and transmission of information in a wide range of applications.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8D556-C54B-78DE-F910-03563E00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774B7-3EEA-4C40-BDC7-DD86A91D12A5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5D16F-FC13-E83E-A7B9-0D548F1C1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2359A-1B74-3CB4-E3F3-DCD4B7CC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56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25A05-E2FE-7544-E27F-B45842B0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0462-FE63-E206-2267-E589C467A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070FA-43D1-B2D6-E3D0-851DD173F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409700"/>
            <a:ext cx="10655300" cy="4767263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Disadvantage of Digital Signals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Develop quantization and round-off errors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Systems and processing is more complex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A higher bandwidth is required for data communication in comparison to analog transmission of an equivalent information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systems and processing are typically more complex.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data can be processed and transmitted more efficiently and reliably than analog data.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great advantage when storage is necessary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music when converted to digital form can be stored more compactly and reproduced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with greater accuracy and clarity than is possible when it is in analog form.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Noise (unwanted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voltage fluctuations) does not affect digital data nearly as much as it does analog signals.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F81D8-09B6-113B-E24F-FAB4BA7F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F42A-EF72-40C0-8B50-3C58D3FD1E5D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F1F49-D586-E80D-31BF-83308DEF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9F992-AF05-64BF-E567-8E4D9D577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36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7800E-7732-C48A-7064-5E60D9CE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FCDF-D610-122A-36AA-AF6CDA4D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1FD6467-D861-AB75-30E0-7CFB67D8E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346200"/>
            <a:ext cx="9321800" cy="44068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70D56-56CC-0E25-20AF-42DBEA56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DB38-88AF-4DF6-8077-E850585CBC7F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BDEE8-FF51-A77A-D352-F4B81252C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5053D-C411-43DD-96DF-6DBE80F3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86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0C67-3BB5-1884-9CC8-879EA6BEB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Analog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7760D-F099-88E2-D323-EBB9585E3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public address system, used to amplify sound so that it can be heard by a large audience, is one simple example of an application of analog electronics.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4EDAF-65C4-FC2C-5975-8F771A89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4E75-3166-4BE7-BCBF-D616EE4D1997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A3FEC-7EEA-834B-139B-EC2ADBF0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B6AFF-B0DB-57A7-1E03-31500F01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8E7159-5F8A-5A32-C920-BF330B768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0" y="3013227"/>
            <a:ext cx="6870700" cy="316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6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321D4-8C5C-147D-43C9-F91C56B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System Using Digital and Analog Methods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8D888E8-7A15-9936-39F3-900F088B9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8680" y="1905000"/>
            <a:ext cx="8976839" cy="359366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3D3F1-7FEA-457E-37C9-CD650216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748BE-4B56-4F0B-B3F4-E386054695B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9C531-E98B-C3A0-1353-AD013DCC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7D75E-0CF9-D43F-344E-0B22F39E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49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23DC-C90B-2106-6362-F453691EB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Mechatronics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7F6C2-72B0-B859-DE7C-560264E2C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Both digital and analog electronics are used in the control of various mechanical systems.</a:t>
            </a:r>
          </a:p>
          <a:p>
            <a:r>
              <a:rPr lang="en-US" dirty="0"/>
              <a:t>The interdisciplinary field that comprises both mechanical and electronic components is known as mechatronics.</a:t>
            </a:r>
          </a:p>
          <a:p>
            <a:r>
              <a:rPr lang="en-US" dirty="0"/>
              <a:t>Mechatronic systems are found in homes, industry, and transportation.</a:t>
            </a:r>
          </a:p>
          <a:p>
            <a:r>
              <a:rPr lang="en-US" dirty="0"/>
              <a:t>Most home appliances consist of both mechanical and electronic components.</a:t>
            </a:r>
          </a:p>
          <a:p>
            <a:r>
              <a:rPr lang="en-US" dirty="0"/>
              <a:t>Electronics controls the operation of a washing machine in terms of water flow, temperature, and type of cycle.</a:t>
            </a:r>
          </a:p>
          <a:p>
            <a:r>
              <a:rPr lang="en-US" dirty="0"/>
              <a:t>Manufacturing industries rely heavily on mechatronics for process control and assembly.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0C13E-CC89-9BFA-F929-A19FAC28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93B1A-4E08-41B3-A4AA-22E9E96C76C0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85722-4C8A-3C10-B5A7-EB5CF1DB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EBF23-C9A1-71EC-CCC3-6804D606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77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6D252-15D9-DDA2-E14D-8B1D463B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CE69-ACD8-5BF4-F0E5-6C4698FE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Mechatronics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F86DC-A19B-E0F8-DAE8-1DFFDC7AB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automotive and other types of manufacturing, robotic arms perform precision welding, painting, and other functions on the assembly line.</a:t>
            </a:r>
          </a:p>
          <a:p>
            <a:r>
              <a:rPr lang="en-US" dirty="0"/>
              <a:t>Automobiles themselves are mechatronic machines</a:t>
            </a:r>
          </a:p>
          <a:p>
            <a:r>
              <a:rPr lang="en-US" dirty="0"/>
              <a:t>a digital computer controls functions such as braking, engine parameters, fuel flow, safety features, and monitoring.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72FAF-0923-EC93-2543-501A2111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B9F66-5796-4713-9C12-230DBD192D8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0D348-332A-B7B3-6F97-98C25735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24FDE-A1DC-657E-BC86-F28C55F0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86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B0400-A9EC-E038-1AD4-ADCDFAF9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4D1F-1A5B-8478-AFB0-E93525F2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Mechatronics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EC222C4-83B5-F1F5-715E-F42FA7EF2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690688"/>
            <a:ext cx="10515600" cy="466566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F1826-6EA9-1609-B4C9-4A85A5A8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63B65-7E0A-47F9-9A56-11DABE72567C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2E9B6-9450-4E51-2D2C-E7482346D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ACB1E-F957-20F1-5189-06A370FD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49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FA06-F898-8553-344F-759478D0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#1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143C998-5BBA-D7DE-8701-620DAFBBB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9"/>
            <a:ext cx="10515600" cy="413366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4EFC4-2DBA-5D9A-A96C-4A1C9FE39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3C5A4-707D-406F-A780-17CEED0DD5A0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9C39F-C7D4-215C-AC57-F5CBC254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8769A-8705-99B1-400E-8FB4E798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69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8C5982-6B56-05AD-6138-D1A9B11B6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1–2 Binary Digits, Logic Levels, and Digital Waveforms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74632-E7A6-3916-ED3F-217A1523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Digital Logic Design | CS Department|  Instructor: Muhammad Ismail Qureshi | Sukkur IBA University Kandhkot Campus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3B9CF-39F8-EA37-29D2-BD4B87C0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468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C2E5A6A5-E2BD-4CCC-BC1D-2DCD231E09BB}" type="datetime1">
              <a:rPr lang="en-US" sz="11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8/17/2025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7FF1D-BD96-7D98-212B-73B50A67D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B618960-8005-486C-9A75-10CB2AAC16F9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11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DC2B-E304-59DB-7622-9DE98D98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electronics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A4210-0633-7425-6BFA-13DA3D148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circuits and systems</a:t>
            </a:r>
          </a:p>
          <a:p>
            <a:pPr lvl="1"/>
            <a:r>
              <a:rPr lang="en-US" dirty="0"/>
              <a:t>two possible states.</a:t>
            </a:r>
          </a:p>
          <a:p>
            <a:pPr lvl="2"/>
            <a:r>
              <a:rPr lang="en-US" dirty="0"/>
              <a:t>represented by two different voltage levels</a:t>
            </a:r>
          </a:p>
          <a:p>
            <a:pPr lvl="3"/>
            <a:r>
              <a:rPr lang="en-US" dirty="0"/>
              <a:t>A HIGH and a LOW</a:t>
            </a:r>
          </a:p>
          <a:p>
            <a:r>
              <a:rPr lang="en-US" dirty="0"/>
              <a:t>The two states can also be represented by current levels, bits and bumps on a CD or DVD, etc.</a:t>
            </a:r>
          </a:p>
          <a:p>
            <a:r>
              <a:rPr lang="en-US" dirty="0"/>
              <a:t>In digital systems such as computers</a:t>
            </a:r>
          </a:p>
          <a:p>
            <a:pPr lvl="1"/>
            <a:r>
              <a:rPr lang="en-US" dirty="0"/>
              <a:t>combinations of the two states</a:t>
            </a:r>
          </a:p>
          <a:p>
            <a:pPr lvl="2"/>
            <a:r>
              <a:rPr lang="en-US" dirty="0"/>
              <a:t>called codes</a:t>
            </a:r>
          </a:p>
          <a:p>
            <a:pPr lvl="3"/>
            <a:r>
              <a:rPr lang="en-US" dirty="0"/>
              <a:t>Are used to represent numbers, symbols, alphabetic characters, and other types of information.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99FF9-0BE1-FDAF-A40D-C6DBC1E0F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75DB-BA22-4D9A-AA14-8C789027F06A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E9B7D-A6C9-8E9F-CECB-1A68B4EEB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8F7AD-4F96-8009-4E0F-2DD02060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3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FE31A-8EC5-3B3C-1BBC-5A4BF6710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C8E7F-F0D8-C278-84FB-1CCD5DE8C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electronics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9AD11-84DC-6E82-6758-1C4138100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two-state number system is called binary</a:t>
            </a:r>
          </a:p>
          <a:p>
            <a:pPr lvl="1"/>
            <a:r>
              <a:rPr lang="en-US" dirty="0"/>
              <a:t>its two digits are 0 and 1</a:t>
            </a:r>
          </a:p>
          <a:p>
            <a:pPr lvl="2"/>
            <a:r>
              <a:rPr lang="en-US" dirty="0"/>
              <a:t>A binary digit is called a bit.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1437D-25C0-BEC6-3AF2-DBC53272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B15F-467F-4532-A7E4-D7BD60D758B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6B6C-AD1A-9E4F-E0EC-B6163769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9B65E-89CB-9A63-DD40-251ED1B8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11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96DE-5CC5-3AF2-435B-B6F759AA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Digits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24D4B-01CE-9075-115C-296657F38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Each of the two digits in the binary system, 1 and 0, is called a bit</a:t>
            </a:r>
          </a:p>
          <a:p>
            <a:r>
              <a:rPr lang="en-US" dirty="0"/>
              <a:t>which is a contraction of the words binary digit (</a:t>
            </a:r>
            <a:r>
              <a:rPr lang="en-US" dirty="0" err="1"/>
              <a:t>b_it</a:t>
            </a:r>
            <a:r>
              <a:rPr lang="en-US" dirty="0"/>
              <a:t>)</a:t>
            </a:r>
          </a:p>
          <a:p>
            <a:r>
              <a:rPr lang="en-US" dirty="0"/>
              <a:t>Generally, 1 is represented by the higher voltage, which we will refer to as a HIGH</a:t>
            </a:r>
          </a:p>
          <a:p>
            <a:r>
              <a:rPr lang="en-US" dirty="0"/>
              <a:t>0 </a:t>
            </a:r>
          </a:p>
          <a:p>
            <a:pPr lvl="1"/>
            <a:r>
              <a:rPr lang="en-US" dirty="0"/>
              <a:t>lower voltage level</a:t>
            </a:r>
          </a:p>
          <a:p>
            <a:pPr lvl="2"/>
            <a:r>
              <a:rPr lang="en-US" dirty="0"/>
              <a:t>positive logic</a:t>
            </a:r>
          </a:p>
          <a:p>
            <a:r>
              <a:rPr lang="en-US" dirty="0"/>
              <a:t>Negative logic is reverse </a:t>
            </a:r>
          </a:p>
          <a:p>
            <a:pPr lvl="1"/>
            <a:r>
              <a:rPr lang="en-US" dirty="0"/>
              <a:t>Another system in which a 1 is represented by a LOW and a 0 is represented by a HIGH is called negative logic.</a:t>
            </a:r>
          </a:p>
          <a:p>
            <a:r>
              <a:rPr lang="en-US" dirty="0"/>
              <a:t>Groups of bits (combinations of 1s and 0s), called codes</a:t>
            </a:r>
          </a:p>
          <a:p>
            <a:pPr lvl="1"/>
            <a:r>
              <a:rPr lang="en-US" dirty="0"/>
              <a:t>used to represent numbers, letters, symbols, instructions, and anything else required in a given application.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1720-04D8-AA45-430C-900BCE117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55FA-D051-467B-ADB5-BF4ADE1A783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5A869-3F4B-3174-1E70-5F4BD036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FDD74-32EA-83E1-80C6-FC3371B4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77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0FA7-EFDF-2C99-A37F-422563BD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17395-EDD4-A8AF-065A-6F0D9DA8C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voltages used to represent a 1 and a 0 are called logic levels.</a:t>
            </a:r>
          </a:p>
          <a:p>
            <a:r>
              <a:rPr lang="en-US" dirty="0"/>
              <a:t>a HIGH can be any voltage between a specified minimum value and a specified maximum value. </a:t>
            </a:r>
          </a:p>
          <a:p>
            <a:r>
              <a:rPr lang="en-US" dirty="0"/>
              <a:t>Likewise, a LOW can be any voltage between a specified minimum and a specified maximum.</a:t>
            </a:r>
          </a:p>
          <a:p>
            <a:r>
              <a:rPr lang="en-US" dirty="0"/>
              <a:t>There can be no overlap between the accepted range of HIGH levels and the accepted range of LOW levels.</a:t>
            </a:r>
          </a:p>
          <a:p>
            <a:r>
              <a:rPr lang="en-US" dirty="0"/>
              <a:t>the HIGH input values for a certain type of digital circuit technology called CMOS may range from 2 V to 3.3 V and </a:t>
            </a:r>
          </a:p>
          <a:p>
            <a:r>
              <a:rPr lang="en-US" dirty="0"/>
              <a:t>the LOW input values may range from 0 V to 0.8 V.</a:t>
            </a:r>
          </a:p>
          <a:p>
            <a:r>
              <a:rPr lang="en-US" dirty="0"/>
              <a:t>If a voltage of 2.5 V is applied, the circuit will accept it as a HIGH or binary 1.</a:t>
            </a:r>
          </a:p>
          <a:p>
            <a:r>
              <a:rPr lang="en-US" dirty="0"/>
              <a:t>a voltage of 0.5 V</a:t>
            </a:r>
          </a:p>
          <a:p>
            <a:pPr lvl="1"/>
            <a:r>
              <a:rPr lang="en-US" dirty="0"/>
              <a:t>accept it as a LOW or binary 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A3838-CF1A-3F5C-E323-3D80A39C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6EC13-62AA-42E5-ADA8-157562AF3D37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5748F-0029-935D-4D79-8F80944D7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B4859-EDA8-0467-DF6A-B38C57A0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29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5803-70B8-B1D5-8FF6-F1181F51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7F1F-EEA7-6FEC-B53B-D526A92E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825"/>
          </a:xfrm>
        </p:spPr>
        <p:txBody>
          <a:bodyPr/>
          <a:lstStyle/>
          <a:p>
            <a:r>
              <a:rPr lang="en-US" dirty="0"/>
              <a:t>Logic Levels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FD521F-0EF8-0DAE-7464-06A4FCF0A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527" y="1250950"/>
            <a:ext cx="5342373" cy="48831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61FC6-FADC-22BE-6574-6148DF50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671EC-2DEC-4CBF-838B-BC3AB338FB3D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26133-6C04-9093-72D8-DBEE640A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20D4F-60E3-73E0-3426-F870C2C9E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71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205-F4D2-A4F4-3112-00FD3F030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Waveforms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2242B-791A-738D-AD75-66B2A7730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waveforms consist of voltage levels that are changing back and forth between the HIGH and LOW levels or states</a:t>
            </a:r>
          </a:p>
          <a:p>
            <a:r>
              <a:rPr lang="en-US" dirty="0"/>
              <a:t>positive-going pulse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normally LOW level to its HIGH level and then back to its LOW level</a:t>
            </a:r>
          </a:p>
          <a:p>
            <a:r>
              <a:rPr lang="en-US" dirty="0"/>
              <a:t>negative-going pulse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in Figure 1–7(b) is generated when the voltage goes from its normally HIGH level to its LOW level and back to its HIGH level.</a:t>
            </a:r>
          </a:p>
          <a:p>
            <a:r>
              <a:rPr lang="en-US" dirty="0"/>
              <a:t>A digital waveform is made up of a series of pulses.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A4D4D-D08A-89BC-C385-4A469A300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B91A6-DB64-65AB-54C7-25B04F0A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17D3E-7E78-2479-B2D7-4718F4EB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76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E4C34-319A-386C-ED8B-4359347C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2F92C-3F87-CA4B-A8F6-4722C619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Waveforms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CE694C-D14E-7284-0E1C-140B42AF9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599" y="1408112"/>
            <a:ext cx="10696201" cy="404177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D4EEC-D72B-DF9E-49B5-39DA9C36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2BEF7-9EB2-9BA4-33C4-4792A6F1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E8B4F-DC97-EFD0-E330-305925F24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52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7F14A-63E8-683B-5A8A-B727E9FD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Pulse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05E47-F872-B4DE-F3C3-6F8B85C61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pulse has two edges</a:t>
            </a:r>
          </a:p>
          <a:p>
            <a:pPr lvl="1"/>
            <a:r>
              <a:rPr lang="en-US" dirty="0"/>
              <a:t>a leading edge that occurs first at time t0</a:t>
            </a:r>
          </a:p>
          <a:p>
            <a:pPr lvl="1"/>
            <a:r>
              <a:rPr lang="en-US" dirty="0"/>
              <a:t>a trailing edge that occurs last at time t1</a:t>
            </a:r>
          </a:p>
          <a:p>
            <a:r>
              <a:rPr lang="en-US" dirty="0"/>
              <a:t>For a positive-going pulse</a:t>
            </a:r>
          </a:p>
          <a:p>
            <a:pPr lvl="1"/>
            <a:r>
              <a:rPr lang="en-US" dirty="0"/>
              <a:t>the leading </a:t>
            </a:r>
            <a:r>
              <a:rPr lang="en-US" dirty="0" err="1"/>
              <a:t>edgeis</a:t>
            </a:r>
            <a:r>
              <a:rPr lang="en-US" dirty="0"/>
              <a:t> a rising edge</a:t>
            </a:r>
          </a:p>
          <a:p>
            <a:pPr lvl="1"/>
            <a:r>
              <a:rPr lang="en-US" dirty="0"/>
              <a:t>the trailing edge is a falling edge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49041-D145-C9A5-8A21-8D5AC6AB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F8F22-D9A8-5919-060D-C2422ACD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009B8-9E21-7A28-40F9-D61628EDD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50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DCBD3-513A-5C91-627D-61521D2A3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nonideal pulse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D69FAA3-70BE-E31A-474E-846165FDA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8826" y="1542330"/>
            <a:ext cx="9964974" cy="467432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6C73A-A27C-2295-C803-D366C1AD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BD93C-D55C-7598-FBEC-9D31C2C0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5B709-57C5-7ACE-5841-7DAC4E31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8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AC12E-8C3A-AE0F-361F-64BCE5BB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BEF2-56BF-4AC0-D75A-873B3171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nonideal pulse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A5F59-3B35-D4FD-DAFC-AFAFAEAF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277D9-E568-A4E6-0133-CEC8AF8D1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8411A-989F-1C97-A78D-3AC3B117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F7042F-5773-7916-5732-A8827B53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overshoot and ringing</a:t>
            </a:r>
          </a:p>
          <a:p>
            <a:pPr lvl="1"/>
            <a:r>
              <a:rPr lang="en-US" dirty="0"/>
              <a:t>sometimes produced by stray inductive and capacitive effects.</a:t>
            </a:r>
          </a:p>
          <a:p>
            <a:r>
              <a:rPr lang="en-US" dirty="0"/>
              <a:t>The droop</a:t>
            </a:r>
          </a:p>
          <a:p>
            <a:pPr lvl="1"/>
            <a:r>
              <a:rPr lang="en-US" dirty="0"/>
              <a:t>caused by stray capacitive and circuit resistance</a:t>
            </a:r>
          </a:p>
          <a:p>
            <a:pPr lvl="2"/>
            <a:r>
              <a:rPr lang="en-US" dirty="0"/>
              <a:t>Forming an RC circuit with a low time constant</a:t>
            </a:r>
          </a:p>
        </p:txBody>
      </p:sp>
    </p:spTree>
    <p:extLst>
      <p:ext uri="{BB962C8B-B14F-4D97-AF65-F5344CB8AC3E}">
        <p14:creationId xmlns:p14="http://schemas.microsoft.com/office/powerpoint/2010/main" val="1344861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75BBE-BD97-8382-74FB-E6F52CED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455A-4DEF-1556-05B4-046230E5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03701" cy="1325563"/>
          </a:xfrm>
        </p:spPr>
        <p:txBody>
          <a:bodyPr/>
          <a:lstStyle/>
          <a:p>
            <a:r>
              <a:rPr lang="en-US" dirty="0"/>
              <a:t>nonideal pulse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25258-46C7-A38B-C88C-64193373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26C88-A75E-B631-5E93-095DF158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D803C-C9FB-5731-545B-EB8B3F6C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FD622F-7CB6-A424-881D-B2658D7C04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1" y="0"/>
            <a:ext cx="5321299" cy="626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422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4A677-BB55-9679-E871-FAE4CCCF0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Waveform Characteristics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F10E0-F6BC-4D6C-B2DE-786DBA75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8CAEE-1FA2-6734-D19A-69DF7395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05AFC-8A8B-83AE-7AF3-C556E3C9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6E8BCE-F37B-7932-7DD3-78B1F4BF9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series of pulses, sometimes called pulse trains</a:t>
            </a:r>
          </a:p>
          <a:p>
            <a:pPr lvl="1"/>
            <a:r>
              <a:rPr lang="en-US" dirty="0"/>
              <a:t>classified as either periodic or nonperiodic</a:t>
            </a:r>
          </a:p>
          <a:p>
            <a:r>
              <a:rPr lang="en-US" dirty="0"/>
              <a:t>a fixed interval, called a period (T)</a:t>
            </a:r>
          </a:p>
          <a:p>
            <a:r>
              <a:rPr lang="en-US" dirty="0"/>
              <a:t>frequency ( f ) is the rate at which it repeats itself and is measured in hertz (Hz).</a:t>
            </a:r>
          </a:p>
          <a:p>
            <a:r>
              <a:rPr lang="en-US" dirty="0"/>
              <a:t>The frequency ( f ) of a pulse (digital) waveform is the reciprocal of the period.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597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1FB7D-E21E-6531-2CE7-093E03279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E309F-D30E-846B-75E0-788F7D91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Waveform Characteristics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C2DCA-995F-A28F-3609-2F97B4FA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6144F-6F13-F9E5-EEDE-D599F8C1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B362A-3C66-1965-53B7-B9DDE8DF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37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C08C-0727-E2C2-0E4B-0870EC534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important characteristic of a periodic digital waveform is its duty cycle</a:t>
            </a:r>
          </a:p>
          <a:p>
            <a:pPr lvl="1"/>
            <a:r>
              <a:rPr lang="en-US" dirty="0"/>
              <a:t>ratio of the pulse width (</a:t>
            </a:r>
            <a:r>
              <a:rPr lang="en-US" dirty="0" err="1"/>
              <a:t>tW</a:t>
            </a:r>
            <a:r>
              <a:rPr lang="en-US" dirty="0"/>
              <a:t>) to the period (T 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4511EE-6E33-6DD0-BB81-37BBA619B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90815"/>
            <a:ext cx="4010585" cy="676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2834FF-5B8D-A2A3-6FF1-F0BDDE617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643150"/>
            <a:ext cx="3286584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6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725D-D9FC-53F6-96E3-988C3F291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A019-EDC8-3D32-E3E7-613AD1124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Waveform Characteristics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D954D-4C44-9D14-B9B3-6DAFE9C2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9DBDA-62E2-B068-B065-9B9FAD6F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2BE4E-FFDF-AA0F-349A-9BE68240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38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2C7A10-6C74-BCFB-5B77-E0EFFFAF9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913" y="2032000"/>
            <a:ext cx="8970690" cy="2794000"/>
          </a:xfrm>
        </p:spPr>
      </p:pic>
    </p:spTree>
    <p:extLst>
      <p:ext uri="{BB962C8B-B14F-4D97-AF65-F5344CB8AC3E}">
        <p14:creationId xmlns:p14="http://schemas.microsoft.com/office/powerpoint/2010/main" val="23265001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0300-1935-D946-824A-890502E8E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DB17-3C39-8E95-AC14-2F8397ED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Waveform Characteristics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EBDAA-9B26-52B7-0CC5-2FD3F7AFD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E1F87-1AD7-0E06-92A4-5CA04C27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30F83-1D90-89E1-9B03-7115CCED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39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02173D-92BD-4A12-CED1-CD656467C1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1202192"/>
            <a:ext cx="8021549" cy="5154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6206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CD8A6-C314-6759-3051-18545533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95B4-A332-8004-9E2D-07A710F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25503"/>
            <a:ext cx="2743200" cy="1325563"/>
          </a:xfrm>
        </p:spPr>
        <p:txBody>
          <a:bodyPr/>
          <a:lstStyle/>
          <a:p>
            <a:r>
              <a:rPr lang="en-US" dirty="0"/>
              <a:t>Numerical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1CEC2-F76A-CE8B-36F7-DB92E8A2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EF1E1-6E4A-4DC9-0B54-B854E1BB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B67CB-55CE-129C-EF79-8ED71D35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40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979B998-95CF-225E-3AEA-FB706156D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2600" y="225503"/>
            <a:ext cx="6807200" cy="5744212"/>
          </a:xfrm>
        </p:spPr>
      </p:pic>
    </p:spTree>
    <p:extLst>
      <p:ext uri="{BB962C8B-B14F-4D97-AF65-F5344CB8AC3E}">
        <p14:creationId xmlns:p14="http://schemas.microsoft.com/office/powerpoint/2010/main" val="3728531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0B49-2F90-9CF9-21D4-7CDE0446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F8DB6-A96C-8A41-E51F-5FAD670F4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information</a:t>
            </a:r>
          </a:p>
          <a:p>
            <a:pPr lvl="1"/>
            <a:r>
              <a:rPr lang="en-US" dirty="0"/>
              <a:t>handled by digital systems</a:t>
            </a:r>
          </a:p>
          <a:p>
            <a:pPr lvl="2"/>
            <a:r>
              <a:rPr lang="en-US" dirty="0"/>
              <a:t>appears as waveforms</a:t>
            </a:r>
          </a:p>
          <a:p>
            <a:pPr lvl="3"/>
            <a:r>
              <a:rPr lang="en-US" dirty="0"/>
              <a:t>that represent sequences of bits</a:t>
            </a:r>
          </a:p>
          <a:p>
            <a:pPr lvl="1"/>
            <a:r>
              <a:rPr lang="en-US" dirty="0"/>
              <a:t>When the waveform is HIGH, </a:t>
            </a:r>
          </a:p>
          <a:p>
            <a:pPr lvl="2"/>
            <a:r>
              <a:rPr lang="en-US" dirty="0"/>
              <a:t>a binary 1 is present</a:t>
            </a:r>
          </a:p>
          <a:p>
            <a:pPr lvl="1"/>
            <a:r>
              <a:rPr lang="en-US" dirty="0"/>
              <a:t>when the waveform is LOW,</a:t>
            </a:r>
          </a:p>
          <a:p>
            <a:pPr lvl="2"/>
            <a:r>
              <a:rPr lang="en-US" dirty="0"/>
              <a:t>a binary 0 is present</a:t>
            </a:r>
          </a:p>
          <a:p>
            <a:pPr lvl="1"/>
            <a:r>
              <a:rPr lang="en-US" dirty="0"/>
              <a:t>Each bit in a sequence occupies a defined time interval</a:t>
            </a:r>
          </a:p>
          <a:p>
            <a:pPr lvl="2"/>
            <a:r>
              <a:rPr lang="en-US" dirty="0"/>
              <a:t>Called a bit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D68AB-7631-32E0-0999-F20E85F1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34A18-84AF-6287-3D76-E81F4FFC7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1C02E-2CEB-86F7-31A4-08A8D4B3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376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418CD-CBCF-C27E-C999-FFAA80FD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CB9C-18B9-F53E-175F-14E6421B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3DBBD-E981-04D9-9A91-4F0B64A06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Clock</a:t>
            </a:r>
          </a:p>
          <a:p>
            <a:pPr lvl="1"/>
            <a:r>
              <a:rPr lang="en-US" dirty="0"/>
              <a:t>In digital systems</a:t>
            </a:r>
          </a:p>
          <a:p>
            <a:pPr lvl="2"/>
            <a:r>
              <a:rPr lang="en-US" dirty="0"/>
              <a:t>all waveforms are synchronized with a basic</a:t>
            </a:r>
          </a:p>
          <a:p>
            <a:pPr lvl="3"/>
            <a:r>
              <a:rPr lang="en-US" dirty="0"/>
              <a:t> timing waveform called</a:t>
            </a:r>
          </a:p>
          <a:p>
            <a:pPr lvl="4"/>
            <a:r>
              <a:rPr lang="en-US" dirty="0"/>
              <a:t> the clock.</a:t>
            </a:r>
          </a:p>
          <a:p>
            <a:pPr lvl="1"/>
            <a:r>
              <a:rPr lang="en-US" dirty="0"/>
              <a:t>The clock is a periodic waveform</a:t>
            </a:r>
          </a:p>
          <a:p>
            <a:pPr lvl="2"/>
            <a:r>
              <a:rPr lang="en-US" dirty="0"/>
              <a:t>in which each interval between pulses (the period)</a:t>
            </a:r>
          </a:p>
          <a:p>
            <a:pPr lvl="3"/>
            <a:r>
              <a:rPr lang="en-US" dirty="0"/>
              <a:t>equals the time for one bit.</a:t>
            </a:r>
          </a:p>
          <a:p>
            <a:pPr lvl="2"/>
            <a:r>
              <a:rPr lang="en-US" dirty="0"/>
              <a:t>Figure 1–11. Notice that, in this case, each change in level of waveform A occurs at the leading edge of the clock waveform.</a:t>
            </a:r>
          </a:p>
          <a:p>
            <a:pPr lvl="2"/>
            <a:r>
              <a:rPr lang="en-US" dirty="0"/>
              <a:t>During each bit time of the clock, waveform A is either HIGH or LOW.</a:t>
            </a:r>
          </a:p>
          <a:p>
            <a:pPr lvl="2"/>
            <a:r>
              <a:rPr lang="en-US" dirty="0"/>
              <a:t>These HIGHs and LOWs represent a sequence </a:t>
            </a:r>
            <a:r>
              <a:rPr lang="en-US" sz="1800" b="0" i="0" u="none" strike="noStrike" baseline="0" dirty="0">
                <a:latin typeface="Times-Roman"/>
              </a:rPr>
              <a:t>of bits as indicated.</a:t>
            </a:r>
          </a:p>
          <a:p>
            <a:pPr lvl="2"/>
            <a:r>
              <a:rPr lang="en-US" dirty="0"/>
              <a:t>The clock waveform itself does not carry information.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E3864-6064-742A-1DCC-6A3F16EC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6CFF6-4981-2664-20E7-0A02DBBF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03963-24D1-0F86-7A94-775717C9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740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4DE69-6DDD-986B-AAFA-6A706B8D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C47F-E6BC-58AD-67B3-EFE37FC4C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CB9FE-E6A5-B347-881D-97E6C8F02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Clock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141A9-7C36-AA1C-0FDF-FB5D5F1F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78C40-F76C-9B4D-AD0B-99098730A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4F1D8-1E27-9DCA-B19F-37919327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FF8D71-C93D-E671-3408-19DEA2A71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79" y="2244687"/>
            <a:ext cx="9862148" cy="393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438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DF15-25B1-249B-A832-D49173BE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4B64-9357-919D-DEFC-93C046C3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2C83D-4DB0-570F-D162-24994DBAA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Timing Diagrams</a:t>
            </a:r>
          </a:p>
          <a:p>
            <a:pPr lvl="1"/>
            <a:r>
              <a:rPr lang="en-US" dirty="0"/>
              <a:t>A timing diagram</a:t>
            </a:r>
          </a:p>
          <a:p>
            <a:pPr lvl="2"/>
            <a:r>
              <a:rPr lang="en-US" dirty="0"/>
              <a:t>is a graph of digital waveforms showing the actual time relationship of two or more waveforms and how each waveform changes in relation to the others.</a:t>
            </a:r>
          </a:p>
          <a:p>
            <a:pPr lvl="2"/>
            <a:r>
              <a:rPr lang="en-US" dirty="0"/>
              <a:t>can determine the states (HIGH or LOW) of all the waveforms at any specified point in time and the exact time that a waveform changes state relative to the other waveforms</a:t>
            </a:r>
          </a:p>
          <a:p>
            <a:pPr lvl="1"/>
            <a:r>
              <a:rPr lang="en-US" dirty="0"/>
              <a:t>Figure 1–12 is an example of a timing diagram made up of four waveforms.</a:t>
            </a:r>
          </a:p>
          <a:p>
            <a:pPr lvl="2"/>
            <a:r>
              <a:rPr lang="en-US" dirty="0"/>
              <a:t>the three waveforms A, B, and C are HIGH only during bit time 7 (shaded area) and they all change back LOW at the end of bit time 7.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AB5B5-E95F-B743-61D6-243BC5B5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FD349-61C0-5A51-7757-A731445B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69219-7228-0150-17C5-3560710FB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33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26399-003C-B0E9-04BB-3F72CCE0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1D370-D759-5568-A554-29F02A65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FA367-8ED3-5346-145D-D0CBFCE70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Timing Diagrams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797CE-B2F7-DBBC-8085-6755757B4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AC5D9-4CEC-185C-7AE6-F4928217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D7B32-FCDE-04A1-1809-454C638C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A64838-E997-092F-A4DB-FA2759ED0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78" y="2316479"/>
            <a:ext cx="9047722" cy="379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6401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9A84C-9167-BE87-0B45-AF9A03111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C3E6-5B43-C185-1685-17F674E2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40BBF-43EE-E1DF-F929-F0FCE9058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Transfer</a:t>
            </a:r>
          </a:p>
          <a:p>
            <a:pPr lvl="1"/>
            <a:r>
              <a:rPr lang="en-US" dirty="0"/>
              <a:t>Data</a:t>
            </a:r>
          </a:p>
          <a:p>
            <a:pPr lvl="2"/>
            <a:r>
              <a:rPr lang="en-US" dirty="0"/>
              <a:t> refers to groups of bits that convey some type of information.</a:t>
            </a:r>
          </a:p>
          <a:p>
            <a:pPr lvl="1"/>
            <a:r>
              <a:rPr lang="en-US" dirty="0"/>
              <a:t>Binary data</a:t>
            </a:r>
          </a:p>
          <a:p>
            <a:pPr lvl="2"/>
            <a:r>
              <a:rPr lang="en-US" dirty="0"/>
              <a:t>represented by digital waveforms</a:t>
            </a:r>
          </a:p>
          <a:p>
            <a:pPr lvl="2"/>
            <a:r>
              <a:rPr lang="en-US" dirty="0" err="1"/>
              <a:t>ransferred</a:t>
            </a:r>
            <a:r>
              <a:rPr lang="en-US" dirty="0"/>
              <a:t> from one device to another</a:t>
            </a:r>
          </a:p>
          <a:p>
            <a:pPr lvl="1"/>
            <a:r>
              <a:rPr lang="en-US" dirty="0"/>
              <a:t>As illustrated in Figure 1–13, </a:t>
            </a:r>
          </a:p>
          <a:p>
            <a:pPr lvl="2"/>
            <a:r>
              <a:rPr lang="en-US" dirty="0"/>
              <a:t>binary data are transferred in two ways: serial and parallel.</a:t>
            </a:r>
          </a:p>
          <a:p>
            <a:pPr lvl="1"/>
            <a:r>
              <a:rPr lang="en-US" dirty="0"/>
              <a:t>Serial</a:t>
            </a:r>
          </a:p>
          <a:p>
            <a:pPr lvl="2"/>
            <a:r>
              <a:rPr lang="en-US" dirty="0"/>
              <a:t>sent one bit at a time along a single line During the time interval from t0 to t1, the first bit is transferred.</a:t>
            </a:r>
          </a:p>
          <a:p>
            <a:pPr lvl="2"/>
            <a:r>
              <a:rPr lang="en-US" dirty="0"/>
              <a:t>During the time interval from t1 to t2, the second bit is transferred, and so on.</a:t>
            </a:r>
          </a:p>
          <a:p>
            <a:pPr lvl="2"/>
            <a:r>
              <a:rPr lang="en-US" dirty="0"/>
              <a:t>To transfer eight bits in series, it takes eight time-intervals.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1BDF5-4A3A-E99D-3B0C-86790770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73D24-22D8-4AE9-8BA5-DFDC47E4B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09F2B-C90B-6572-6D2E-3D51193F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901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C29CC-471C-5AC1-4A40-2222DFAF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055A-CFA5-D46A-D590-2FB20BA1B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A1C44-B50F-56A3-0757-698398C8F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 Transfer</a:t>
            </a:r>
          </a:p>
          <a:p>
            <a:pPr lvl="1"/>
            <a:r>
              <a:rPr lang="en-US" dirty="0"/>
              <a:t>parallel </a:t>
            </a:r>
          </a:p>
          <a:p>
            <a:pPr lvl="2"/>
            <a:r>
              <a:rPr lang="en-US" dirty="0"/>
              <a:t>When bits are transferred in parallel form, all the bits in a group are sent out on separate lines at the same time.</a:t>
            </a:r>
          </a:p>
          <a:p>
            <a:pPr lvl="2"/>
            <a:r>
              <a:rPr lang="en-US" dirty="0"/>
              <a:t>There is one line for each bit as shown in Figure 1–13(b)</a:t>
            </a:r>
          </a:p>
          <a:p>
            <a:pPr lvl="2"/>
            <a:r>
              <a:rPr lang="en-US" dirty="0"/>
              <a:t>To transfer eight bits in parallel, it takes one time interval compared to eight time intervals for the serial transfer.</a:t>
            </a:r>
          </a:p>
          <a:p>
            <a:pPr lvl="1"/>
            <a:r>
              <a:rPr lang="en-US" dirty="0"/>
              <a:t>an advantage </a:t>
            </a:r>
          </a:p>
          <a:p>
            <a:pPr lvl="2"/>
            <a:r>
              <a:rPr lang="en-US" dirty="0"/>
              <a:t>of serial transfer of binary data is that a minimum of only one line is required.</a:t>
            </a:r>
          </a:p>
          <a:p>
            <a:pPr lvl="2"/>
            <a:r>
              <a:rPr lang="en-US" dirty="0"/>
              <a:t>In parallel transfer, a number of lines equal to the number of bits to be transferred at one time is required.</a:t>
            </a:r>
          </a:p>
          <a:p>
            <a:pPr lvl="1"/>
            <a:r>
              <a:rPr lang="en-US" dirty="0"/>
              <a:t>A disadvantage</a:t>
            </a:r>
          </a:p>
          <a:p>
            <a:pPr lvl="2"/>
            <a:r>
              <a:rPr lang="en-US" dirty="0"/>
              <a:t>of serial transfer is that it takes longer to transfer a given number of bits than with parallel transfer at the same clock frequency</a:t>
            </a:r>
          </a:p>
          <a:p>
            <a:pPr lvl="2"/>
            <a:r>
              <a:rPr lang="en-US" dirty="0"/>
              <a:t>parallel transfer takes more lines than serial transfer.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F5073-0FC0-CE10-E950-80109629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2B814-F511-66C7-3336-1CFB716D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7F076-39E6-3B67-C89F-B672652F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383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09A9F-AB99-02AE-13A1-E3D01966A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B464-84E4-6F80-4BB2-C55926BD8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23CBD-FC95-8103-132D-C3EAB2BA5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Transfer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94B72-F3D4-FAD3-B138-BC230DD77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6AD19-9AC0-CE5D-6711-28EF1A8C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742CB-1A73-4F88-0DD8-350805D06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E75FF2-811B-FC39-A053-EAD76233F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36" y="2368308"/>
            <a:ext cx="8674107" cy="380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441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92695-4E5D-3E5D-D6AE-6C9FF03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D439-90EF-1E6D-5A80-7FA77492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9999-EEBB-92D3-8327-CA53B847A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3EC81-B13C-7E69-A3A1-3A1A4F7B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AC50D-5180-1D8B-201B-622E078E2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977B3-701F-D794-9FFB-8A667675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B279AB-2BB3-6DF3-E319-E7296B375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31" y="1690688"/>
            <a:ext cx="5166738" cy="4015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415FC3-B721-7EA2-C662-22D784515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618" y="2552700"/>
            <a:ext cx="5571382" cy="273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346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839D0-57E0-476A-F34C-063292FA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98340-D4C1-8C40-4DF6-B47642DD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74FF8-05A1-D995-D26C-177F6C34A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B48DA-0165-7154-AA6B-5CEABBA4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F5522-679D-BA31-F874-C66F54E0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CA2D1-61B6-2805-513E-93DD19ED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22D939-A727-7E74-30F9-A6D31FC24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" y="1940800"/>
            <a:ext cx="8608332" cy="362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999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56EE1-DDB1-2EEA-6295-A66C9169F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1–3 Basic Logic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3F8F3-85C1-CF64-E13D-4406AF491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logic is the realm of human reasoning</a:t>
            </a:r>
          </a:p>
          <a:p>
            <a:pPr lvl="1"/>
            <a:r>
              <a:rPr lang="en-US" dirty="0"/>
              <a:t>that tells you a certain proposition (declarative statement) </a:t>
            </a:r>
          </a:p>
          <a:p>
            <a:pPr lvl="2"/>
            <a:r>
              <a:rPr lang="en-US" dirty="0"/>
              <a:t>is true if certain conditions are true.</a:t>
            </a:r>
          </a:p>
          <a:p>
            <a:pPr lvl="1"/>
            <a:r>
              <a:rPr lang="en-US" dirty="0"/>
              <a:t>Propositions can be classified as true or false.</a:t>
            </a:r>
          </a:p>
          <a:p>
            <a:pPr lvl="2"/>
            <a:r>
              <a:rPr lang="en-US" dirty="0"/>
              <a:t>Yes or no</a:t>
            </a:r>
          </a:p>
          <a:p>
            <a:pPr lvl="1"/>
            <a:r>
              <a:rPr lang="en-US" dirty="0"/>
              <a:t>Several propositions, when combined</a:t>
            </a:r>
          </a:p>
          <a:p>
            <a:pPr lvl="2"/>
            <a:r>
              <a:rPr lang="en-US" dirty="0"/>
              <a:t>form propositional, or logic, functions.</a:t>
            </a:r>
          </a:p>
          <a:p>
            <a:pPr lvl="2"/>
            <a:r>
              <a:rPr lang="en-US" dirty="0"/>
              <a:t>For example, the propositional statement</a:t>
            </a:r>
          </a:p>
          <a:p>
            <a:pPr lvl="3"/>
            <a:r>
              <a:rPr lang="en-US" dirty="0"/>
              <a:t>“The light is on” will be true if “The bulb is not burned out” is true and if “The switch is on” is true.</a:t>
            </a:r>
          </a:p>
          <a:p>
            <a:pPr lvl="3"/>
            <a:r>
              <a:rPr lang="en-US" dirty="0"/>
              <a:t>Therefore, this logical statement can be made: The light is on only if the bulb is not burned out and the switch is on.</a:t>
            </a:r>
          </a:p>
          <a:p>
            <a:pPr lvl="3"/>
            <a:r>
              <a:rPr lang="en-US" dirty="0"/>
              <a:t>In this example the first statement is true only if the last two statements are true.</a:t>
            </a:r>
          </a:p>
          <a:p>
            <a:pPr lvl="4"/>
            <a:r>
              <a:rPr lang="en-US" dirty="0"/>
              <a:t>The first statement (“The light is on”) is then the basic proposition</a:t>
            </a:r>
          </a:p>
          <a:p>
            <a:pPr lvl="4"/>
            <a:r>
              <a:rPr lang="en-US" dirty="0"/>
              <a:t>the other two statements are the conditions on </a:t>
            </a:r>
            <a:r>
              <a:rPr lang="en-US"/>
              <a:t>which the proposition </a:t>
            </a:r>
            <a:r>
              <a:rPr lang="en-US" dirty="0"/>
              <a:t>depends.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C3EC5-429A-6EB5-8B12-33C239A9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5BC07-8811-AD3A-2949-4B3BA7A6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F8C11-E83C-19D7-8CB9-AC4FD4CA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56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3037B57E119342B456A716479FE809" ma:contentTypeVersion="18" ma:contentTypeDescription="Create a new document." ma:contentTypeScope="" ma:versionID="d10f98b772d76f751bc4369f29a97033">
  <xsd:schema xmlns:xsd="http://www.w3.org/2001/XMLSchema" xmlns:xs="http://www.w3.org/2001/XMLSchema" xmlns:p="http://schemas.microsoft.com/office/2006/metadata/properties" xmlns:ns3="a3b8d298-0ebd-4179-870c-54065b47f3d5" xmlns:ns4="e24b7cdf-a6db-414f-b11c-aba015113162" targetNamespace="http://schemas.microsoft.com/office/2006/metadata/properties" ma:root="true" ma:fieldsID="f8e3f0d817be3d7d850997227e78ea3b" ns3:_="" ns4:_="">
    <xsd:import namespace="a3b8d298-0ebd-4179-870c-54065b47f3d5"/>
    <xsd:import namespace="e24b7cdf-a6db-414f-b11c-aba0151131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b8d298-0ebd-4179-870c-54065b47f3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b7cdf-a6db-414f-b11c-aba01511316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b8d298-0ebd-4179-870c-54065b47f3d5" xsi:nil="true"/>
  </documentManagement>
</p:properties>
</file>

<file path=customXml/itemProps1.xml><?xml version="1.0" encoding="utf-8"?>
<ds:datastoreItem xmlns:ds="http://schemas.openxmlformats.org/officeDocument/2006/customXml" ds:itemID="{823C8EB7-E9CE-4B56-B5F1-9DB4457807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b8d298-0ebd-4179-870c-54065b47f3d5"/>
    <ds:schemaRef ds:uri="e24b7cdf-a6db-414f-b11c-aba0151131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339C78-5F70-482D-8541-9B1BD6989B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03F152-8446-40D1-AFE9-64E8BD5C3231}">
  <ds:schemaRefs>
    <ds:schemaRef ds:uri="http://www.w3.org/XML/1998/namespace"/>
    <ds:schemaRef ds:uri="http://purl.org/dc/terms/"/>
    <ds:schemaRef ds:uri="http://purl.org/dc/elements/1.1/"/>
    <ds:schemaRef ds:uri="a3b8d298-0ebd-4179-870c-54065b47f3d5"/>
    <ds:schemaRef ds:uri="http://schemas.microsoft.com/office/2006/documentManagement/types"/>
    <ds:schemaRef ds:uri="e24b7cdf-a6db-414f-b11c-aba015113162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3625</Words>
  <Application>Microsoft Office PowerPoint</Application>
  <PresentationFormat>Widescreen</PresentationFormat>
  <Paragraphs>422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Aptos</vt:lpstr>
      <vt:lpstr>Arial</vt:lpstr>
      <vt:lpstr>Calibri</vt:lpstr>
      <vt:lpstr>Calibri Light</vt:lpstr>
      <vt:lpstr>Courier New</vt:lpstr>
      <vt:lpstr>HelveticaNeue-Roman</vt:lpstr>
      <vt:lpstr>Times New Roman</vt:lpstr>
      <vt:lpstr>Times-Bold</vt:lpstr>
      <vt:lpstr>Times-Roman</vt:lpstr>
      <vt:lpstr>Wingdings</vt:lpstr>
      <vt:lpstr>Office Theme</vt:lpstr>
      <vt:lpstr>Digital Logic Design Introductory Concepts Fall-2025</vt:lpstr>
      <vt:lpstr>OUTLINE</vt:lpstr>
      <vt:lpstr>Key Terms</vt:lpstr>
      <vt:lpstr>Objectives</vt:lpstr>
      <vt:lpstr>Introduction of the Course</vt:lpstr>
      <vt:lpstr>Before Diving into the DLD exploring Electron and Electronics</vt:lpstr>
      <vt:lpstr>Before Diving into the DLD exploring Electronics</vt:lpstr>
      <vt:lpstr>Before Diving into the DLD exploring Electronics</vt:lpstr>
      <vt:lpstr>Analog Vs Digital</vt:lpstr>
      <vt:lpstr>Analog Quantities Electronic circuits can be divided into two broad categories, digital and analog.</vt:lpstr>
      <vt:lpstr>Analog Quantities</vt:lpstr>
      <vt:lpstr>Digital Quantities</vt:lpstr>
      <vt:lpstr>Digital Quantities</vt:lpstr>
      <vt:lpstr>Digital Quantities</vt:lpstr>
      <vt:lpstr>Digital Quantities</vt:lpstr>
      <vt:lpstr>Digital Quantities</vt:lpstr>
      <vt:lpstr>Digital Quantities</vt:lpstr>
      <vt:lpstr>An Analog System</vt:lpstr>
      <vt:lpstr>A System Using Digital and Analog Methods</vt:lpstr>
      <vt:lpstr>Mechatronics</vt:lpstr>
      <vt:lpstr>Mechatronics</vt:lpstr>
      <vt:lpstr>Mechatronics</vt:lpstr>
      <vt:lpstr>Assignment #1</vt:lpstr>
      <vt:lpstr>1–2 Binary Digits, Logic Levels, and Digital Waveforms</vt:lpstr>
      <vt:lpstr>Digital electronics</vt:lpstr>
      <vt:lpstr>Digital electronics</vt:lpstr>
      <vt:lpstr>Binary Digits</vt:lpstr>
      <vt:lpstr>Logic Levels</vt:lpstr>
      <vt:lpstr>Logic Levels</vt:lpstr>
      <vt:lpstr>Digital Waveforms</vt:lpstr>
      <vt:lpstr>Digital Waveforms</vt:lpstr>
      <vt:lpstr>The Pulse</vt:lpstr>
      <vt:lpstr>nonideal pulse</vt:lpstr>
      <vt:lpstr>nonideal pulse</vt:lpstr>
      <vt:lpstr>nonideal pulse</vt:lpstr>
      <vt:lpstr>Waveform Characteristics</vt:lpstr>
      <vt:lpstr>Waveform Characteristics</vt:lpstr>
      <vt:lpstr>Waveform Characteristics</vt:lpstr>
      <vt:lpstr>Waveform Characteristics</vt:lpstr>
      <vt:lpstr>Numerical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1–3 Basic Logic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 Laptop</dc:creator>
  <cp:lastModifiedBy>033-18-0009</cp:lastModifiedBy>
  <cp:revision>3</cp:revision>
  <dcterms:created xsi:type="dcterms:W3CDTF">2025-08-15T07:56:11Z</dcterms:created>
  <dcterms:modified xsi:type="dcterms:W3CDTF">2025-08-17T15:24:49Z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0x010100913037B57E119342B456A716479FE809</vt:lpwstr>
  </property>
</Properties>
</file>