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notesMasterIdLst>
    <p:notesMasterId r:id="rId56"/>
  </p:notesMasterIdLst>
  <p:handoutMasterIdLst>
    <p:handoutMasterId r:id="rId57"/>
  </p:handoutMasterIdLst>
  <p:sldIdLst>
    <p:sldId id="256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57" r:id="rId14"/>
    <p:sldId id="264" r:id="rId15"/>
    <p:sldId id="259" r:id="rId16"/>
    <p:sldId id="270" r:id="rId17"/>
    <p:sldId id="271" r:id="rId18"/>
    <p:sldId id="272" r:id="rId19"/>
    <p:sldId id="273" r:id="rId20"/>
    <p:sldId id="265" r:id="rId21"/>
    <p:sldId id="258" r:id="rId22"/>
    <p:sldId id="274" r:id="rId23"/>
    <p:sldId id="275" r:id="rId24"/>
    <p:sldId id="276" r:id="rId25"/>
    <p:sldId id="278" r:id="rId26"/>
    <p:sldId id="277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4" r:id="rId41"/>
    <p:sldId id="293" r:id="rId42"/>
    <p:sldId id="292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E8CE5A8-B3C0-439F-AAEC-1B0EDFA6948C}">
          <p14:sldIdLst>
            <p14:sldId id="256"/>
            <p14:sldId id="260"/>
            <p14:sldId id="261"/>
            <p14:sldId id="262"/>
            <p14:sldId id="263"/>
            <p14:sldId id="266"/>
            <p14:sldId id="267"/>
            <p14:sldId id="268"/>
          </p14:sldIdLst>
        </p14:section>
        <p14:section name="Analog Vs Digital" id="{6AF0C5BC-FF53-4725-B021-3F8FE7927281}">
          <p14:sldIdLst>
            <p14:sldId id="269"/>
            <p14:sldId id="257"/>
            <p14:sldId id="264"/>
            <p14:sldId id="259"/>
            <p14:sldId id="270"/>
            <p14:sldId id="271"/>
            <p14:sldId id="272"/>
            <p14:sldId id="273"/>
            <p14:sldId id="265"/>
            <p14:sldId id="258"/>
            <p14:sldId id="274"/>
            <p14:sldId id="275"/>
            <p14:sldId id="276"/>
            <p14:sldId id="278"/>
            <p14:sldId id="277"/>
          </p14:sldIdLst>
        </p14:section>
        <p14:section name="1–2 Binary Digits, Logic Levels, and Digital Waveforms" id="{3EAF59B8-C8F5-4F0F-8C61-80C5A8896E1D}">
          <p14:sldIdLst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4"/>
            <p14:sldId id="293"/>
            <p14:sldId id="292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</p14:sldIdLst>
        </p14:section>
        <p14:section name="1–3 Basic Logic Functions" id="{73A6CF37-8444-4709-AEBD-3F0C4BBE8284}">
          <p14:sldIdLst>
            <p14:sldId id="30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D8C21C-AF7C-41FD-92D6-25F0585A4465}" v="28" dt="2025-08-16T08:13:57.7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2" autoAdjust="0"/>
    <p:restoredTop sz="94660"/>
  </p:normalViewPr>
  <p:slideViewPr>
    <p:cSldViewPr snapToGrid="0">
      <p:cViewPr varScale="1">
        <p:scale>
          <a:sx n="74" d="100"/>
          <a:sy n="74" d="100"/>
        </p:scale>
        <p:origin x="5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033-18-0009" userId="125440cf-afe6-44c1-9378-a4c3e80d8228" providerId="ADAL" clId="{4FD8C21C-AF7C-41FD-92D6-25F0585A4465}"/>
    <pc:docChg chg="undo redo custSel addSld delSld modSld sldOrd modMainMaster addSection delSection modSection">
      <pc:chgData name="033-18-0009" userId="125440cf-afe6-44c1-9378-a4c3e80d8228" providerId="ADAL" clId="{4FD8C21C-AF7C-41FD-92D6-25F0585A4465}" dt="2025-08-17T15:24:40.446" v="978" actId="20577"/>
      <pc:docMkLst>
        <pc:docMk/>
      </pc:docMkLst>
      <pc:sldChg chg="modSp mod">
        <pc:chgData name="033-18-0009" userId="125440cf-afe6-44c1-9378-a4c3e80d8228" providerId="ADAL" clId="{4FD8C21C-AF7C-41FD-92D6-25F0585A4465}" dt="2025-08-17T15:04:35.479" v="891" actId="6549"/>
        <pc:sldMkLst>
          <pc:docMk/>
          <pc:sldMk cId="3072013332" sldId="256"/>
        </pc:sldMkLst>
        <pc:spChg chg="mod">
          <ac:chgData name="033-18-0009" userId="125440cf-afe6-44c1-9378-a4c3e80d8228" providerId="ADAL" clId="{4FD8C21C-AF7C-41FD-92D6-25F0585A4465}" dt="2025-08-17T15:04:35.479" v="891" actId="6549"/>
          <ac:spMkLst>
            <pc:docMk/>
            <pc:sldMk cId="3072013332" sldId="256"/>
            <ac:spMk id="3" creationId="{00000000-0000-0000-0000-000000000000}"/>
          </ac:spMkLst>
        </pc:spChg>
      </pc:sldChg>
      <pc:sldChg chg="modSp mod">
        <pc:chgData name="033-18-0009" userId="125440cf-afe6-44c1-9378-a4c3e80d8228" providerId="ADAL" clId="{4FD8C21C-AF7C-41FD-92D6-25F0585A4465}" dt="2025-08-16T07:41:22.310" v="58" actId="27636"/>
        <pc:sldMkLst>
          <pc:docMk/>
          <pc:sldMk cId="4145892683" sldId="266"/>
        </pc:sldMkLst>
        <pc:spChg chg="mod">
          <ac:chgData name="033-18-0009" userId="125440cf-afe6-44c1-9378-a4c3e80d8228" providerId="ADAL" clId="{4FD8C21C-AF7C-41FD-92D6-25F0585A4465}" dt="2025-08-16T07:41:22.310" v="58" actId="27636"/>
          <ac:spMkLst>
            <pc:docMk/>
            <pc:sldMk cId="4145892683" sldId="266"/>
            <ac:spMk id="3" creationId="{08B59D06-DA6B-2AD7-00D9-22ACC8A32825}"/>
          </ac:spMkLst>
        </pc:spChg>
      </pc:sldChg>
      <pc:sldChg chg="modSp mod">
        <pc:chgData name="033-18-0009" userId="125440cf-afe6-44c1-9378-a4c3e80d8228" providerId="ADAL" clId="{4FD8C21C-AF7C-41FD-92D6-25F0585A4465}" dt="2025-08-16T07:36:52.897" v="26"/>
        <pc:sldMkLst>
          <pc:docMk/>
          <pc:sldMk cId="3399276617" sldId="285"/>
        </pc:sldMkLst>
        <pc:spChg chg="mod">
          <ac:chgData name="033-18-0009" userId="125440cf-afe6-44c1-9378-a4c3e80d8228" providerId="ADAL" clId="{4FD8C21C-AF7C-41FD-92D6-25F0585A4465}" dt="2025-08-16T07:36:52.897" v="26"/>
          <ac:spMkLst>
            <pc:docMk/>
            <pc:sldMk cId="3399276617" sldId="285"/>
            <ac:spMk id="3" creationId="{1362242B-791A-738D-AD75-66B2A7730F69}"/>
          </ac:spMkLst>
        </pc:spChg>
      </pc:sldChg>
      <pc:sldChg chg="addSp delSp modSp add mod">
        <pc:chgData name="033-18-0009" userId="125440cf-afe6-44c1-9378-a4c3e80d8228" providerId="ADAL" clId="{4FD8C21C-AF7C-41FD-92D6-25F0585A4465}" dt="2025-08-16T07:37:45.933" v="43" actId="1076"/>
        <pc:sldMkLst>
          <pc:docMk/>
          <pc:sldMk cId="2516452718" sldId="286"/>
        </pc:sldMkLst>
        <pc:spChg chg="del mod">
          <ac:chgData name="033-18-0009" userId="125440cf-afe6-44c1-9378-a4c3e80d8228" providerId="ADAL" clId="{4FD8C21C-AF7C-41FD-92D6-25F0585A4465}" dt="2025-08-16T07:37:28.560" v="36" actId="22"/>
          <ac:spMkLst>
            <pc:docMk/>
            <pc:sldMk cId="2516452718" sldId="286"/>
            <ac:spMk id="3" creationId="{701D36F1-9FB4-55E4-CBDB-ED116B9361D7}"/>
          </ac:spMkLst>
        </pc:spChg>
        <pc:picChg chg="add mod ord">
          <ac:chgData name="033-18-0009" userId="125440cf-afe6-44c1-9378-a4c3e80d8228" providerId="ADAL" clId="{4FD8C21C-AF7C-41FD-92D6-25F0585A4465}" dt="2025-08-16T07:37:45.933" v="43" actId="1076"/>
          <ac:picMkLst>
            <pc:docMk/>
            <pc:sldMk cId="2516452718" sldId="286"/>
            <ac:picMk id="8" creationId="{EBCE694C-D14E-7284-0E1C-140B42AF95CF}"/>
          </ac:picMkLst>
        </pc:picChg>
      </pc:sldChg>
      <pc:sldChg chg="modSp new mod">
        <pc:chgData name="033-18-0009" userId="125440cf-afe6-44c1-9378-a4c3e80d8228" providerId="ADAL" clId="{4FD8C21C-AF7C-41FD-92D6-25F0585A4465}" dt="2025-08-16T07:45:41.943" v="96"/>
        <pc:sldMkLst>
          <pc:docMk/>
          <pc:sldMk cId="4169950310" sldId="287"/>
        </pc:sldMkLst>
        <pc:spChg chg="mod">
          <ac:chgData name="033-18-0009" userId="125440cf-afe6-44c1-9378-a4c3e80d8228" providerId="ADAL" clId="{4FD8C21C-AF7C-41FD-92D6-25F0585A4465}" dt="2025-08-16T07:38:40.345" v="49"/>
          <ac:spMkLst>
            <pc:docMk/>
            <pc:sldMk cId="4169950310" sldId="287"/>
            <ac:spMk id="2" creationId="{1F57F14A-63E8-683B-5A8A-B727E9FDBD5E}"/>
          </ac:spMkLst>
        </pc:spChg>
        <pc:spChg chg="mod">
          <ac:chgData name="033-18-0009" userId="125440cf-afe6-44c1-9378-a4c3e80d8228" providerId="ADAL" clId="{4FD8C21C-AF7C-41FD-92D6-25F0585A4465}" dt="2025-08-16T07:45:41.943" v="96"/>
          <ac:spMkLst>
            <pc:docMk/>
            <pc:sldMk cId="4169950310" sldId="287"/>
            <ac:spMk id="3" creationId="{BD905E47-F872-B4DE-F3C3-6F8B85C611C8}"/>
          </ac:spMkLst>
        </pc:spChg>
      </pc:sldChg>
      <pc:sldChg chg="addSp delSp modSp new mod">
        <pc:chgData name="033-18-0009" userId="125440cf-afe6-44c1-9378-a4c3e80d8228" providerId="ADAL" clId="{4FD8C21C-AF7C-41FD-92D6-25F0585A4465}" dt="2025-08-16T07:48:15.021" v="108" actId="1076"/>
        <pc:sldMkLst>
          <pc:docMk/>
          <pc:sldMk cId="3959948823" sldId="288"/>
        </pc:sldMkLst>
        <pc:spChg chg="mod">
          <ac:chgData name="033-18-0009" userId="125440cf-afe6-44c1-9378-a4c3e80d8228" providerId="ADAL" clId="{4FD8C21C-AF7C-41FD-92D6-25F0585A4465}" dt="2025-08-16T07:47:29.757" v="102"/>
          <ac:spMkLst>
            <pc:docMk/>
            <pc:sldMk cId="3959948823" sldId="288"/>
            <ac:spMk id="2" creationId="{D3DDCBD3-513A-5C91-627D-61521D2A33F9}"/>
          </ac:spMkLst>
        </pc:spChg>
        <pc:spChg chg="del">
          <ac:chgData name="033-18-0009" userId="125440cf-afe6-44c1-9378-a4c3e80d8228" providerId="ADAL" clId="{4FD8C21C-AF7C-41FD-92D6-25F0585A4465}" dt="2025-08-16T07:47:51.864" v="103" actId="22"/>
          <ac:spMkLst>
            <pc:docMk/>
            <pc:sldMk cId="3959948823" sldId="288"/>
            <ac:spMk id="3" creationId="{018E2B60-03F2-D440-7C73-701DA108C7C9}"/>
          </ac:spMkLst>
        </pc:spChg>
        <pc:picChg chg="add mod ord">
          <ac:chgData name="033-18-0009" userId="125440cf-afe6-44c1-9378-a4c3e80d8228" providerId="ADAL" clId="{4FD8C21C-AF7C-41FD-92D6-25F0585A4465}" dt="2025-08-16T07:48:15.021" v="108" actId="1076"/>
          <ac:picMkLst>
            <pc:docMk/>
            <pc:sldMk cId="3959948823" sldId="288"/>
            <ac:picMk id="8" creationId="{2D69FAA3-70BE-E31A-474E-846165FDAFF7}"/>
          </ac:picMkLst>
        </pc:picChg>
      </pc:sldChg>
      <pc:sldChg chg="addSp delSp modSp add mod">
        <pc:chgData name="033-18-0009" userId="125440cf-afe6-44c1-9378-a4c3e80d8228" providerId="ADAL" clId="{4FD8C21C-AF7C-41FD-92D6-25F0585A4465}" dt="2025-08-16T07:51:40.549" v="156" actId="5793"/>
        <pc:sldMkLst>
          <pc:docMk/>
          <pc:sldMk cId="1344861450" sldId="289"/>
        </pc:sldMkLst>
        <pc:spChg chg="add mod">
          <ac:chgData name="033-18-0009" userId="125440cf-afe6-44c1-9378-a4c3e80d8228" providerId="ADAL" clId="{4FD8C21C-AF7C-41FD-92D6-25F0585A4465}" dt="2025-08-16T07:51:40.549" v="156" actId="5793"/>
          <ac:spMkLst>
            <pc:docMk/>
            <pc:sldMk cId="1344861450" sldId="289"/>
            <ac:spMk id="7" creationId="{04F7042F-5773-7916-5732-A8827B533058}"/>
          </ac:spMkLst>
        </pc:spChg>
        <pc:picChg chg="del">
          <ac:chgData name="033-18-0009" userId="125440cf-afe6-44c1-9378-a4c3e80d8228" providerId="ADAL" clId="{4FD8C21C-AF7C-41FD-92D6-25F0585A4465}" dt="2025-08-16T07:49:28.142" v="110" actId="478"/>
          <ac:picMkLst>
            <pc:docMk/>
            <pc:sldMk cId="1344861450" sldId="289"/>
            <ac:picMk id="8" creationId="{A0B40DBE-6816-586A-D364-D18ADE47F13F}"/>
          </ac:picMkLst>
        </pc:picChg>
      </pc:sldChg>
      <pc:sldChg chg="addSp delSp modSp add mod">
        <pc:chgData name="033-18-0009" userId="125440cf-afe6-44c1-9378-a4c3e80d8228" providerId="ADAL" clId="{4FD8C21C-AF7C-41FD-92D6-25F0585A4465}" dt="2025-08-16T07:58:42.112" v="173" actId="14100"/>
        <pc:sldMkLst>
          <pc:docMk/>
          <pc:sldMk cId="4156422802" sldId="290"/>
        </pc:sldMkLst>
        <pc:spChg chg="mod">
          <ac:chgData name="033-18-0009" userId="125440cf-afe6-44c1-9378-a4c3e80d8228" providerId="ADAL" clId="{4FD8C21C-AF7C-41FD-92D6-25F0585A4465}" dt="2025-08-16T07:58:42.112" v="173" actId="14100"/>
          <ac:spMkLst>
            <pc:docMk/>
            <pc:sldMk cId="4156422802" sldId="290"/>
            <ac:spMk id="2" creationId="{F50F455A-4DEF-1556-05B4-046230E598FF}"/>
          </ac:spMkLst>
        </pc:spChg>
        <pc:spChg chg="del mod">
          <ac:chgData name="033-18-0009" userId="125440cf-afe6-44c1-9378-a4c3e80d8228" providerId="ADAL" clId="{4FD8C21C-AF7C-41FD-92D6-25F0585A4465}" dt="2025-08-16T07:57:41.997" v="159"/>
          <ac:spMkLst>
            <pc:docMk/>
            <pc:sldMk cId="4156422802" sldId="290"/>
            <ac:spMk id="7" creationId="{A4111CBE-7000-976D-6E17-9D510E561363}"/>
          </ac:spMkLst>
        </pc:spChg>
        <pc:picChg chg="add mod">
          <ac:chgData name="033-18-0009" userId="125440cf-afe6-44c1-9378-a4c3e80d8228" providerId="ADAL" clId="{4FD8C21C-AF7C-41FD-92D6-25F0585A4465}" dt="2025-08-16T07:58:27.814" v="171" actId="14100"/>
          <ac:picMkLst>
            <pc:docMk/>
            <pc:sldMk cId="4156422802" sldId="290"/>
            <ac:picMk id="1026" creationId="{26FD622F-7CB6-A424-881D-B2658D7C0408}"/>
          </ac:picMkLst>
        </pc:picChg>
      </pc:sldChg>
      <pc:sldChg chg="add del">
        <pc:chgData name="033-18-0009" userId="125440cf-afe6-44c1-9378-a4c3e80d8228" providerId="ADAL" clId="{4FD8C21C-AF7C-41FD-92D6-25F0585A4465}" dt="2025-08-16T07:59:21.374" v="175" actId="2890"/>
        <pc:sldMkLst>
          <pc:docMk/>
          <pc:sldMk cId="3077133765" sldId="291"/>
        </pc:sldMkLst>
      </pc:sldChg>
      <pc:sldChg chg="addSp delSp modSp new mod">
        <pc:chgData name="033-18-0009" userId="125440cf-afe6-44c1-9378-a4c3e80d8228" providerId="ADAL" clId="{4FD8C21C-AF7C-41FD-92D6-25F0585A4465}" dt="2025-08-16T08:10:44.542" v="282" actId="478"/>
        <pc:sldMkLst>
          <pc:docMk/>
          <pc:sldMk cId="3951597412" sldId="291"/>
        </pc:sldMkLst>
        <pc:spChg chg="mod">
          <ac:chgData name="033-18-0009" userId="125440cf-afe6-44c1-9378-a4c3e80d8228" providerId="ADAL" clId="{4FD8C21C-AF7C-41FD-92D6-25F0585A4465}" dt="2025-08-16T07:59:36.562" v="183"/>
          <ac:spMkLst>
            <pc:docMk/>
            <pc:sldMk cId="3951597412" sldId="291"/>
            <ac:spMk id="2" creationId="{B234A677-BB55-9679-E871-FAE4CCCF00AD}"/>
          </ac:spMkLst>
        </pc:spChg>
        <pc:spChg chg="del">
          <ac:chgData name="033-18-0009" userId="125440cf-afe6-44c1-9378-a4c3e80d8228" providerId="ADAL" clId="{4FD8C21C-AF7C-41FD-92D6-25F0585A4465}" dt="2025-08-16T08:04:24.067" v="184"/>
          <ac:spMkLst>
            <pc:docMk/>
            <pc:sldMk cId="3951597412" sldId="291"/>
            <ac:spMk id="3" creationId="{AAB5B80D-2EE1-A54C-5386-A044D176550F}"/>
          </ac:spMkLst>
        </pc:spChg>
        <pc:spChg chg="add mod">
          <ac:chgData name="033-18-0009" userId="125440cf-afe6-44c1-9378-a4c3e80d8228" providerId="ADAL" clId="{4FD8C21C-AF7C-41FD-92D6-25F0585A4465}" dt="2025-08-16T08:10:26.325" v="278" actId="20577"/>
          <ac:spMkLst>
            <pc:docMk/>
            <pc:sldMk cId="3951597412" sldId="291"/>
            <ac:spMk id="7" creationId="{A06E8BCE-F37B-7932-7DD3-78B1F4BF95A5}"/>
          </ac:spMkLst>
        </pc:spChg>
        <pc:picChg chg="add del mod">
          <ac:chgData name="033-18-0009" userId="125440cf-afe6-44c1-9378-a4c3e80d8228" providerId="ADAL" clId="{4FD8C21C-AF7C-41FD-92D6-25F0585A4465}" dt="2025-08-16T08:10:44.542" v="282" actId="478"/>
          <ac:picMkLst>
            <pc:docMk/>
            <pc:sldMk cId="3951597412" sldId="291"/>
            <ac:picMk id="9" creationId="{B387D756-D7F1-EFD0-7E24-F4EA7FF2CC61}"/>
          </ac:picMkLst>
        </pc:picChg>
        <pc:picChg chg="add del mod">
          <ac:chgData name="033-18-0009" userId="125440cf-afe6-44c1-9378-a4c3e80d8228" providerId="ADAL" clId="{4FD8C21C-AF7C-41FD-92D6-25F0585A4465}" dt="2025-08-16T08:05:06.506" v="188" actId="478"/>
          <ac:picMkLst>
            <pc:docMk/>
            <pc:sldMk cId="3951597412" sldId="291"/>
            <ac:picMk id="2050" creationId="{0F119004-E8F7-C7A3-2ACB-309E499EBFEF}"/>
          </ac:picMkLst>
        </pc:picChg>
      </pc:sldChg>
      <pc:sldChg chg="add">
        <pc:chgData name="033-18-0009" userId="125440cf-afe6-44c1-9378-a4c3e80d8228" providerId="ADAL" clId="{4FD8C21C-AF7C-41FD-92D6-25F0585A4465}" dt="2025-08-16T08:05:02.943" v="187" actId="2890"/>
        <pc:sldMkLst>
          <pc:docMk/>
          <pc:sldMk cId="3750620665" sldId="292"/>
        </pc:sldMkLst>
      </pc:sldChg>
      <pc:sldChg chg="addSp delSp modSp add mod">
        <pc:chgData name="033-18-0009" userId="125440cf-afe6-44c1-9378-a4c3e80d8228" providerId="ADAL" clId="{4FD8C21C-AF7C-41FD-92D6-25F0585A4465}" dt="2025-08-16T08:08:16.163" v="271" actId="1076"/>
        <pc:sldMkLst>
          <pc:docMk/>
          <pc:sldMk cId="2326500105" sldId="293"/>
        </pc:sldMkLst>
        <pc:spChg chg="del mod">
          <ac:chgData name="033-18-0009" userId="125440cf-afe6-44c1-9378-a4c3e80d8228" providerId="ADAL" clId="{4FD8C21C-AF7C-41FD-92D6-25F0585A4465}" dt="2025-08-16T08:08:06.459" v="268" actId="22"/>
          <ac:spMkLst>
            <pc:docMk/>
            <pc:sldMk cId="2326500105" sldId="293"/>
            <ac:spMk id="7" creationId="{58AD6B05-DF83-83A2-BAF7-6210F24080EF}"/>
          </ac:spMkLst>
        </pc:spChg>
        <pc:picChg chg="add mod ord">
          <ac:chgData name="033-18-0009" userId="125440cf-afe6-44c1-9378-a4c3e80d8228" providerId="ADAL" clId="{4FD8C21C-AF7C-41FD-92D6-25F0585A4465}" dt="2025-08-16T08:08:16.163" v="271" actId="1076"/>
          <ac:picMkLst>
            <pc:docMk/>
            <pc:sldMk cId="2326500105" sldId="293"/>
            <ac:picMk id="8" creationId="{6E2C7A10-6C74-BCFB-5B77-E0EFFFAF9C9A}"/>
          </ac:picMkLst>
        </pc:picChg>
      </pc:sldChg>
      <pc:sldChg chg="addSp delSp modSp add mod">
        <pc:chgData name="033-18-0009" userId="125440cf-afe6-44c1-9378-a4c3e80d8228" providerId="ADAL" clId="{4FD8C21C-AF7C-41FD-92D6-25F0585A4465}" dt="2025-08-16T08:13:11.201" v="311" actId="1076"/>
        <pc:sldMkLst>
          <pc:docMk/>
          <pc:sldMk cId="406126619" sldId="294"/>
        </pc:sldMkLst>
        <pc:spChg chg="add del mod">
          <ac:chgData name="033-18-0009" userId="125440cf-afe6-44c1-9378-a4c3e80d8228" providerId="ADAL" clId="{4FD8C21C-AF7C-41FD-92D6-25F0585A4465}" dt="2025-08-16T08:11:59.067" v="304" actId="20577"/>
          <ac:spMkLst>
            <pc:docMk/>
            <pc:sldMk cId="406126619" sldId="294"/>
            <ac:spMk id="7" creationId="{5778C08C-0727-E2C2-0E4B-0870EC534158}"/>
          </ac:spMkLst>
        </pc:spChg>
        <pc:picChg chg="add del mod ord">
          <ac:chgData name="033-18-0009" userId="125440cf-afe6-44c1-9378-a4c3e80d8228" providerId="ADAL" clId="{4FD8C21C-AF7C-41FD-92D6-25F0585A4465}" dt="2025-08-16T08:11:23.744" v="290" actId="22"/>
          <ac:picMkLst>
            <pc:docMk/>
            <pc:sldMk cId="406126619" sldId="294"/>
            <ac:picMk id="8" creationId="{67631DAA-7532-788C-7570-1AC59708EECA}"/>
          </ac:picMkLst>
        </pc:picChg>
        <pc:picChg chg="add mod">
          <ac:chgData name="033-18-0009" userId="125440cf-afe6-44c1-9378-a4c3e80d8228" providerId="ADAL" clId="{4FD8C21C-AF7C-41FD-92D6-25F0585A4465}" dt="2025-08-16T08:13:11.201" v="311" actId="1076"/>
          <ac:picMkLst>
            <pc:docMk/>
            <pc:sldMk cId="406126619" sldId="294"/>
            <ac:picMk id="10" creationId="{F74511EE-6E33-6DD0-BB81-37BBA619BB46}"/>
          </ac:picMkLst>
        </pc:picChg>
        <pc:picChg chg="add mod">
          <ac:chgData name="033-18-0009" userId="125440cf-afe6-44c1-9378-a4c3e80d8228" providerId="ADAL" clId="{4FD8C21C-AF7C-41FD-92D6-25F0585A4465}" dt="2025-08-16T08:13:03.357" v="310" actId="1076"/>
          <ac:picMkLst>
            <pc:docMk/>
            <pc:sldMk cId="406126619" sldId="294"/>
            <ac:picMk id="12" creationId="{182834FF-5B8D-A2A3-6FF1-F0BDDE617AF9}"/>
          </ac:picMkLst>
        </pc:picChg>
      </pc:sldChg>
      <pc:sldChg chg="addSp delSp modSp add mod">
        <pc:chgData name="033-18-0009" userId="125440cf-afe6-44c1-9378-a4c3e80d8228" providerId="ADAL" clId="{4FD8C21C-AF7C-41FD-92D6-25F0585A4465}" dt="2025-08-16T08:14:53.983" v="332" actId="14100"/>
        <pc:sldMkLst>
          <pc:docMk/>
          <pc:sldMk cId="3728531302" sldId="295"/>
        </pc:sldMkLst>
        <pc:spChg chg="mod">
          <ac:chgData name="033-18-0009" userId="125440cf-afe6-44c1-9378-a4c3e80d8228" providerId="ADAL" clId="{4FD8C21C-AF7C-41FD-92D6-25F0585A4465}" dt="2025-08-16T08:14:44.138" v="329" actId="1076"/>
          <ac:spMkLst>
            <pc:docMk/>
            <pc:sldMk cId="3728531302" sldId="295"/>
            <ac:spMk id="2" creationId="{162195B4-A332-8004-9E2D-07A710F12428}"/>
          </ac:spMkLst>
        </pc:spChg>
        <pc:spChg chg="add del mod">
          <ac:chgData name="033-18-0009" userId="125440cf-afe6-44c1-9378-a4c3e80d8228" providerId="ADAL" clId="{4FD8C21C-AF7C-41FD-92D6-25F0585A4465}" dt="2025-08-16T08:14:16.294" v="323" actId="22"/>
          <ac:spMkLst>
            <pc:docMk/>
            <pc:sldMk cId="3728531302" sldId="295"/>
            <ac:spMk id="3" creationId="{F654FE5D-7DF3-64DD-183C-5877E443E170}"/>
          </ac:spMkLst>
        </pc:spChg>
        <pc:picChg chg="add mod ord">
          <ac:chgData name="033-18-0009" userId="125440cf-afe6-44c1-9378-a4c3e80d8228" providerId="ADAL" clId="{4FD8C21C-AF7C-41FD-92D6-25F0585A4465}" dt="2025-08-16T08:14:53.983" v="332" actId="14100"/>
          <ac:picMkLst>
            <pc:docMk/>
            <pc:sldMk cId="3728531302" sldId="295"/>
            <ac:picMk id="8" creationId="{1979B998-95CF-225E-3AEA-FB706156D4FC}"/>
          </ac:picMkLst>
        </pc:picChg>
        <pc:picChg chg="del">
          <ac:chgData name="033-18-0009" userId="125440cf-afe6-44c1-9378-a4c3e80d8228" providerId="ADAL" clId="{4FD8C21C-AF7C-41FD-92D6-25F0585A4465}" dt="2025-08-16T08:13:57.733" v="313" actId="478"/>
          <ac:picMkLst>
            <pc:docMk/>
            <pc:sldMk cId="3728531302" sldId="295"/>
            <ac:picMk id="2050" creationId="{A4512EB7-AD69-9BAF-70E8-8E416BA90928}"/>
          </ac:picMkLst>
        </pc:picChg>
      </pc:sldChg>
      <pc:sldChg chg="modSp new mod">
        <pc:chgData name="033-18-0009" userId="125440cf-afe6-44c1-9378-a4c3e80d8228" providerId="ADAL" clId="{4FD8C21C-AF7C-41FD-92D6-25F0585A4465}" dt="2025-08-16T14:39:05.579" v="414" actId="5793"/>
        <pc:sldMkLst>
          <pc:docMk/>
          <pc:sldMk cId="1285637683" sldId="296"/>
        </pc:sldMkLst>
        <pc:spChg chg="mod">
          <ac:chgData name="033-18-0009" userId="125440cf-afe6-44c1-9378-a4c3e80d8228" providerId="ADAL" clId="{4FD8C21C-AF7C-41FD-92D6-25F0585A4465}" dt="2025-08-16T14:34:21.916" v="338"/>
          <ac:spMkLst>
            <pc:docMk/>
            <pc:sldMk cId="1285637683" sldId="296"/>
            <ac:spMk id="2" creationId="{71090B49-2F90-9CF9-21D4-7CDE04468E96}"/>
          </ac:spMkLst>
        </pc:spChg>
        <pc:spChg chg="mod">
          <ac:chgData name="033-18-0009" userId="125440cf-afe6-44c1-9378-a4c3e80d8228" providerId="ADAL" clId="{4FD8C21C-AF7C-41FD-92D6-25F0585A4465}" dt="2025-08-16T14:39:05.579" v="414" actId="5793"/>
          <ac:spMkLst>
            <pc:docMk/>
            <pc:sldMk cId="1285637683" sldId="296"/>
            <ac:spMk id="3" creationId="{1FDF8DB6-A96C-8A41-E51F-5FAD670F40E5}"/>
          </ac:spMkLst>
        </pc:spChg>
      </pc:sldChg>
      <pc:sldChg chg="modSp add mod">
        <pc:chgData name="033-18-0009" userId="125440cf-afe6-44c1-9378-a4c3e80d8228" providerId="ADAL" clId="{4FD8C21C-AF7C-41FD-92D6-25F0585A4465}" dt="2025-08-16T15:34:38.394" v="517" actId="27636"/>
        <pc:sldMkLst>
          <pc:docMk/>
          <pc:sldMk cId="1887274035" sldId="297"/>
        </pc:sldMkLst>
        <pc:spChg chg="mod">
          <ac:chgData name="033-18-0009" userId="125440cf-afe6-44c1-9378-a4c3e80d8228" providerId="ADAL" clId="{4FD8C21C-AF7C-41FD-92D6-25F0585A4465}" dt="2025-08-16T15:34:38.394" v="517" actId="27636"/>
          <ac:spMkLst>
            <pc:docMk/>
            <pc:sldMk cId="1887274035" sldId="297"/>
            <ac:spMk id="3" creationId="{EA83DBBD-E981-04D9-9A91-4F0B64A0657C}"/>
          </ac:spMkLst>
        </pc:spChg>
      </pc:sldChg>
      <pc:sldChg chg="add del">
        <pc:chgData name="033-18-0009" userId="125440cf-afe6-44c1-9378-a4c3e80d8228" providerId="ADAL" clId="{4FD8C21C-AF7C-41FD-92D6-25F0585A4465}" dt="2025-08-16T14:39:39.883" v="416" actId="2890"/>
        <pc:sldMkLst>
          <pc:docMk/>
          <pc:sldMk cId="3136331542" sldId="297"/>
        </pc:sldMkLst>
      </pc:sldChg>
      <pc:sldChg chg="addSp modSp add mod">
        <pc:chgData name="033-18-0009" userId="125440cf-afe6-44c1-9378-a4c3e80d8228" providerId="ADAL" clId="{4FD8C21C-AF7C-41FD-92D6-25F0585A4465}" dt="2025-08-16T15:36:05.266" v="530" actId="14100"/>
        <pc:sldMkLst>
          <pc:docMk/>
          <pc:sldMk cId="2036043817" sldId="298"/>
        </pc:sldMkLst>
        <pc:spChg chg="mod">
          <ac:chgData name="033-18-0009" userId="125440cf-afe6-44c1-9378-a4c3e80d8228" providerId="ADAL" clId="{4FD8C21C-AF7C-41FD-92D6-25F0585A4465}" dt="2025-08-16T15:35:41.342" v="521" actId="20577"/>
          <ac:spMkLst>
            <pc:docMk/>
            <pc:sldMk cId="2036043817" sldId="298"/>
            <ac:spMk id="3" creationId="{35FCB9FE-E6A5-B347-881D-97E6C8F02D9E}"/>
          </ac:spMkLst>
        </pc:spChg>
        <pc:picChg chg="add mod">
          <ac:chgData name="033-18-0009" userId="125440cf-afe6-44c1-9378-a4c3e80d8228" providerId="ADAL" clId="{4FD8C21C-AF7C-41FD-92D6-25F0585A4465}" dt="2025-08-16T15:36:05.266" v="530" actId="14100"/>
          <ac:picMkLst>
            <pc:docMk/>
            <pc:sldMk cId="2036043817" sldId="298"/>
            <ac:picMk id="8" creationId="{78FF8D71-C93D-E671-3408-19DEA2A71598}"/>
          </ac:picMkLst>
        </pc:picChg>
      </pc:sldChg>
      <pc:sldChg chg="delSp modSp add mod">
        <pc:chgData name="033-18-0009" userId="125440cf-afe6-44c1-9378-a4c3e80d8228" providerId="ADAL" clId="{4FD8C21C-AF7C-41FD-92D6-25F0585A4465}" dt="2025-08-16T15:41:12.914" v="580" actId="20577"/>
        <pc:sldMkLst>
          <pc:docMk/>
          <pc:sldMk cId="1962433865" sldId="299"/>
        </pc:sldMkLst>
        <pc:spChg chg="mod">
          <ac:chgData name="033-18-0009" userId="125440cf-afe6-44c1-9378-a4c3e80d8228" providerId="ADAL" clId="{4FD8C21C-AF7C-41FD-92D6-25F0585A4465}" dt="2025-08-16T15:41:12.914" v="580" actId="20577"/>
          <ac:spMkLst>
            <pc:docMk/>
            <pc:sldMk cId="1962433865" sldId="299"/>
            <ac:spMk id="3" creationId="{9452C83D-4DB0-570F-D162-24994DBAAC24}"/>
          </ac:spMkLst>
        </pc:spChg>
        <pc:picChg chg="del">
          <ac:chgData name="033-18-0009" userId="125440cf-afe6-44c1-9378-a4c3e80d8228" providerId="ADAL" clId="{4FD8C21C-AF7C-41FD-92D6-25F0585A4465}" dt="2025-08-16T15:36:52.377" v="532" actId="478"/>
          <ac:picMkLst>
            <pc:docMk/>
            <pc:sldMk cId="1962433865" sldId="299"/>
            <ac:picMk id="8" creationId="{B773F22A-CB85-EF32-4C25-F1F5CB2793FB}"/>
          </ac:picMkLst>
        </pc:picChg>
      </pc:sldChg>
      <pc:sldChg chg="addSp modSp add mod">
        <pc:chgData name="033-18-0009" userId="125440cf-afe6-44c1-9378-a4c3e80d8228" providerId="ADAL" clId="{4FD8C21C-AF7C-41FD-92D6-25F0585A4465}" dt="2025-08-16T15:42:20.182" v="592" actId="14100"/>
        <pc:sldMkLst>
          <pc:docMk/>
          <pc:sldMk cId="2445640171" sldId="300"/>
        </pc:sldMkLst>
        <pc:spChg chg="mod">
          <ac:chgData name="033-18-0009" userId="125440cf-afe6-44c1-9378-a4c3e80d8228" providerId="ADAL" clId="{4FD8C21C-AF7C-41FD-92D6-25F0585A4465}" dt="2025-08-16T15:42:02.026" v="584" actId="15"/>
          <ac:spMkLst>
            <pc:docMk/>
            <pc:sldMk cId="2445640171" sldId="300"/>
            <ac:spMk id="3" creationId="{19EFA367-8ED3-5346-145D-D0CBFCE7058D}"/>
          </ac:spMkLst>
        </pc:spChg>
        <pc:picChg chg="add mod">
          <ac:chgData name="033-18-0009" userId="125440cf-afe6-44c1-9378-a4c3e80d8228" providerId="ADAL" clId="{4FD8C21C-AF7C-41FD-92D6-25F0585A4465}" dt="2025-08-16T15:42:20.182" v="592" actId="14100"/>
          <ac:picMkLst>
            <pc:docMk/>
            <pc:sldMk cId="2445640171" sldId="300"/>
            <ac:picMk id="8" creationId="{CFA64838-E997-092F-A4DB-FA2759ED0156}"/>
          </ac:picMkLst>
        </pc:picChg>
      </pc:sldChg>
      <pc:sldChg chg="delSp modSp add mod">
        <pc:chgData name="033-18-0009" userId="125440cf-afe6-44c1-9378-a4c3e80d8228" providerId="ADAL" clId="{4FD8C21C-AF7C-41FD-92D6-25F0585A4465}" dt="2025-08-16T15:49:46.556" v="711" actId="20577"/>
        <pc:sldMkLst>
          <pc:docMk/>
          <pc:sldMk cId="1923690199" sldId="301"/>
        </pc:sldMkLst>
        <pc:spChg chg="mod">
          <ac:chgData name="033-18-0009" userId="125440cf-afe6-44c1-9378-a4c3e80d8228" providerId="ADAL" clId="{4FD8C21C-AF7C-41FD-92D6-25F0585A4465}" dt="2025-08-16T15:49:46.556" v="711" actId="20577"/>
          <ac:spMkLst>
            <pc:docMk/>
            <pc:sldMk cId="1923690199" sldId="301"/>
            <ac:spMk id="3" creationId="{6D040BBF-43EE-E1DF-F929-F0FCE9058665}"/>
          </ac:spMkLst>
        </pc:spChg>
        <pc:picChg chg="del">
          <ac:chgData name="033-18-0009" userId="125440cf-afe6-44c1-9378-a4c3e80d8228" providerId="ADAL" clId="{4FD8C21C-AF7C-41FD-92D6-25F0585A4465}" dt="2025-08-16T15:43:52.903" v="594" actId="478"/>
          <ac:picMkLst>
            <pc:docMk/>
            <pc:sldMk cId="1923690199" sldId="301"/>
            <ac:picMk id="8" creationId="{D60D2DEE-F946-86AA-D523-58A088422882}"/>
          </ac:picMkLst>
        </pc:picChg>
      </pc:sldChg>
      <pc:sldChg chg="modSp add mod">
        <pc:chgData name="033-18-0009" userId="125440cf-afe6-44c1-9378-a4c3e80d8228" providerId="ADAL" clId="{4FD8C21C-AF7C-41FD-92D6-25F0585A4465}" dt="2025-08-16T15:57:11.811" v="804"/>
        <pc:sldMkLst>
          <pc:docMk/>
          <pc:sldMk cId="2964038312" sldId="302"/>
        </pc:sldMkLst>
        <pc:spChg chg="mod">
          <ac:chgData name="033-18-0009" userId="125440cf-afe6-44c1-9378-a4c3e80d8228" providerId="ADAL" clId="{4FD8C21C-AF7C-41FD-92D6-25F0585A4465}" dt="2025-08-16T15:57:11.811" v="804"/>
          <ac:spMkLst>
            <pc:docMk/>
            <pc:sldMk cId="2964038312" sldId="302"/>
            <ac:spMk id="3" creationId="{26AA1C44-B50F-56A3-0757-698398C8F46C}"/>
          </ac:spMkLst>
        </pc:spChg>
      </pc:sldChg>
      <pc:sldChg chg="addSp modSp add mod">
        <pc:chgData name="033-18-0009" userId="125440cf-afe6-44c1-9378-a4c3e80d8228" providerId="ADAL" clId="{4FD8C21C-AF7C-41FD-92D6-25F0585A4465}" dt="2025-08-16T15:51:18.343" v="719" actId="1076"/>
        <pc:sldMkLst>
          <pc:docMk/>
          <pc:sldMk cId="3479244195" sldId="303"/>
        </pc:sldMkLst>
        <pc:spChg chg="mod">
          <ac:chgData name="033-18-0009" userId="125440cf-afe6-44c1-9378-a4c3e80d8228" providerId="ADAL" clId="{4FD8C21C-AF7C-41FD-92D6-25F0585A4465}" dt="2025-08-16T15:51:09.858" v="715" actId="27636"/>
          <ac:spMkLst>
            <pc:docMk/>
            <pc:sldMk cId="3479244195" sldId="303"/>
            <ac:spMk id="3" creationId="{A8423CBD-FC95-8103-132D-C3EAB2BA5B8A}"/>
          </ac:spMkLst>
        </pc:spChg>
        <pc:picChg chg="add mod">
          <ac:chgData name="033-18-0009" userId="125440cf-afe6-44c1-9378-a4c3e80d8228" providerId="ADAL" clId="{4FD8C21C-AF7C-41FD-92D6-25F0585A4465}" dt="2025-08-16T15:51:18.343" v="719" actId="1076"/>
          <ac:picMkLst>
            <pc:docMk/>
            <pc:sldMk cId="3479244195" sldId="303"/>
            <ac:picMk id="8" creationId="{F3E75FF2-811B-FC39-A053-EAD76233F151}"/>
          </ac:picMkLst>
        </pc:picChg>
      </pc:sldChg>
      <pc:sldChg chg="addSp delSp modSp add mod">
        <pc:chgData name="033-18-0009" userId="125440cf-afe6-44c1-9378-a4c3e80d8228" providerId="ADAL" clId="{4FD8C21C-AF7C-41FD-92D6-25F0585A4465}" dt="2025-08-16T15:59:16.995" v="831" actId="14100"/>
        <pc:sldMkLst>
          <pc:docMk/>
          <pc:sldMk cId="4136234685" sldId="304"/>
        </pc:sldMkLst>
        <pc:spChg chg="mod">
          <ac:chgData name="033-18-0009" userId="125440cf-afe6-44c1-9378-a4c3e80d8228" providerId="ADAL" clId="{4FD8C21C-AF7C-41FD-92D6-25F0585A4465}" dt="2025-08-16T15:58:39.074" v="827" actId="5793"/>
          <ac:spMkLst>
            <pc:docMk/>
            <pc:sldMk cId="4136234685" sldId="304"/>
            <ac:spMk id="3" creationId="{93279999-EEBB-92D3-8327-CA53B847A57A}"/>
          </ac:spMkLst>
        </pc:spChg>
        <pc:picChg chg="del">
          <ac:chgData name="033-18-0009" userId="125440cf-afe6-44c1-9378-a4c3e80d8228" providerId="ADAL" clId="{4FD8C21C-AF7C-41FD-92D6-25F0585A4465}" dt="2025-08-16T15:58:14.043" v="806" actId="478"/>
          <ac:picMkLst>
            <pc:docMk/>
            <pc:sldMk cId="4136234685" sldId="304"/>
            <ac:picMk id="8" creationId="{DEDCAE1B-E185-41A7-49D2-C95F7E2A509E}"/>
          </ac:picMkLst>
        </pc:picChg>
        <pc:picChg chg="add mod">
          <ac:chgData name="033-18-0009" userId="125440cf-afe6-44c1-9378-a4c3e80d8228" providerId="ADAL" clId="{4FD8C21C-AF7C-41FD-92D6-25F0585A4465}" dt="2025-08-16T15:58:43.668" v="828" actId="1076"/>
          <ac:picMkLst>
            <pc:docMk/>
            <pc:sldMk cId="4136234685" sldId="304"/>
            <ac:picMk id="9" creationId="{80B279AB-2BB3-6DF3-E319-E7296B375664}"/>
          </ac:picMkLst>
        </pc:picChg>
        <pc:picChg chg="add mod">
          <ac:chgData name="033-18-0009" userId="125440cf-afe6-44c1-9378-a4c3e80d8228" providerId="ADAL" clId="{4FD8C21C-AF7C-41FD-92D6-25F0585A4465}" dt="2025-08-16T15:59:16.995" v="831" actId="14100"/>
          <ac:picMkLst>
            <pc:docMk/>
            <pc:sldMk cId="4136234685" sldId="304"/>
            <ac:picMk id="11" creationId="{11415FC3-B721-7EA2-C662-22D7845150C8}"/>
          </ac:picMkLst>
        </pc:picChg>
      </pc:sldChg>
      <pc:sldChg chg="addSp delSp modSp add mod ord">
        <pc:chgData name="033-18-0009" userId="125440cf-afe6-44c1-9378-a4c3e80d8228" providerId="ADAL" clId="{4FD8C21C-AF7C-41FD-92D6-25F0585A4465}" dt="2025-08-16T16:02:09.726" v="842"/>
        <pc:sldMkLst>
          <pc:docMk/>
          <pc:sldMk cId="645599971" sldId="305"/>
        </pc:sldMkLst>
        <pc:picChg chg="add mod">
          <ac:chgData name="033-18-0009" userId="125440cf-afe6-44c1-9378-a4c3e80d8228" providerId="ADAL" clId="{4FD8C21C-AF7C-41FD-92D6-25F0585A4465}" dt="2025-08-16T16:01:40.085" v="838" actId="14100"/>
          <ac:picMkLst>
            <pc:docMk/>
            <pc:sldMk cId="645599971" sldId="305"/>
            <ac:picMk id="8" creationId="{8222D939-A727-7E74-30F9-A6D31FC246D2}"/>
          </ac:picMkLst>
        </pc:picChg>
        <pc:picChg chg="del">
          <ac:chgData name="033-18-0009" userId="125440cf-afe6-44c1-9378-a4c3e80d8228" providerId="ADAL" clId="{4FD8C21C-AF7C-41FD-92D6-25F0585A4465}" dt="2025-08-16T16:01:28.914" v="833" actId="478"/>
          <ac:picMkLst>
            <pc:docMk/>
            <pc:sldMk cId="645599971" sldId="305"/>
            <ac:picMk id="9" creationId="{3B417FBC-3928-F658-FDC8-135646379CFE}"/>
          </ac:picMkLst>
        </pc:picChg>
        <pc:picChg chg="del">
          <ac:chgData name="033-18-0009" userId="125440cf-afe6-44c1-9378-a4c3e80d8228" providerId="ADAL" clId="{4FD8C21C-AF7C-41FD-92D6-25F0585A4465}" dt="2025-08-16T16:01:30.883" v="834" actId="478"/>
          <ac:picMkLst>
            <pc:docMk/>
            <pc:sldMk cId="645599971" sldId="305"/>
            <ac:picMk id="11" creationId="{CE2D2D85-21A1-FAD9-BE49-B831B100F529}"/>
          </ac:picMkLst>
        </pc:picChg>
      </pc:sldChg>
      <pc:sldChg chg="addSp delSp add del mod ord">
        <pc:chgData name="033-18-0009" userId="125440cf-afe6-44c1-9378-a4c3e80d8228" providerId="ADAL" clId="{4FD8C21C-AF7C-41FD-92D6-25F0585A4465}" dt="2025-08-16T16:02:30.053" v="848" actId="47"/>
        <pc:sldMkLst>
          <pc:docMk/>
          <pc:sldMk cId="3367495760" sldId="306"/>
        </pc:sldMkLst>
        <pc:picChg chg="add del">
          <ac:chgData name="033-18-0009" userId="125440cf-afe6-44c1-9378-a4c3e80d8228" providerId="ADAL" clId="{4FD8C21C-AF7C-41FD-92D6-25F0585A4465}" dt="2025-08-16T16:02:23.225" v="846" actId="478"/>
          <ac:picMkLst>
            <pc:docMk/>
            <pc:sldMk cId="3367495760" sldId="306"/>
            <ac:picMk id="8" creationId="{E2B48244-FE82-B8BC-DE86-2610F5608D6D}"/>
          </ac:picMkLst>
        </pc:picChg>
      </pc:sldChg>
      <pc:sldChg chg="modSp new mod ord">
        <pc:chgData name="033-18-0009" userId="125440cf-afe6-44c1-9378-a4c3e80d8228" providerId="ADAL" clId="{4FD8C21C-AF7C-41FD-92D6-25F0585A4465}" dt="2025-08-17T15:24:40.446" v="978" actId="20577"/>
        <pc:sldMkLst>
          <pc:docMk/>
          <pc:sldMk cId="3715256153" sldId="306"/>
        </pc:sldMkLst>
        <pc:spChg chg="mod">
          <ac:chgData name="033-18-0009" userId="125440cf-afe6-44c1-9378-a4c3e80d8228" providerId="ADAL" clId="{4FD8C21C-AF7C-41FD-92D6-25F0585A4465}" dt="2025-08-16T16:02:47.959" v="855"/>
          <ac:spMkLst>
            <pc:docMk/>
            <pc:sldMk cId="3715256153" sldId="306"/>
            <ac:spMk id="2" creationId="{A4C56EE1-DDB1-2EEA-6295-A66C9169F498}"/>
          </ac:spMkLst>
        </pc:spChg>
        <pc:spChg chg="mod">
          <ac:chgData name="033-18-0009" userId="125440cf-afe6-44c1-9378-a4c3e80d8228" providerId="ADAL" clId="{4FD8C21C-AF7C-41FD-92D6-25F0585A4465}" dt="2025-08-17T15:24:40.446" v="978" actId="20577"/>
          <ac:spMkLst>
            <pc:docMk/>
            <pc:sldMk cId="3715256153" sldId="306"/>
            <ac:spMk id="3" creationId="{6653F8F3-85C1-CF64-E13D-4406AF4916DC}"/>
          </ac:spMkLst>
        </pc:spChg>
      </pc:sldChg>
      <pc:sldMasterChg chg="modSldLayout">
        <pc:chgData name="033-18-0009" userId="125440cf-afe6-44c1-9378-a4c3e80d8228" providerId="ADAL" clId="{4FD8C21C-AF7C-41FD-92D6-25F0585A4465}" dt="2025-08-16T07:41:44.733" v="60" actId="113"/>
        <pc:sldMasterMkLst>
          <pc:docMk/>
          <pc:sldMasterMk cId="3597300896" sldId="2147483648"/>
        </pc:sldMasterMkLst>
        <pc:sldLayoutChg chg="modSp">
          <pc:chgData name="033-18-0009" userId="125440cf-afe6-44c1-9378-a4c3e80d8228" providerId="ADAL" clId="{4FD8C21C-AF7C-41FD-92D6-25F0585A4465}" dt="2025-08-16T07:41:44.733" v="60" actId="113"/>
          <pc:sldLayoutMkLst>
            <pc:docMk/>
            <pc:sldMasterMk cId="3597300896" sldId="2147483648"/>
            <pc:sldLayoutMk cId="140206455" sldId="2147483650"/>
          </pc:sldLayoutMkLst>
          <pc:spChg chg="mod">
            <ac:chgData name="033-18-0009" userId="125440cf-afe6-44c1-9378-a4c3e80d8228" providerId="ADAL" clId="{4FD8C21C-AF7C-41FD-92D6-25F0585A4465}" dt="2025-08-16T07:41:44.733" v="60" actId="113"/>
            <ac:spMkLst>
              <pc:docMk/>
              <pc:sldMasterMk cId="3597300896" sldId="2147483648"/>
              <pc:sldLayoutMk cId="140206455" sldId="2147483650"/>
              <ac:spMk id="2" creationId="{00000000-0000-0000-0000-000000000000}"/>
            </ac:spMkLst>
          </pc:spChg>
          <pc:spChg chg="mod">
            <ac:chgData name="033-18-0009" userId="125440cf-afe6-44c1-9378-a4c3e80d8228" providerId="ADAL" clId="{4FD8C21C-AF7C-41FD-92D6-25F0585A4465}" dt="2025-08-16T07:41:30.031" v="59" actId="113"/>
            <ac:spMkLst>
              <pc:docMk/>
              <pc:sldMasterMk cId="3597300896" sldId="2147483648"/>
              <pc:sldLayoutMk cId="140206455" sldId="2147483650"/>
              <ac:spMk id="3" creationId="{00000000-0000-0000-0000-000000000000}"/>
            </ac:spMkLst>
          </pc:spChg>
        </pc:sldLayoutChg>
      </pc:sldMasterChg>
    </pc:docChg>
  </pc:docChgLst>
  <pc:docChgLst>
    <pc:chgData name="033-18-0009" userId="125440cf-afe6-44c1-9378-a4c3e80d8228" providerId="ADAL" clId="{BB25A979-6B70-449D-875F-1A93348A7F30}"/>
    <pc:docChg chg="undo redo custSel addSld modSld">
      <pc:chgData name="033-18-0009" userId="125440cf-afe6-44c1-9378-a4c3e80d8228" providerId="ADAL" clId="{BB25A979-6B70-449D-875F-1A93348A7F30}" dt="2025-08-15T17:33:07.470" v="29" actId="14"/>
      <pc:docMkLst>
        <pc:docMk/>
      </pc:docMkLst>
      <pc:sldChg chg="modSp new mod">
        <pc:chgData name="033-18-0009" userId="125440cf-afe6-44c1-9378-a4c3e80d8228" providerId="ADAL" clId="{BB25A979-6B70-449D-875F-1A93348A7F30}" dt="2025-08-15T17:33:07.470" v="29" actId="14"/>
        <pc:sldMkLst>
          <pc:docMk/>
          <pc:sldMk cId="3399276617" sldId="285"/>
        </pc:sldMkLst>
        <pc:spChg chg="mod">
          <ac:chgData name="033-18-0009" userId="125440cf-afe6-44c1-9378-a4c3e80d8228" providerId="ADAL" clId="{BB25A979-6B70-449D-875F-1A93348A7F30}" dt="2025-08-15T17:23:53.540" v="5"/>
          <ac:spMkLst>
            <pc:docMk/>
            <pc:sldMk cId="3399276617" sldId="285"/>
            <ac:spMk id="2" creationId="{6BC88205-F4D2-A4F4-3112-00FD3F030575}"/>
          </ac:spMkLst>
        </pc:spChg>
        <pc:spChg chg="mod">
          <ac:chgData name="033-18-0009" userId="125440cf-afe6-44c1-9378-a4c3e80d8228" providerId="ADAL" clId="{BB25A979-6B70-449D-875F-1A93348A7F30}" dt="2025-08-15T17:33:07.470" v="29" actId="14"/>
          <ac:spMkLst>
            <pc:docMk/>
            <pc:sldMk cId="3399276617" sldId="285"/>
            <ac:spMk id="3" creationId="{1362242B-791A-738D-AD75-66B2A7730F6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A5FC76BC-5EC2-9AF9-2DAD-CF5715DD9C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Sukkur IBA University - Kandhkot Campus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03367E68-C93A-5D07-2F8E-247DE5B9E5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B0C54E-82E2-48DA-B895-6C75465207EF}" type="datetime1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E5FCD37-2A94-01EB-F24D-86334D12F5B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Instructor: Muhammad Ismail Qureshi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58FB08E-DFB2-B8DC-3025-C5DBF67D5B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6D9751-823C-4426-A556-3AE3A71E7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070478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Sukkur IBA University - Kandhkot Campus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684039-D1ED-4D74-83D7-EEA025EC9B1D}" type="datetime1">
              <a:rPr lang="en-US" smtClean="0"/>
              <a:t>10/9/2025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Instructor: Muhammad Ismail Qureshi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E29822-34F9-46FA-8B15-AFC628060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371066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16C7D-3DDB-4516-8D67-F2161E6A72D6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Digital Logic Design | CS Department|  Instructor: Muhammad Ismail Qureshi | Sukkur IBA University Kandhkot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429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Digital Logic Design | CS Department|  Instructor: Muhammad Ismail Qureshi | Sukkur IBA University Kandhkot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630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8DCAC-B2B8-4171-8AF1-D50251B4F46B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Digital Logic Design | CS Department|  Instructor: Muhammad Ismail Qureshi | Sukkur IBA University Kandhkot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36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EA06-F59D-40D4-91B0-8F698357BF91}" type="datetime1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Digital Logic Design | CS Department|  Instructor: Muhammad Ismail Qureshi | Sukkur IBA University Kandhkot Campus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77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99D49-FA4B-489A-AA57-1C05B16E1976}" type="datetime1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Digital Logic Design | CS Department|  Instructor: Muhammad Ismail Qureshi | Sukkur IBA University Kandhkot Campus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72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8A21E-ADBA-4B95-96E4-CCD6B690BFFD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Digital Logic Design | CS Department|  Instructor: Muhammad Ismail Qureshi | Sukkur IBA University Kandhkot Campus</a:t>
            </a: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633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D1CF-6A5C-40E0-A61A-4DC1BF3FC183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Digital Logic Design | CS Department|  Instructor: Muhammad Ismail Qureshi | Sukkur IBA University Kandhkot Campus</a:t>
            </a: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721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6DC58-705D-42FC-A11C-29C1B526C6A6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Digital Logic Design | CS Department|  Instructor: Muhammad Ismail Qureshi | Sukkur IBA University Kandhkot Campus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12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686EC-82EF-4C5A-8F50-DCA6CF00A7BD}" type="datetime1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Digital Logic Design | CS Department|  Instructor: Muhammad Ismail Qureshi | Sukkur IBA University Kandhkot Campus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141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15947-8F83-4ED7-95A4-0D3619E32B14}" type="datetime1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Digital Logic Design | CS Department|  Instructor: Muhammad Ismail Qureshi | Sukkur IBA University Kandhkot Campus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531824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15947-8F83-4ED7-95A4-0D3619E32B14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Digital Logic Design | CS Department|  Instructor: Muhammad Ismail Qureshi | Sukkur IBA University Kandhkot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476331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15947-8F83-4ED7-95A4-0D3619E32B14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Digital Logic Design | CS Department|  Instructor: Muhammad Ismail Qureshi | Sukkur IBA University Kandhkot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7778522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15947-8F83-4ED7-95A4-0D3619E32B14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Digital Logic Design | CS Department|  Instructor: Muhammad Ismail Qureshi | Sukkur IBA University Kandhkot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52361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15947-8F83-4ED7-95A4-0D3619E32B14}" type="datetime1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Digital Logic Design | CS Department|  Instructor: Muhammad Ismail Qureshi | Sukkur IBA University Kandhkot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058429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15947-8F83-4ED7-95A4-0D3619E32B14}" type="datetime1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Digital Logic Design | CS Department|  Instructor: Muhammad Ismail Qureshi | Sukkur IBA University Kandhkot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25498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9BCE3-419C-47BE-8ED6-D97A94EBC717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Digital Logic Design | CS Department|  Instructor: Muhammad Ismail Qureshi | Sukkur IBA University Kandhkot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7340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ABAC8-80D5-480F-8CE5-FB21E445F4F5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Digital Logic Design | CS Department|  Instructor: Muhammad Ismail Qureshi | Sukkur IBA University Kandhkot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619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D415947-8F83-4ED7-95A4-0D3619E32B14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 smtClean="0"/>
              <a:t>Digital Logic Design | CS Department|  Instructor: Muhammad Ismail Qureshi | Sukkur IBA University Kandhkot Campus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598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sca_esv=ae106bdfab73cdc9&amp;cs=1&amp;sxsrf=AE3TifNX37WcTwnbCPvfS3nCJ-kDgu3GXw:1755258173471&amp;q=Digital+Communication&amp;sa=X&amp;ved=2ahUKEwiT7aqf3oyPAxXUzjgGHSUOMmgQxccNegQIGRAB" TargetMode="External"/><Relationship Id="rId2" Type="http://schemas.openxmlformats.org/officeDocument/2006/relationships/hyperlink" Target="https://www.google.com/search?sca_esv=ae106bdfab73cdc9&amp;cs=1&amp;sxsrf=AE3TifNX37WcTwnbCPvfS3nCJ-kDgu3GXw:1755258173471&amp;q=Computers&amp;sa=X&amp;ved=2ahUKEwiT7aqf3oyPAxXUzjgGHSUOMmgQxccNegQIEBAB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oogle.com/search?sca_esv=ae106bdfab73cdc9&amp;cs=1&amp;sxsrf=AE3TifNX37WcTwnbCPvfS3nCJ-kDgu3GXw:1755258173471&amp;q=Consumer+Electronics&amp;sa=X&amp;ved=2ahUKEwiT7aqf3oyPAxXUzjgGHSUOMmgQxccNegQIGhAB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400" y="1214438"/>
            <a:ext cx="6159500" cy="2387600"/>
          </a:xfrm>
        </p:spPr>
        <p:txBody>
          <a:bodyPr/>
          <a:lstStyle/>
          <a:p>
            <a:r>
              <a:rPr lang="en-US" dirty="0"/>
              <a:t>Digital Logic Design</a:t>
            </a:r>
            <a:br>
              <a:rPr lang="en-US" dirty="0"/>
            </a:br>
            <a:r>
              <a:rPr lang="en-US" sz="4000" dirty="0"/>
              <a:t>Introductory Concepts</a:t>
            </a:r>
            <a:br>
              <a:rPr lang="en-US" sz="4000" dirty="0"/>
            </a:br>
            <a:r>
              <a:rPr lang="en-US" sz="4000" dirty="0"/>
              <a:t>Fall-2025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dirty="0"/>
              <a:t>Instructor: Muhammad Ismail Qureshi</a:t>
            </a:r>
          </a:p>
          <a:p>
            <a:r>
              <a:rPr lang="en-US" dirty="0"/>
              <a:t>Computer Science Department</a:t>
            </a:r>
          </a:p>
          <a:p>
            <a:r>
              <a:rPr lang="en-US" dirty="0"/>
              <a:t>Sukkur IBA University</a:t>
            </a:r>
          </a:p>
          <a:p>
            <a:r>
              <a:rPr lang="en-US" dirty="0" err="1"/>
              <a:t>Kandhkot</a:t>
            </a:r>
            <a:r>
              <a:rPr lang="en-US" dirty="0"/>
              <a:t> Campus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303788D-DCB9-477B-76F6-73E724A09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744B3-45A2-4D32-8A0A-D00F28C38CD0}" type="datetime1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2B39986-1A45-1F4C-0590-B334EC2C4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40ADD90-6FD1-071A-34B7-DEBCC4D91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F6CA7FC-8D40-8008-5399-18957EBE00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49" y="227012"/>
            <a:ext cx="1182687" cy="11826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2013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6753252F-4873-4F63-801D-CC719279A7D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047C8CCB-F95D-4249-92DD-651249D3535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2E64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DB3217-4EF3-F68E-DDF1-67FBC5F79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OUTLINE</a:t>
            </a:r>
            <a:endParaRPr lang="en-US" sz="2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D8701442-22C9-7767-E882-6CE9A5DF2F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494116"/>
            <a:ext cx="7188199" cy="386637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DC2F7EC-A468-065A-4F28-9AA2E1EA5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3657" y="6356350"/>
            <a:ext cx="148045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01CFD56-6452-4B0F-9B2A-D2B0490C6454}" type="datetime1">
              <a:rPr lang="en-US" smtClean="0">
                <a:solidFill>
                  <a:srgbClr val="FFFFFF"/>
                </a:solidFill>
              </a:rPr>
              <a:t>10/9/2025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C9ED2D5-AB31-E37C-5ACB-67379814F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16613" y="6356350"/>
            <a:ext cx="7032172" cy="365125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>
              <a:spcAft>
                <a:spcPts val="600"/>
              </a:spcAft>
            </a:pPr>
            <a:r>
              <a:rPr lang="en-US" sz="1100" kern="1200">
                <a:solidFill>
                  <a:srgbClr val="898989"/>
                </a:solidFill>
                <a:latin typeface="+mn-lt"/>
                <a:ea typeface="+mn-ea"/>
                <a:cs typeface="+mn-cs"/>
              </a:rPr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9D08917-DE3F-89DF-CD9E-296A6310A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0257" y="6356350"/>
            <a:ext cx="560009" cy="365125"/>
          </a:xfr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>
              <a:spcAft>
                <a:spcPts val="600"/>
              </a:spcAft>
            </a:pPr>
            <a:fld id="{9B618960-8005-486C-9A75-10CB2AAC16F9}" type="slidenum">
              <a:rPr lang="en-US" smtClean="0">
                <a:solidFill>
                  <a:srgbClr val="898989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7458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lowchart: Document 14">
            <a:extLst>
              <a:ext uri="{FF2B5EF4-FFF2-40B4-BE49-F238E27FC236}">
                <a16:creationId xmlns:a16="http://schemas.microsoft.com/office/drawing/2014/main" xmlns="" id="{D12DDE76-C203-4047-9998-63900085B5E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2528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0FAAD21-D56D-2BC7-EAE2-7C1178311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Terms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8E07C491-1E62-E49D-2AD4-EB7BB51094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59485" y="640080"/>
            <a:ext cx="6644433" cy="557881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896EA78-92CE-6B57-B8D6-2C008CF556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47083" y="6356350"/>
            <a:ext cx="2556791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EEA98885-4EE8-4F3A-BC98-19EA3A12C226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5B0CC6C-D094-6822-2ECB-2CC83F5C9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5960951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E6C6765-BE1F-8915-8846-4C957D3E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6476" y="6356350"/>
            <a:ext cx="625443" cy="365125"/>
          </a:xfrm>
          <a:noFill/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 algn="l">
              <a:spcAft>
                <a:spcPts val="600"/>
              </a:spcAft>
            </a:pPr>
            <a:fld id="{9B618960-8005-486C-9A75-10CB2AAC16F9}" type="slidenum">
              <a:rPr lang="en-US" smtClean="0"/>
              <a:pPr algn="l"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555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Document 16">
            <a:extLst>
              <a:ext uri="{FF2B5EF4-FFF2-40B4-BE49-F238E27FC236}">
                <a16:creationId xmlns:a16="http://schemas.microsoft.com/office/drawing/2014/main" xmlns="" id="{D12DDE76-C203-4047-9998-63900085B5E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576B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C4F234-50B3-FA91-FB4D-731EFED02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Objectives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E0D091B7-2FD6-4B9C-01E5-3E0E1848F4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57800" y="136525"/>
            <a:ext cx="5668676" cy="621982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1DBEDE5-6261-0330-2145-E1D171C7E8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47083" y="6356350"/>
            <a:ext cx="2556791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1FB52416-F499-47EB-9577-5DA4397D156D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7E1CDCA-5F23-6C98-B659-3B6EBA840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5960951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0D0024A-A375-C5E9-109E-48D649C59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6476" y="6356350"/>
            <a:ext cx="625443" cy="365125"/>
          </a:xfrm>
          <a:noFill/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 algn="l">
              <a:spcAft>
                <a:spcPts val="600"/>
              </a:spcAft>
            </a:pPr>
            <a:fld id="{9B618960-8005-486C-9A75-10CB2AAC16F9}" type="slidenum">
              <a:rPr lang="en-US" smtClean="0"/>
              <a:pPr algn="l"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482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D32198-E3F7-F236-3864-7457D69AE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Introduction of the Course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5DBDA584-BBF6-CFAB-796A-DB9EFB24F2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0500" y="1690688"/>
            <a:ext cx="7734300" cy="403225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E1B74A8-6A5F-D8DB-43A3-C1F9C984B4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 vert="horz" lIns="91440" tIns="45720" rIns="91440" bIns="45720" rtlCol="0" anchor="ctr">
            <a:normAutofit/>
          </a:bodyPr>
          <a:lstStyle/>
          <a:p>
            <a:fld id="{A6379957-010C-4266-95CF-7B8846B8B7BF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54F7270-3986-4345-60B1-700AA3D6F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7BBDCE9-0FC1-0547-75AE-437629548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>
            <a:normAutofit/>
          </a:bodyPr>
          <a:lstStyle/>
          <a:p>
            <a:fld id="{9B618960-8005-486C-9A75-10CB2AAC16F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633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6048B3-790A-3114-2317-CC31D3C47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Diving into the DLD</a:t>
            </a:r>
            <a:br>
              <a:rPr lang="en-US" dirty="0"/>
            </a:br>
            <a:r>
              <a:rPr lang="en-US" sz="4400" dirty="0"/>
              <a:t>exploring</a:t>
            </a:r>
            <a:r>
              <a:rPr lang="en-US" dirty="0"/>
              <a:t> </a:t>
            </a:r>
            <a:r>
              <a:rPr lang="en-US" sz="4400" dirty="0"/>
              <a:t>Electron and Electronics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8B59D06-DA6B-2AD7-00D9-22ACC8A32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Electronics is a branch of physics and engineering</a:t>
            </a:r>
          </a:p>
          <a:p>
            <a:r>
              <a:rPr lang="en-US" dirty="0"/>
              <a:t>deals with the study and application of electron behavior, flow, and control</a:t>
            </a:r>
          </a:p>
          <a:p>
            <a:r>
              <a:rPr lang="en-US" dirty="0"/>
              <a:t>particularly in circuits and devices that manipulate electrical currents</a:t>
            </a:r>
          </a:p>
          <a:p>
            <a:r>
              <a:rPr lang="en-US" dirty="0"/>
              <a:t>encompasses the design, construction, and operation of devices that use electricity to control, communicate, and process information. </a:t>
            </a:r>
          </a:p>
          <a:p>
            <a:r>
              <a:rPr lang="en-US" dirty="0"/>
              <a:t>Electronics focuses on the movement of electrons</a:t>
            </a:r>
          </a:p>
          <a:p>
            <a:pPr lvl="1"/>
            <a:r>
              <a:rPr lang="en-US" dirty="0"/>
              <a:t>how they can be harnessed to perform specific tasks</a:t>
            </a:r>
          </a:p>
          <a:p>
            <a:pPr lvl="2"/>
            <a:r>
              <a:rPr lang="en-US" dirty="0"/>
              <a:t>such as powering devices, transmitting signals, or processing information.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341BDE8-C2C0-39AC-96AE-865083FA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8E0A4-7985-4B4E-9F41-00C74F6320FF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82006A8-8920-9250-0FAD-622D23FFA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435A350-E3FA-47A5-92A5-F57BFB8DF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89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59FB45A-9C3A-2BE7-61AC-E81A9CD97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F398ED-D6F5-2A1A-8BA0-0F3558EA1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Diving into the DLD</a:t>
            </a:r>
            <a:br>
              <a:rPr lang="en-US" dirty="0"/>
            </a:br>
            <a:r>
              <a:rPr lang="en-US" sz="3200" dirty="0"/>
              <a:t>exploring</a:t>
            </a:r>
            <a:r>
              <a:rPr lang="en-US" dirty="0"/>
              <a:t> </a:t>
            </a:r>
            <a:r>
              <a:rPr lang="en-US" sz="3200" dirty="0"/>
              <a:t>Electronics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2FE4D10-A5B3-A264-F7AD-3000A3123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Components</a:t>
            </a:r>
          </a:p>
          <a:p>
            <a:pPr lvl="1"/>
            <a:r>
              <a:rPr lang="en-US" dirty="0"/>
              <a:t> transistors, diodes, and integrated circuits</a:t>
            </a:r>
          </a:p>
          <a:p>
            <a:pPr lvl="2"/>
            <a:r>
              <a:rPr lang="en-US" dirty="0"/>
              <a:t>to control and amplify electrical currents. </a:t>
            </a:r>
          </a:p>
          <a:p>
            <a:r>
              <a:rPr lang="en-US" dirty="0"/>
              <a:t>Applications</a:t>
            </a:r>
          </a:p>
          <a:p>
            <a:pPr lvl="1"/>
            <a:r>
              <a:rPr lang="en-US" dirty="0"/>
              <a:t>computers, smartphones, televisions, and countless other devices that shape our daily lives. </a:t>
            </a:r>
          </a:p>
          <a:p>
            <a:r>
              <a:rPr lang="en-US" dirty="0"/>
              <a:t>Relationship to Physics and Engineering</a:t>
            </a:r>
          </a:p>
          <a:p>
            <a:pPr lvl="1"/>
            <a:r>
              <a:rPr lang="en-US" dirty="0"/>
              <a:t>Electronics is a subfield of physics, specifically focusing on the behavior of electrons, and also a field of electrical engineering, which applies these principles to design and build electronic systems and devices.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3754CD4-F0B6-CBBC-3B94-9D52BD258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952E2-9BB6-4826-8C2E-9C0336EE339F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B0FD8BC-FFF5-5DDF-D407-CA20BF50E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6B8BAE1-0670-C30D-9B57-C3ABD2FF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90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C0AEF18-3088-E4B7-24C5-22929D556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DC61A2-D953-9124-2DDF-C0CEA1E66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Diving into the DLD</a:t>
            </a:r>
            <a:br>
              <a:rPr lang="en-US" dirty="0"/>
            </a:br>
            <a:r>
              <a:rPr lang="en-US" sz="3200" dirty="0"/>
              <a:t>exploring</a:t>
            </a:r>
            <a:r>
              <a:rPr lang="en-US" dirty="0"/>
              <a:t> </a:t>
            </a:r>
            <a:r>
              <a:rPr lang="en-US" sz="3200" dirty="0"/>
              <a:t>Electronics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B42731D-6430-C010-D493-E7F70ACF9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branch of Physics that deals with the theory and use of devices in which the electrons travel through a vacuum, gas, or a semiconductor medium  </a:t>
            </a:r>
          </a:p>
          <a:p>
            <a:r>
              <a:rPr lang="en-US" dirty="0"/>
              <a:t>the branch of science and technology ,which deals with the electrical circuits and equipment like diodes, transistors and relays</a:t>
            </a:r>
          </a:p>
          <a:p>
            <a:r>
              <a:rPr lang="en-US" dirty="0"/>
              <a:t>the study of how to control flow of electrons</a:t>
            </a:r>
          </a:p>
          <a:p>
            <a:r>
              <a:rPr lang="en-US" dirty="0"/>
              <a:t>electronic components include diodes, transistors, and integrated circuits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91ECA07-9CA6-300F-6DB4-2AEE44929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2DA0B-CA14-460B-914F-F69C9CC4E46B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05B73F8-601B-F3C9-E0CF-C6FA981D1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46863AD-DB10-AEED-60E9-B3B42CA6C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464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C126CF-253A-AEF3-7D7E-A33C8A73D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Analog Vs Digital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C04202F6-BA9C-6271-D2E8-22AE7E722A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5250" y="1690688"/>
            <a:ext cx="8616950" cy="438951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695AF01-F7C3-6F0D-CE60-D3412007B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27ACB-97EB-4DF4-A534-4AE7075D0715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7E19852-F9ED-FDC5-6218-3E64DEBE2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FD2DC81-91E3-F5B8-0CDE-FC385845F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234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F91D3D-36AF-3D55-1468-C921A5FAD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HelveticaNeue-Roman"/>
              </a:rPr>
              <a:t>Analog</a:t>
            </a:r>
            <a:r>
              <a:rPr lang="en-US" sz="3600" b="1" i="0" u="none" strike="noStrike" baseline="0" dirty="0">
                <a:latin typeface="HelveticaNeue-Roman"/>
              </a:rPr>
              <a:t> </a:t>
            </a:r>
            <a:r>
              <a:rPr lang="en-US" sz="3600" b="1" dirty="0">
                <a:latin typeface="HelveticaNeue-Roman"/>
              </a:rPr>
              <a:t>Q</a:t>
            </a:r>
            <a:r>
              <a:rPr lang="en-US" sz="3600" b="1" i="0" u="none" strike="noStrike" baseline="0" dirty="0">
                <a:latin typeface="HelveticaNeue-Roman"/>
              </a:rPr>
              <a:t>uantities</a:t>
            </a:r>
            <a:br>
              <a:rPr lang="en-US" sz="3600" b="1" i="0" u="none" strike="noStrike" baseline="0" dirty="0">
                <a:latin typeface="HelveticaNeue-Roman"/>
              </a:rPr>
            </a:br>
            <a:r>
              <a:rPr lang="en-US" sz="1800" b="0" i="0" u="none" strike="noStrike" baseline="0" dirty="0">
                <a:latin typeface="Times-Roman"/>
              </a:rPr>
              <a:t>Electronic circuits can be divided into two broad categories, digital and analog.</a:t>
            </a:r>
            <a:endParaRPr lang="en-US" sz="7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9D669B4-3767-2C22-54C2-215C79B45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 electronics involves quantities with continuous values.</a:t>
            </a:r>
          </a:p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interfacing between analog and digital is important</a:t>
            </a:r>
          </a:p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analog* quantity is one having continuous values</a:t>
            </a:r>
          </a:p>
          <a:p>
            <a:pPr algn="l"/>
            <a:r>
              <a:rPr lang="en-US" sz="2400" b="0" i="0" u="none" strike="noStrike" baseline="0" dirty="0">
                <a:latin typeface="Times-Roman"/>
              </a:rPr>
              <a:t>Most things that can be measured quantitatively occur in nature in analog form.</a:t>
            </a:r>
          </a:p>
          <a:p>
            <a:pPr algn="l"/>
            <a:r>
              <a:rPr lang="en-US" sz="2400" b="0" i="0" u="none" strike="noStrike" baseline="0" dirty="0">
                <a:latin typeface="Times-Roman"/>
              </a:rPr>
              <a:t>air temperature</a:t>
            </a:r>
            <a:r>
              <a:rPr lang="en-US" sz="2400" dirty="0">
                <a:latin typeface="Times-Roman"/>
              </a:rPr>
              <a:t>, </a:t>
            </a:r>
            <a:r>
              <a:rPr lang="en-US" sz="2400" b="0" i="0" u="none" strike="noStrike" baseline="0" dirty="0">
                <a:latin typeface="Times-Roman"/>
              </a:rPr>
              <a:t>time, pressure, distance, and sound, all the infinite values in between</a:t>
            </a:r>
          </a:p>
          <a:p>
            <a:pPr algn="l"/>
            <a:r>
              <a:rPr lang="en-US" sz="2400" b="0" i="0" u="none" strike="noStrike" baseline="0" dirty="0">
                <a:latin typeface="Times-Roman"/>
              </a:rPr>
              <a:t>continuous variables that can take on any value within a given range</a:t>
            </a:r>
          </a:p>
          <a:p>
            <a:pPr algn="l"/>
            <a:r>
              <a:rPr lang="en-US" sz="2400" b="0" i="0" u="none" strike="noStrike" baseline="0" dirty="0">
                <a:latin typeface="Times-Roman"/>
              </a:rPr>
              <a:t>Analog quantities change smoothly and continuously</a:t>
            </a:r>
          </a:p>
          <a:p>
            <a:pPr algn="l"/>
            <a:r>
              <a:rPr lang="en-US" sz="2400" b="0" i="0" u="none" strike="noStrike" baseline="0" dirty="0">
                <a:latin typeface="Times-Roman"/>
              </a:rPr>
              <a:t>There are no sudden jumps or gaps in the values</a:t>
            </a:r>
          </a:p>
          <a:p>
            <a:pPr algn="l"/>
            <a:r>
              <a:rPr lang="en-US" sz="2400" b="0" i="0" u="none" strike="noStrike" baseline="0" dirty="0">
                <a:latin typeface="Times-Roman"/>
              </a:rPr>
              <a:t>data is transferred in a wave</a:t>
            </a:r>
          </a:p>
          <a:p>
            <a:pPr algn="l"/>
            <a:r>
              <a:rPr lang="en-US" sz="2400" b="0" i="0" u="none" strike="noStrike" baseline="0" dirty="0">
                <a:latin typeface="Times-Roman"/>
              </a:rPr>
              <a:t>analog computer are oscilloscope, television, autopilot, telephone lines, speedometer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5AF7368-AFC2-33F1-D12F-7FEB4EAE5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4AD6-25EE-4DBC-AD0D-9F56A2582EF4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A528D1E-3C65-9A98-F15E-BE24B260D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832DB65-6DFE-28A8-20C5-2FF4B002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481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8195BE31-0DA6-079B-1CB0-A4C265C28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9D2923-062F-76B9-E9AC-367899B0F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Analog Quantities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xmlns="" id="{E8006418-520C-843D-6535-DCA9D0DF90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7937" y="1664935"/>
            <a:ext cx="8420163" cy="3914391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FD9574F-1491-E262-535F-5E1D026EDC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 vert="horz" lIns="91440" tIns="45720" rIns="91440" bIns="45720" rtlCol="0" anchor="ctr">
            <a:normAutofit/>
          </a:bodyPr>
          <a:lstStyle/>
          <a:p>
            <a:fld id="{1F990AE0-72EE-4E56-990C-233920C650BF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6372B95-065D-082B-B2DC-32D1B3F7C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046B4AD-77A1-6C97-9D86-98F4D3995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 vert="horz" lIns="91440" tIns="45720" rIns="91440" bIns="45720" rtlCol="0" anchor="ctr">
            <a:normAutofit/>
          </a:bodyPr>
          <a:lstStyle/>
          <a:p>
            <a:fld id="{9B618960-8005-486C-9A75-10CB2AAC16F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06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9930734-2AB1-00C3-C170-3334C392B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1463E8-7B3E-EEE2-EDE8-F8FE3EE67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0" u="none" strike="noStrike" baseline="0" dirty="0">
                <a:latin typeface="HelveticaNeue-Roman"/>
              </a:rPr>
              <a:t>Digital Quantities</a:t>
            </a:r>
            <a:endParaRPr lang="en-US" sz="7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0603971-EDD8-90AF-293A-32DDE99ED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00" y="1409700"/>
            <a:ext cx="10655300" cy="4767263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000" b="0" i="0" u="none" strike="noStrike" baseline="0" dirty="0">
                <a:latin typeface="Times-Roman"/>
              </a:rPr>
              <a:t>Digital electronics involves quantities with discrete values</a:t>
            </a:r>
          </a:p>
          <a:p>
            <a:pPr algn="l"/>
            <a:r>
              <a:rPr lang="en-US" sz="2000" b="0" i="0" u="none" strike="noStrike" baseline="0" dirty="0">
                <a:solidFill>
                  <a:srgbClr val="000000"/>
                </a:solidFill>
                <a:latin typeface="Times-Roman"/>
              </a:rPr>
              <a:t>A </a:t>
            </a:r>
            <a:r>
              <a:rPr lang="en-US" sz="2000" b="1" i="0" u="none" strike="noStrike" baseline="0" dirty="0">
                <a:solidFill>
                  <a:srgbClr val="008888"/>
                </a:solidFill>
                <a:latin typeface="Times-Bold"/>
              </a:rPr>
              <a:t>digital 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Times-Roman"/>
              </a:rPr>
              <a:t>quantity is one having a discrete set of values</a:t>
            </a:r>
          </a:p>
          <a:p>
            <a:pPr algn="l"/>
            <a:r>
              <a:rPr lang="en-US" sz="2000" b="0" i="0" u="none" strike="noStrike" baseline="0" dirty="0">
                <a:latin typeface="Times-Roman"/>
              </a:rPr>
              <a:t>Rather than graphing the temperature on a continuous basis</a:t>
            </a:r>
          </a:p>
          <a:p>
            <a:pPr algn="l"/>
            <a:r>
              <a:rPr lang="en-US" sz="2000" b="0" i="0" u="none" strike="noStrike" baseline="0" dirty="0">
                <a:latin typeface="Times-Roman"/>
              </a:rPr>
              <a:t>you just take a temperature reading every hour</a:t>
            </a:r>
          </a:p>
          <a:p>
            <a:pPr algn="l"/>
            <a:r>
              <a:rPr lang="en-US" sz="2000" b="0" i="0" u="none" strike="noStrike" baseline="0" dirty="0">
                <a:latin typeface="Times-Roman"/>
              </a:rPr>
              <a:t>Now you have sampled values representing the temperature at discrete points in time (every hour) over a 24-hour period, as indicated in Figure 1–2.</a:t>
            </a:r>
          </a:p>
          <a:p>
            <a:pPr algn="l"/>
            <a:r>
              <a:rPr lang="en-US" sz="2000" b="0" i="0" u="none" strike="noStrike" baseline="0" dirty="0">
                <a:latin typeface="Times-Roman"/>
              </a:rPr>
              <a:t>effectively converted an analog quantity to a form that can now be digitized by representing each sampled value by a digital code</a:t>
            </a:r>
          </a:p>
          <a:p>
            <a:pPr algn="l"/>
            <a:r>
              <a:rPr lang="en-US" sz="2000" dirty="0">
                <a:solidFill>
                  <a:srgbClr val="000000"/>
                </a:solidFill>
                <a:latin typeface="Times-Roman"/>
              </a:rPr>
              <a:t>set of defined states</a:t>
            </a:r>
          </a:p>
          <a:p>
            <a:pPr algn="l"/>
            <a:r>
              <a:rPr lang="en-US" sz="2000" dirty="0">
                <a:solidFill>
                  <a:srgbClr val="000000"/>
                </a:solidFill>
                <a:latin typeface="Times-Roman"/>
              </a:rPr>
              <a:t>often using binary code (0s and 1s) to represent information</a:t>
            </a:r>
          </a:p>
          <a:p>
            <a:pPr algn="l"/>
            <a:r>
              <a:rPr lang="en-US" sz="2000" dirty="0">
                <a:solidFill>
                  <a:srgbClr val="000000"/>
                </a:solidFill>
                <a:latin typeface="Times-Roman"/>
              </a:rPr>
              <a:t>Key Characteristics of Digital Quantities: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  <a:latin typeface="Times-Roman"/>
              </a:rPr>
              <a:t>Discrete Values:</a:t>
            </a:r>
          </a:p>
          <a:p>
            <a:pPr lvl="2"/>
            <a:r>
              <a:rPr lang="en-US" sz="1200" dirty="0">
                <a:solidFill>
                  <a:srgbClr val="000000"/>
                </a:solidFill>
                <a:latin typeface="Times-Roman"/>
              </a:rPr>
              <a:t>limited set of specific, separate values</a:t>
            </a:r>
          </a:p>
          <a:p>
            <a:pPr lvl="1"/>
            <a:endParaRPr lang="en-US" sz="1600" dirty="0">
              <a:solidFill>
                <a:srgbClr val="000000"/>
              </a:solidFill>
              <a:latin typeface="Times-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D15C69D-BD3E-45F3-7211-37C5A891C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2DCBD-9C0C-4627-90E4-E6E580316FBD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69BB16A-CB33-BADC-6226-AAE5462D3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1ED8107-9CA9-41A3-2A34-D38E7B99F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597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4404B2C-DF46-8832-178A-A4CD71E08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42781A-BD9B-C082-C0DD-37F385A55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4575"/>
          </a:xfrm>
        </p:spPr>
        <p:txBody>
          <a:bodyPr>
            <a:normAutofit/>
          </a:bodyPr>
          <a:lstStyle/>
          <a:p>
            <a:r>
              <a:rPr lang="en-US" sz="3600" b="1" i="0" u="none" strike="noStrike" baseline="0" dirty="0">
                <a:latin typeface="HelveticaNeue-Roman"/>
              </a:rPr>
              <a:t>Digital Quantities</a:t>
            </a:r>
            <a:endParaRPr lang="en-US" sz="7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7A9432A-71C6-8062-7444-FB3CAEC7A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00" y="1409700"/>
            <a:ext cx="10655300" cy="4767263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n-US" sz="2800" dirty="0">
                <a:solidFill>
                  <a:srgbClr val="000000"/>
                </a:solidFill>
                <a:latin typeface="Times-Roman"/>
              </a:rPr>
              <a:t>Binary Representation: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Digital systems commonly use binary code (0 and 1) to represent these discrete values. 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-Roman"/>
              </a:rPr>
              <a:t>Easier Processing and Storage: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easier to process, store, and transmit due to its discrete nature and the ability to use digital circuits. 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-Roman"/>
              </a:rPr>
              <a:t>Reduced Noise and Distortion: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Digital signals are less affected by noise and distortion compared to analog signals, leading to more reliable information transfer. 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-Roman"/>
              </a:rPr>
              <a:t>Examples of Digital Quantities: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Digital clocks: Show time using discrete numbers (e.g., 10:30 AM). 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Digital music: Audio is stored as a series of discrete values representing the sound wave. 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Digital cameras: Capture images using a grid of discrete pixels. 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Computers and calculators: Process information using binary code. 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Switches (on/off): Representing two distinct states. 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Counters: Counting discrete items or events. 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Pulse-width modulation (PWM): Used in various applications to control power and other parameters. </a:t>
            </a:r>
          </a:p>
          <a:p>
            <a:pPr marL="457200" lvl="1" indent="0">
              <a:buNone/>
            </a:pPr>
            <a:endParaRPr lang="en-US" sz="1800" dirty="0">
              <a:solidFill>
                <a:srgbClr val="000000"/>
              </a:solidFill>
              <a:latin typeface="Times-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342CF13-F1FF-D409-9D26-338A1B245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FA009-FE46-4F41-AF79-C1B627F5135B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7FB6A03-2B44-082D-D2D9-88D8FA2D1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3F7B376-6097-6DE9-387D-45A8DC4F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64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7CDBC79-99C1-2EA4-BCB1-6AC840D5B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CD6C289-AD77-E609-1CF6-05A8EFD2E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4575"/>
          </a:xfrm>
        </p:spPr>
        <p:txBody>
          <a:bodyPr>
            <a:normAutofit/>
          </a:bodyPr>
          <a:lstStyle/>
          <a:p>
            <a:r>
              <a:rPr lang="en-US" sz="3600" b="1" i="0" u="none" strike="noStrike" baseline="0" dirty="0">
                <a:latin typeface="HelveticaNeue-Roman"/>
              </a:rPr>
              <a:t>Digital Quantities</a:t>
            </a:r>
            <a:endParaRPr lang="en-US" sz="7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DDCE38F-17D8-383B-810B-422071A70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00" y="1409700"/>
            <a:ext cx="10655300" cy="4767263"/>
          </a:xfrm>
        </p:spPr>
        <p:txBody>
          <a:bodyPr>
            <a:normAutofit/>
          </a:bodyPr>
          <a:lstStyle/>
          <a:p>
            <a:pPr lvl="1"/>
            <a:r>
              <a:rPr lang="en-US" sz="2800" dirty="0">
                <a:solidFill>
                  <a:srgbClr val="000000"/>
                </a:solidFill>
                <a:latin typeface="Times-Roman"/>
              </a:rPr>
              <a:t>less noise, distortion, and interference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-Roman"/>
              </a:rPr>
              <a:t>Digital circuits can be reproduced easily in mass quantities at comparatively low costs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-Roman"/>
              </a:rPr>
              <a:t>Digital signal processing is more flexible because DSP operations can be altered using digitally programmable systems</a:t>
            </a:r>
          </a:p>
          <a:p>
            <a:pPr lvl="1"/>
            <a:r>
              <a:rPr lang="en-US" b="1" i="0" dirty="0">
                <a:solidFill>
                  <a:srgbClr val="E8E8E8"/>
                </a:solidFill>
                <a:effectLst/>
                <a:latin typeface="Arial" panose="020B0604020202020204" pitchFamily="34" charset="0"/>
                <a:hlinkClick r:id="rId2"/>
              </a:rPr>
              <a:t>Computers</a:t>
            </a:r>
            <a:r>
              <a:rPr lang="en-US" b="1" i="0" dirty="0">
                <a:solidFill>
                  <a:srgbClr val="E8E8E8"/>
                </a:solidFill>
                <a:effectLst/>
                <a:latin typeface="Arial" panose="020B0604020202020204" pitchFamily="34" charset="0"/>
              </a:rPr>
              <a:t>:</a:t>
            </a:r>
            <a:endParaRPr lang="en-US" b="1" i="0" dirty="0">
              <a:solidFill>
                <a:srgbClr val="000000"/>
              </a:solidFill>
              <a:effectLst/>
              <a:latin typeface="Times-Roman"/>
            </a:endParaRP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Digital signals are fundamental to how computers process and store information. Every keystroke on a keyboard, every mouse click, and every operation within the CPU relies on digital signals. </a:t>
            </a:r>
          </a:p>
          <a:p>
            <a:pPr lvl="1"/>
            <a:r>
              <a:rPr lang="en-US" b="1" i="0" dirty="0">
                <a:solidFill>
                  <a:srgbClr val="E8E8E8"/>
                </a:solidFill>
                <a:effectLst/>
                <a:latin typeface="Arial" panose="020B0604020202020204" pitchFamily="34" charset="0"/>
                <a:hlinkClick r:id="rId3"/>
              </a:rPr>
              <a:t>Digital Communication</a:t>
            </a:r>
            <a:r>
              <a:rPr lang="en-US" b="1" i="0" dirty="0">
                <a:solidFill>
                  <a:srgbClr val="E8E8E8"/>
                </a:solidFill>
                <a:effectLst/>
                <a:latin typeface="Arial" panose="020B0604020202020204" pitchFamily="34" charset="0"/>
              </a:rPr>
              <a:t>:</a:t>
            </a:r>
            <a:endParaRPr lang="en-US" b="1" i="0" dirty="0">
              <a:solidFill>
                <a:srgbClr val="000000"/>
              </a:solidFill>
              <a:effectLst/>
              <a:latin typeface="Times-Roman"/>
            </a:endParaRP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The internet, smartphones, and other digital communication systems use digital signals to transmit data, voice, and video. </a:t>
            </a:r>
          </a:p>
          <a:p>
            <a:pPr lvl="1"/>
            <a:r>
              <a:rPr lang="en-US" b="1" i="0" dirty="0">
                <a:solidFill>
                  <a:srgbClr val="E8E8E8"/>
                </a:solidFill>
                <a:effectLst/>
                <a:latin typeface="Arial" panose="020B0604020202020204" pitchFamily="34" charset="0"/>
                <a:hlinkClick r:id="rId4"/>
              </a:rPr>
              <a:t>Consumer Electronics</a:t>
            </a:r>
            <a:r>
              <a:rPr lang="en-US" b="1" i="0" dirty="0">
                <a:solidFill>
                  <a:srgbClr val="E8E8E8"/>
                </a:solidFill>
                <a:effectLst/>
                <a:latin typeface="Arial" panose="020B0604020202020204" pitchFamily="34" charset="0"/>
              </a:rPr>
              <a:t>:</a:t>
            </a:r>
            <a:endParaRPr lang="en-US" b="1" i="0" dirty="0">
              <a:solidFill>
                <a:srgbClr val="000000"/>
              </a:solidFill>
              <a:effectLst/>
              <a:latin typeface="Times-Roman"/>
            </a:endParaRP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Digital signals are used in devices like smartphones, digital cameras, smart TVs, MP3 players, and more, enabling them to process and display information accurately.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00ABCE5-BEE9-A26A-4FAD-A2C9112F7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A3DB-E41C-44D3-B4EE-31F36779CED3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2A9082F-E3D5-4B9F-1C7A-A8382C9A5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66034EA-733E-8595-C919-2BD36BFA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344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78B7FA2-21D4-B53B-E544-51A6F1188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07B60A-E4CB-FC03-7A1D-69427C460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4575"/>
          </a:xfrm>
        </p:spPr>
        <p:txBody>
          <a:bodyPr>
            <a:normAutofit/>
          </a:bodyPr>
          <a:lstStyle/>
          <a:p>
            <a:r>
              <a:rPr lang="en-US" sz="3600" b="1" i="0" u="none" strike="noStrike" baseline="0" dirty="0">
                <a:latin typeface="HelveticaNeue-Roman"/>
              </a:rPr>
              <a:t>Digital Quantities</a:t>
            </a:r>
            <a:endParaRPr lang="en-US" sz="7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05DFCA4-CAC2-737E-1170-F0EEC707A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00" y="1409700"/>
            <a:ext cx="10655300" cy="4767263"/>
          </a:xfrm>
        </p:spPr>
        <p:txBody>
          <a:bodyPr>
            <a:normAutofit/>
          </a:bodyPr>
          <a:lstStyle/>
          <a:p>
            <a:pPr lvl="1"/>
            <a:r>
              <a:rPr lang="en-US" dirty="0">
                <a:solidFill>
                  <a:srgbClr val="000000"/>
                </a:solidFill>
                <a:latin typeface="Times-Roman"/>
              </a:rPr>
              <a:t>Control Systems: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In industrial automation, digital signals are used to control various processes and devices, such as in programmable logic controllers (PLCs). 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-Roman"/>
              </a:rPr>
              <a:t>Audio and Video: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Digital audio (like MP3s) and digital video (like MP4s) are common examples of how digital signals are used to represent and transmit media. 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-Roman"/>
              </a:rPr>
              <a:t>Microcontrollers and Processors: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Digital signals are used extensively in the communication and processing within microcontrollers and processors in various electronic devices. 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-Roman"/>
              </a:rPr>
              <a:t>In essence, digital signals are the foundation of modern technology, enabling the accurate and efficient processing and transmission of information in a wide range of applications.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C98D556-C54B-78DE-F910-03563E007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774B7-3EEA-4C40-BDC7-DD86A91D12A5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0D5D16F-FC13-E83E-A7B9-0D548F1C1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512359A-1B74-3CB4-E3F3-DCD4B7CC0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456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AE25A05-E2FE-7544-E27F-B45842B0A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3280462-FE63-E206-2267-E589C467A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4575"/>
          </a:xfrm>
        </p:spPr>
        <p:txBody>
          <a:bodyPr>
            <a:normAutofit/>
          </a:bodyPr>
          <a:lstStyle/>
          <a:p>
            <a:r>
              <a:rPr lang="en-US" sz="3600" b="1" i="0" u="none" strike="noStrike" baseline="0" dirty="0">
                <a:latin typeface="HelveticaNeue-Roman"/>
              </a:rPr>
              <a:t>Digital Quantities</a:t>
            </a:r>
            <a:endParaRPr lang="en-US" sz="7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85070FA-43D1-B2D6-E3D0-851DD173F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00" y="1409700"/>
            <a:ext cx="10655300" cy="4767263"/>
          </a:xfrm>
        </p:spPr>
        <p:txBody>
          <a:bodyPr>
            <a:normAutofit/>
          </a:bodyPr>
          <a:lstStyle/>
          <a:p>
            <a:pPr lvl="1"/>
            <a:r>
              <a:rPr lang="en-US" dirty="0">
                <a:solidFill>
                  <a:srgbClr val="000000"/>
                </a:solidFill>
                <a:latin typeface="Times-Roman"/>
              </a:rPr>
              <a:t>Disadvantage of Digital Signals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Develop quantization and round-off errors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Systems and processing is more complex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A higher bandwidth is required for data communication in comparison to analog transmission of an equivalent information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Digital systems and processing are typically more complex.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digital data can be processed and transmitted more efficiently and reliably than analog data.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great advantage when storage is necessary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music when converted to digital form can be stored more compactly and reproduced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with greater accuracy and clarity than is possible when it is in analog form.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Noise (unwanted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Times-Roman"/>
              </a:rPr>
              <a:t>voltage fluctuations) does not affect digital data nearly as much as it does analog signals.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60F81D8-09B6-113B-E24F-FAB4BA7F1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6F42A-EF72-40C0-8B50-3C58D3FD1E5D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7CF1F49-D586-E80D-31BF-83308DEFD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7E9F992-AF05-64BF-E567-8E4D9D577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036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567800E-7732-C48A-7064-5E60D9CE2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2FEFCDF-D610-122A-36AA-AF6CDA4D5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0" u="none" strike="noStrike" baseline="0" dirty="0">
                <a:latin typeface="HelveticaNeue-Roman"/>
              </a:rPr>
              <a:t>Digital Quantities</a:t>
            </a:r>
            <a:endParaRPr lang="en-US" sz="7200" b="1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xmlns="" id="{81FD6467-D861-AB75-30E0-7CFB67D8E9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500" y="1346200"/>
            <a:ext cx="9321800" cy="440689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9670D56-56CC-0E25-20AF-42DBEA565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2DB38-88AF-4DF6-8077-E850585CBC7F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34BDEE8-FF51-A77A-D352-F4B81252C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975053D-C411-43DD-96DF-6DBE80F3B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886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BF10C67-3BB5-1884-9CC8-879EA6BEB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Analog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E37760D-F099-88E2-D323-EBB9585E3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public address system, used to amplify sound so that it can be heard by a large audience, is one simple example of an application of analog electronics.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D14EDAF-65C4-FC2C-5975-8F771A895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54E75-3166-4BE7-BCBF-D616EE4D1997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FCA3FEC-7EEA-834B-139B-EC2ADBF0C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2AB6AFF-B0DB-57A7-1E03-31500F01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238E7159-5F8A-5A32-C920-BF330B768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900" y="3013227"/>
            <a:ext cx="6870700" cy="316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869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9321D4-8C5C-147D-43C9-F91C56B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System Using Digital and Analog Methods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18D888E8-7A15-9936-39F3-900F088B95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8680" y="1905000"/>
            <a:ext cx="8976839" cy="359366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473D3F1-7FEA-457E-37C9-CD6502169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748BE-4B56-4F0B-B3F4-E386054695B4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E09C531-E98B-C3A0-1353-AD013DCCA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6E7D75E-0CF9-D43F-344E-0B22F39E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849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8523DC-C90B-2106-6362-F453691EB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Mechatronics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FE7F6C2-72B0-B859-DE7C-560264E2C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Both digital and analog electronics are used in the control of various mechanical systems.</a:t>
            </a:r>
          </a:p>
          <a:p>
            <a:r>
              <a:rPr lang="en-US" dirty="0"/>
              <a:t>The interdisciplinary field that comprises both mechanical and electronic components is known as mechatronics.</a:t>
            </a:r>
          </a:p>
          <a:p>
            <a:r>
              <a:rPr lang="en-US" dirty="0"/>
              <a:t>Mechatronic systems are found in homes, industry, and transportation.</a:t>
            </a:r>
          </a:p>
          <a:p>
            <a:r>
              <a:rPr lang="en-US" dirty="0"/>
              <a:t>Most home appliances consist of both mechanical and electronic components.</a:t>
            </a:r>
          </a:p>
          <a:p>
            <a:r>
              <a:rPr lang="en-US" dirty="0"/>
              <a:t>Electronics controls the operation of a washing machine in terms of water flow, temperature, and type of cycle.</a:t>
            </a:r>
          </a:p>
          <a:p>
            <a:r>
              <a:rPr lang="en-US" dirty="0"/>
              <a:t>Manufacturing industries rely heavily on mechatronics for process control and assembly.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710C13E-CC89-9BFA-F929-A19FAC28A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93B1A-4E08-41B3-A4AA-22E9E96C76C0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AA85722-4C8A-3C10-B5A7-EB5CF1DBE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E8EBF23-C9A1-71EC-CCC3-6804D606D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477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F86D252-15D9-DDA2-E14D-8B1D463B2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F7CE69-ACD8-5BF4-F0E5-6C4698FE0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Mechatronics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E0F86DC-A19B-E0F8-DAE8-1DFFDC7AB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automotive and other types of manufacturing, robotic arms perform precision welding, painting, and other functions on the assembly line.</a:t>
            </a:r>
          </a:p>
          <a:p>
            <a:r>
              <a:rPr lang="en-US" dirty="0"/>
              <a:t>Automobiles themselves are mechatronic machines</a:t>
            </a:r>
          </a:p>
          <a:p>
            <a:r>
              <a:rPr lang="en-US" dirty="0"/>
              <a:t>a digital computer controls functions such as braking, engine parameters, fuel flow, safety features, and monitoring.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CB72FAF-0923-EC93-2543-501A2111A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B9F66-5796-4713-9C12-230DBD192D84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AB0D348-332A-B7B3-6F97-98C257350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A024FDE-A1DC-657E-BC86-F28C55F0C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4862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39B0400-A9EC-E038-1AD4-ADCDFAF9A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764D1F-1A5B-8478-AFB0-E93525F2E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Mechatronics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8EC222C4-83B5-F1F5-715E-F42FA7EF20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7197" y="2540569"/>
            <a:ext cx="8459381" cy="321989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13F1826-6EA9-1609-B4C9-4A85A5A82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63B65-7E0A-47F9-9A56-11DABE72567C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B22E9B6-9450-4E51-2D2C-E7482346D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EEACB1E-F957-20F1-5189-06A370FDF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5491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E3FA06-F898-8553-344F-759478D00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#1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6143C998-5BBA-D7DE-8701-620DAFBBB3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9"/>
            <a:ext cx="10515600" cy="4133662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1F4EFC4-2DBA-5D9A-A96C-4A1C9FE39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3C5A4-707D-406F-A780-17CEED0DD5A0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CD9C39F-C7D4-215C-AC57-F5CBC254B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868769A-8705-99B1-400E-8FB4E7985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0694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6F5A5072-7B47-4D32-B52A-4EBBF590B8A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9715DAF0-AE1B-46C9-8A6B-DB2AA05AB91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6016219D-510E-4184-9090-6D5578A87B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FF4A713-7B75-4B21-90D7-5AB19547C7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DC631C0B-6DA6-4E57-8231-CE32B3434A7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xmlns="" id="{C29501E6-A978-4A61-9689-9085AF97A53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8C5982-6B56-05AD-6138-D1A9B11B6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1–2 Binary Digits, Logic Levels, and Digital Waveforms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0E3B9CF-39F8-EA37-29D2-BD4B87C099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46837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C2E5A6A5-E2BD-4CCC-BC1D-2DCD231E09BB}" type="datetime1">
              <a:rPr lang="en-US" sz="11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10/9/2025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CF74632-E7A6-3916-ED3F-217A1523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E47FF1D-BD96-7D98-212B-73B50A67D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46837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9B618960-8005-486C-9A75-10CB2AAC16F9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110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2BDC2B-E304-59DB-7622-9DE98D98F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electronics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07A4210-0633-7425-6BFA-13DA3D148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circuits and systems</a:t>
            </a:r>
          </a:p>
          <a:p>
            <a:pPr lvl="1"/>
            <a:r>
              <a:rPr lang="en-US" dirty="0"/>
              <a:t>two possible states.</a:t>
            </a:r>
          </a:p>
          <a:p>
            <a:pPr lvl="2"/>
            <a:r>
              <a:rPr lang="en-US" dirty="0"/>
              <a:t>represented by two different voltage levels</a:t>
            </a:r>
          </a:p>
          <a:p>
            <a:pPr lvl="3"/>
            <a:r>
              <a:rPr lang="en-US" dirty="0"/>
              <a:t>A HIGH and a LOW</a:t>
            </a:r>
          </a:p>
          <a:p>
            <a:r>
              <a:rPr lang="en-US" dirty="0"/>
              <a:t>The two states can also be represented by current levels, bits and bumps on a CD or DVD, etc.</a:t>
            </a:r>
          </a:p>
          <a:p>
            <a:r>
              <a:rPr lang="en-US" dirty="0"/>
              <a:t>In digital systems such as computers</a:t>
            </a:r>
          </a:p>
          <a:p>
            <a:pPr lvl="1"/>
            <a:r>
              <a:rPr lang="en-US" dirty="0"/>
              <a:t>combinations of the two states</a:t>
            </a:r>
          </a:p>
          <a:p>
            <a:pPr lvl="2"/>
            <a:r>
              <a:rPr lang="en-US" dirty="0"/>
              <a:t>called codes</a:t>
            </a:r>
          </a:p>
          <a:p>
            <a:pPr lvl="3"/>
            <a:r>
              <a:rPr lang="en-US" dirty="0"/>
              <a:t>Are used to represent numbers, symbols, alphabetic characters, and other types of information.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3499FF9-0BE1-FDAF-A40D-C6DBC1E0F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75DB-BA22-4D9A-AA14-8C789027F06A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7CE9B7D-A6C9-8E9F-CECB-1A68B4EEB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A28F7AD-4F96-8009-4E0F-2DD020601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638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CCFE31A-8EC5-3B3C-1BBC-5A4BF6710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6C8E7F-F0D8-C278-84FB-1CCD5DE8C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electronics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209AD11-84DC-6E82-6758-1C4138100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two-state number system is called binary</a:t>
            </a:r>
          </a:p>
          <a:p>
            <a:pPr lvl="1"/>
            <a:r>
              <a:rPr lang="en-US" dirty="0"/>
              <a:t>its two digits are 0 and 1</a:t>
            </a:r>
          </a:p>
          <a:p>
            <a:pPr lvl="2"/>
            <a:r>
              <a:rPr lang="en-US" dirty="0"/>
              <a:t>A binary digit is called a bit.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6B1437D-25C0-BEC6-3AF2-DBC53272D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4B15F-467F-4532-A7E4-D7BD60D758B4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B606B6C-AD1A-9E4F-E0EC-B6163769A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299B65E-89CB-9A63-DD40-251ED1B87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114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6C96DE-5CC5-3AF2-435B-B6F759AA8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Digits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5C24D4B-01CE-9075-115C-296657F38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Each of the two digits in the binary system, 1 and 0, is called a bit</a:t>
            </a:r>
          </a:p>
          <a:p>
            <a:r>
              <a:rPr lang="en-US" dirty="0"/>
              <a:t>which is a contraction of the words binary digit (</a:t>
            </a:r>
            <a:r>
              <a:rPr lang="en-US" dirty="0" err="1"/>
              <a:t>b_it</a:t>
            </a:r>
            <a:r>
              <a:rPr lang="en-US" dirty="0"/>
              <a:t>)</a:t>
            </a:r>
          </a:p>
          <a:p>
            <a:r>
              <a:rPr lang="en-US" dirty="0"/>
              <a:t>Generally, 1 is represented by the higher voltage, which we will refer to as a HIGH</a:t>
            </a:r>
          </a:p>
          <a:p>
            <a:r>
              <a:rPr lang="en-US" dirty="0"/>
              <a:t>0 </a:t>
            </a:r>
          </a:p>
          <a:p>
            <a:pPr lvl="1"/>
            <a:r>
              <a:rPr lang="en-US" dirty="0"/>
              <a:t>lower voltage level</a:t>
            </a:r>
          </a:p>
          <a:p>
            <a:pPr lvl="2"/>
            <a:r>
              <a:rPr lang="en-US" dirty="0"/>
              <a:t>positive logic</a:t>
            </a:r>
          </a:p>
          <a:p>
            <a:r>
              <a:rPr lang="en-US" dirty="0"/>
              <a:t>Negative logic is reverse </a:t>
            </a:r>
          </a:p>
          <a:p>
            <a:pPr lvl="1"/>
            <a:r>
              <a:rPr lang="en-US" dirty="0"/>
              <a:t>Another system in which a 1 is represented by a LOW and a 0 is represented by a HIGH is called negative logic.</a:t>
            </a:r>
          </a:p>
          <a:p>
            <a:r>
              <a:rPr lang="en-US" dirty="0"/>
              <a:t>Groups of bits (combinations of 1s and 0s), called codes</a:t>
            </a:r>
          </a:p>
          <a:p>
            <a:pPr lvl="1"/>
            <a:r>
              <a:rPr lang="en-US" dirty="0"/>
              <a:t>used to represent numbers, letters, symbols, instructions, and anything else required in a given application.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3751720-04D8-AA45-430C-900BCE117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55FA-D051-467B-ADB5-BF4ADE1A7834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405A869-3F4B-3174-1E70-5F4BD0362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B7FDD74-32EA-83E1-80C6-FC3371B4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7772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D100FA7-EFDF-2C99-A37F-422563BDF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4117395-EDD4-A8AF-065A-6F0D9DA8C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 voltages used to represent a 1 and a 0 are called logic levels.</a:t>
            </a:r>
          </a:p>
          <a:p>
            <a:r>
              <a:rPr lang="en-US" dirty="0"/>
              <a:t>a HIGH can be any voltage between a specified minimum value and a specified maximum value. </a:t>
            </a:r>
          </a:p>
          <a:p>
            <a:r>
              <a:rPr lang="en-US" dirty="0"/>
              <a:t>Likewise, a LOW can be any voltage between a specified minimum and a specified maximum.</a:t>
            </a:r>
          </a:p>
          <a:p>
            <a:r>
              <a:rPr lang="en-US" dirty="0"/>
              <a:t>There can be no overlap between the accepted range of HIGH levels and the accepted range of LOW levels.</a:t>
            </a:r>
          </a:p>
          <a:p>
            <a:r>
              <a:rPr lang="en-US" dirty="0"/>
              <a:t>the HIGH input values for a certain type of digital circuit technology called CMOS may range from 2 V to 3.3 V and </a:t>
            </a:r>
          </a:p>
          <a:p>
            <a:r>
              <a:rPr lang="en-US" dirty="0"/>
              <a:t>the LOW input values may range from 0 V to 0.8 V.</a:t>
            </a:r>
          </a:p>
          <a:p>
            <a:r>
              <a:rPr lang="en-US" dirty="0"/>
              <a:t>If a voltage of 2.5 V is applied, the circuit will accept it as a HIGH or binary 1.</a:t>
            </a:r>
          </a:p>
          <a:p>
            <a:r>
              <a:rPr lang="en-US" dirty="0"/>
              <a:t>a voltage of 0.5 V</a:t>
            </a:r>
          </a:p>
          <a:p>
            <a:pPr lvl="1"/>
            <a:r>
              <a:rPr lang="en-US" dirty="0"/>
              <a:t>accept it as a LOW or binary 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75A3838-CF1A-3F5C-E323-3D80A39C7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6EC13-62AA-42E5-ADA8-157562AF3D37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8C5748F-0029-935D-4D79-8F80944D7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CAB4859-EDA8-0467-DF6A-B38C57A0B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292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8E45803-70B8-B1D5-8FF6-F1181F51A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D4F7F1F-EEA7-6FEC-B53B-D526A92ED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5825"/>
          </a:xfrm>
        </p:spPr>
        <p:txBody>
          <a:bodyPr/>
          <a:lstStyle/>
          <a:p>
            <a:r>
              <a:rPr lang="en-US" dirty="0"/>
              <a:t>Logic Levels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28FD521F-0EF8-0DAE-7464-06A4FCF0AD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1527" y="1250950"/>
            <a:ext cx="5342373" cy="488315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A361FC6-FADC-22BE-6574-6148DF50D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671EC-2DEC-4CBF-838B-BC3AB338FB3D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E126133-6C04-9093-72D8-DBEE640A6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A220D4F-60E3-73E0-3426-F870C2C9E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1711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C88205-F4D2-A4F4-3112-00FD3F030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Waveforms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62242B-791A-738D-AD75-66B2A7730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Digital waveforms consist of voltage levels that are changing back and forth between the HIGH and LOW levels or states</a:t>
            </a:r>
          </a:p>
          <a:p>
            <a:r>
              <a:rPr lang="en-US" dirty="0"/>
              <a:t>positive-going pulse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normally LOW level to its HIGH level and then back to its LOW level</a:t>
            </a:r>
          </a:p>
          <a:p>
            <a:r>
              <a:rPr lang="en-US" dirty="0"/>
              <a:t>negative-going pulse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 in Figure 1–7(b) is generated when the voltage goes from its normally HIGH level to its LOW level and back to its HIGH level.</a:t>
            </a:r>
          </a:p>
          <a:p>
            <a:r>
              <a:rPr lang="en-US" dirty="0"/>
              <a:t>A digital waveform is made up of a series of pulses.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14A4D4D-D08A-89BC-C385-4A469A300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EB91A6-DB64-65AB-54C7-25B04F0A6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F017D3E-7E78-2479-B2D7-4718F4EBE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2766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B2E4C34-319A-386C-ED8B-4359347C1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A2F92C-3F87-CA4B-A8F6-4722C619C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Waveforms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EBCE694C-D14E-7284-0E1C-140B42AF95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7599" y="1408112"/>
            <a:ext cx="10696201" cy="404177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F7D4EEC-D72B-DF9E-49B5-39DA9C366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C02BEF7-9EB2-9BA4-33C4-4792A6F12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BDE8B4F-DC97-EFD0-E330-305925F24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4527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57F14A-63E8-683B-5A8A-B727E9FDB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Pulse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D905E47-F872-B4DE-F3C3-6F8B85C61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pulse has two edges</a:t>
            </a:r>
          </a:p>
          <a:p>
            <a:pPr lvl="1"/>
            <a:r>
              <a:rPr lang="en-US" dirty="0"/>
              <a:t>a leading edge that occurs first at time t0</a:t>
            </a:r>
          </a:p>
          <a:p>
            <a:pPr lvl="1"/>
            <a:r>
              <a:rPr lang="en-US" dirty="0"/>
              <a:t>a trailing edge that occurs last at time t1</a:t>
            </a:r>
          </a:p>
          <a:p>
            <a:r>
              <a:rPr lang="en-US" dirty="0"/>
              <a:t>For a positive-going pulse</a:t>
            </a:r>
          </a:p>
          <a:p>
            <a:pPr lvl="1"/>
            <a:r>
              <a:rPr lang="en-US" dirty="0"/>
              <a:t>the leading </a:t>
            </a:r>
            <a:r>
              <a:rPr lang="en-US" dirty="0" err="1"/>
              <a:t>edgeis</a:t>
            </a:r>
            <a:r>
              <a:rPr lang="en-US" dirty="0"/>
              <a:t> a rising edge</a:t>
            </a:r>
          </a:p>
          <a:p>
            <a:pPr lvl="1"/>
            <a:r>
              <a:rPr lang="en-US" dirty="0"/>
              <a:t>the trailing edge is a falling edge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E249041-D145-C9A5-8A21-8D5AC6AB3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02F8F22-D9A8-5919-060D-C2422ACD4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12009B8-9E21-7A28-40F9-D61628EDD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9503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3DDCBD3-513A-5C91-627D-61521D2A3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nonideal pulse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2D69FAA3-70BE-E31A-474E-846165FDAF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8826" y="1542330"/>
            <a:ext cx="9964974" cy="467432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796C73A-A27C-2295-C803-D366C1ADA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93BD93C-D55C-7598-FBEC-9D31C2C07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915B709-57C5-7ACE-5841-7DAC4E31E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88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11AC12E-8C3A-AE0F-361F-64BCE5BBA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E0BEF2-56BF-4AC0-D75A-873B31712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nonideal pulse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04F7042F-5773-7916-5732-A8827B533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overshoot and ringing</a:t>
            </a:r>
          </a:p>
          <a:p>
            <a:pPr lvl="1"/>
            <a:r>
              <a:rPr lang="en-US" dirty="0"/>
              <a:t>sometimes produced by stray inductive and capacitive effects.</a:t>
            </a:r>
          </a:p>
          <a:p>
            <a:r>
              <a:rPr lang="en-US" dirty="0"/>
              <a:t>The droop</a:t>
            </a:r>
          </a:p>
          <a:p>
            <a:pPr lvl="1"/>
            <a:r>
              <a:rPr lang="en-US" dirty="0"/>
              <a:t>caused by stray capacitive and circuit resistance</a:t>
            </a:r>
          </a:p>
          <a:p>
            <a:pPr lvl="2"/>
            <a:r>
              <a:rPr lang="en-US" dirty="0"/>
              <a:t>Forming an RC circuit with a low time constant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24A5F59-3B35-D4FD-DAFC-AFAFAEAF5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34277D9-E568-A4E6-0133-CEC8AF8D1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888411A-989F-1C97-A78D-3AC3B1178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8614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1E75BBE-BD97-8382-74FB-E6F52CEDC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0F455A-4DEF-1556-05B4-046230E59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203701" cy="1325563"/>
          </a:xfrm>
        </p:spPr>
        <p:txBody>
          <a:bodyPr/>
          <a:lstStyle/>
          <a:p>
            <a:r>
              <a:rPr lang="en-US" dirty="0"/>
              <a:t>nonideal pulse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26FD622F-7CB6-A424-881D-B2658D7C040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1" y="0"/>
            <a:ext cx="5321299" cy="626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7C25258-46C7-A38B-C88C-641933739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D026C88-A75E-B631-5E93-095DF1582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35D803C-C9FB-5731-545B-EB8B3F6C8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4228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34A677-BB55-9679-E871-FAE4CCCF0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Waveform Characteristics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A06E8BCE-F37B-7932-7DD3-78B1F4BF9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series of pulses, sometimes called pulse trains</a:t>
            </a:r>
          </a:p>
          <a:p>
            <a:pPr lvl="1"/>
            <a:r>
              <a:rPr lang="en-US" dirty="0"/>
              <a:t>classified as either periodic or nonperiodic</a:t>
            </a:r>
          </a:p>
          <a:p>
            <a:r>
              <a:rPr lang="en-US" dirty="0"/>
              <a:t>a fixed interval, called a period (T)</a:t>
            </a:r>
          </a:p>
          <a:p>
            <a:r>
              <a:rPr lang="en-US" dirty="0"/>
              <a:t>frequency ( f ) is the rate at which it repeats itself and is measured in hertz (Hz).</a:t>
            </a:r>
          </a:p>
          <a:p>
            <a:r>
              <a:rPr lang="en-US" dirty="0"/>
              <a:t>The frequency ( f ) of a pulse (digital) waveform is the reciprocal of the period.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D0F10E0-F6BC-4D6C-B2DE-786DBA758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388CAEE-1FA2-6734-D19A-69DF7395B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BC05AFC-8A8B-83AE-7AF3-C556E3C93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5974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B31FB7D-E21E-6531-2CE7-093E03279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3E309F-D30E-846B-75E0-788F7D912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Waveform Characteristics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5778C08C-0727-E2C2-0E4B-0870EC534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important characteristic of a periodic digital waveform is its duty cycle</a:t>
            </a:r>
          </a:p>
          <a:p>
            <a:pPr lvl="1"/>
            <a:r>
              <a:rPr lang="en-US" dirty="0"/>
              <a:t>ratio of the pulse width (</a:t>
            </a:r>
            <a:r>
              <a:rPr lang="en-US" dirty="0" err="1"/>
              <a:t>tW</a:t>
            </a:r>
            <a:r>
              <a:rPr lang="en-US" dirty="0"/>
              <a:t>) to the period (T )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79C2DCA-995F-A28F-3609-2F97B4FA1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476144F-6F13-F9E5-EEDE-D599F8C12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05B362A-3C66-1965-53B7-B9DDE8DFE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37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F74511EE-6E33-6DD0-BB81-37BBA619B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090815"/>
            <a:ext cx="4010585" cy="6763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182834FF-5B8D-A2A3-6FF1-F0BDDE617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643150"/>
            <a:ext cx="3286584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266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9C6725D-D9FC-53F6-96E3-988C3F291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EDA019-EDC8-3D32-E3E7-613AD1124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Waveform Characteristics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6E2C7A10-6C74-BCFB-5B77-E0EFFFAF9C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4913" y="2032000"/>
            <a:ext cx="8970690" cy="279400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68D954D-4C44-9D14-B9B3-6DAFE9C2D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F99DBDA-62E2-B068-B065-9B9FAD6F2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D32BE4E-FFDF-AA0F-349A-9BE68240C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5001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6180300-1935-D946-824A-890502E8E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75DB17-3C39-8E95-AC14-2F8397ED9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Waveform Characteristics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xmlns="" id="{8902173D-92BD-4A12-CED1-CD656467C11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00" y="1202192"/>
            <a:ext cx="8021549" cy="5154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57EBDAA-9B26-52B7-0CC5-2FD3F7AFD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5CE1F87-1AD7-0E06-92A4-5CA04C27A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F130F83-1D90-89E1-9B03-7115CCED3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6206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BBCD8A6-C314-6759-3051-185455339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2195B4-A332-8004-9E2D-07A710F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225503"/>
            <a:ext cx="2743200" cy="1325563"/>
          </a:xfrm>
        </p:spPr>
        <p:txBody>
          <a:bodyPr/>
          <a:lstStyle/>
          <a:p>
            <a:r>
              <a:rPr lang="en-US" dirty="0"/>
              <a:t>Numerical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1979B998-95CF-225E-3AEA-FB706156D4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2600" y="225503"/>
            <a:ext cx="6807200" cy="5744212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C61CEC2-F76A-CE8B-36F7-DB92E8A29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69EF1E1-6E4A-4DC9-0B54-B854E1BB1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E8B67CB-55CE-129C-EF79-8ED71D358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5313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090B49-2F90-9CF9-21D4-7CDE04468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Digital Waveform Carries Binary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FDF8DB6-A96C-8A41-E51F-5FAD670F4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Binary information</a:t>
            </a:r>
          </a:p>
          <a:p>
            <a:pPr lvl="1"/>
            <a:r>
              <a:rPr lang="en-US" dirty="0"/>
              <a:t>handled by digital systems</a:t>
            </a:r>
          </a:p>
          <a:p>
            <a:pPr lvl="2"/>
            <a:r>
              <a:rPr lang="en-US" dirty="0"/>
              <a:t>appears as waveforms</a:t>
            </a:r>
          </a:p>
          <a:p>
            <a:pPr lvl="3"/>
            <a:r>
              <a:rPr lang="en-US" dirty="0"/>
              <a:t>that represent sequences of bits</a:t>
            </a:r>
          </a:p>
          <a:p>
            <a:pPr lvl="1"/>
            <a:r>
              <a:rPr lang="en-US" dirty="0"/>
              <a:t>When the waveform is HIGH, </a:t>
            </a:r>
          </a:p>
          <a:p>
            <a:pPr lvl="2"/>
            <a:r>
              <a:rPr lang="en-US" dirty="0"/>
              <a:t>a binary 1 is present</a:t>
            </a:r>
          </a:p>
          <a:p>
            <a:pPr lvl="1"/>
            <a:r>
              <a:rPr lang="en-US" dirty="0"/>
              <a:t>when the waveform is LOW,</a:t>
            </a:r>
          </a:p>
          <a:p>
            <a:pPr lvl="2"/>
            <a:r>
              <a:rPr lang="en-US" dirty="0"/>
              <a:t>a binary 0 is present</a:t>
            </a:r>
          </a:p>
          <a:p>
            <a:pPr lvl="1"/>
            <a:r>
              <a:rPr lang="en-US" dirty="0"/>
              <a:t>Each bit in a sequence occupies a defined time interval</a:t>
            </a:r>
          </a:p>
          <a:p>
            <a:pPr lvl="2"/>
            <a:r>
              <a:rPr lang="en-US" dirty="0"/>
              <a:t>Called a bit time.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89D68AB-7631-32E0-0999-F20E85F10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C634A18-84AF-6287-3D76-E81F4FFC7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6D1C02E-2CEB-86F7-31A4-08A8D4B37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376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EA418CD-CBCF-C27E-C999-FFAA80FDF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80CB9C-18B9-F53E-175F-14E6421BB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Digital Waveform Carries Binary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A83DBBD-E981-04D9-9A91-4F0B64A06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Clock</a:t>
            </a:r>
          </a:p>
          <a:p>
            <a:pPr lvl="1"/>
            <a:r>
              <a:rPr lang="en-US" dirty="0"/>
              <a:t>In digital systems</a:t>
            </a:r>
          </a:p>
          <a:p>
            <a:pPr lvl="2"/>
            <a:r>
              <a:rPr lang="en-US" dirty="0"/>
              <a:t>all waveforms are synchronized with a basic</a:t>
            </a:r>
          </a:p>
          <a:p>
            <a:pPr lvl="3"/>
            <a:r>
              <a:rPr lang="en-US" dirty="0"/>
              <a:t> timing waveform called</a:t>
            </a:r>
          </a:p>
          <a:p>
            <a:pPr lvl="4"/>
            <a:r>
              <a:rPr lang="en-US" dirty="0"/>
              <a:t> the clock.</a:t>
            </a:r>
          </a:p>
          <a:p>
            <a:pPr lvl="1"/>
            <a:r>
              <a:rPr lang="en-US" dirty="0"/>
              <a:t>The clock is a periodic waveform</a:t>
            </a:r>
          </a:p>
          <a:p>
            <a:pPr lvl="2"/>
            <a:r>
              <a:rPr lang="en-US" dirty="0"/>
              <a:t>in which each interval between pulses (the period)</a:t>
            </a:r>
          </a:p>
          <a:p>
            <a:pPr lvl="3"/>
            <a:r>
              <a:rPr lang="en-US" dirty="0"/>
              <a:t>equals the time for one bit.</a:t>
            </a:r>
          </a:p>
          <a:p>
            <a:pPr lvl="2"/>
            <a:r>
              <a:rPr lang="en-US" dirty="0"/>
              <a:t>Figure 1–11. Notice that, in this case, each change in level of waveform A occurs at the leading edge of the clock waveform.</a:t>
            </a:r>
          </a:p>
          <a:p>
            <a:pPr lvl="2"/>
            <a:r>
              <a:rPr lang="en-US" dirty="0"/>
              <a:t>During each bit time of the clock, waveform A is either HIGH or LOW.</a:t>
            </a:r>
          </a:p>
          <a:p>
            <a:pPr lvl="2"/>
            <a:r>
              <a:rPr lang="en-US" dirty="0"/>
              <a:t>These HIGHs and LOWs represent a sequence </a:t>
            </a:r>
            <a:r>
              <a:rPr lang="en-US" sz="1800" b="0" i="0" u="none" strike="noStrike" baseline="0" dirty="0">
                <a:latin typeface="Times-Roman"/>
              </a:rPr>
              <a:t>of bits as indicated.</a:t>
            </a:r>
          </a:p>
          <a:p>
            <a:pPr lvl="2"/>
            <a:r>
              <a:rPr lang="en-US" dirty="0"/>
              <a:t>The clock waveform itself does not carry information.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35E3864-6064-742A-1DCC-6A3F16EC5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356CFF6-4981-2664-20E7-0A02DBBF8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B403963-24D1-0F86-7A94-775717C95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740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954DE69-6DDD-986B-AAFA-6A706B8D6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4DC47F-E6BC-58AD-67B3-EFE37FC4C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Digital Waveform Carries Binary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5FCB9FE-E6A5-B347-881D-97E6C8F02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Clock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EA141A9-7C36-AA1C-0FDF-FB5D5F1F3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4078C40-F76C-9B4D-AD0B-99098730A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A74F1D8-1E27-9DCA-B19F-37919327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78FF8D71-C93D-E671-3408-19DEA2A71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79" y="2244687"/>
            <a:ext cx="9862148" cy="393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0438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E0FDF15-25B1-249B-A832-D49173BE5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754B64-9357-919D-DEFC-93C046C3A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Digital Waveform Carries Binary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452C83D-4DB0-570F-D162-24994DBAA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Timing Diagrams</a:t>
            </a:r>
          </a:p>
          <a:p>
            <a:pPr lvl="1"/>
            <a:r>
              <a:rPr lang="en-US" dirty="0"/>
              <a:t>A timing diagram</a:t>
            </a:r>
          </a:p>
          <a:p>
            <a:pPr lvl="2"/>
            <a:r>
              <a:rPr lang="en-US" dirty="0"/>
              <a:t>is a graph of digital waveforms showing the actual time relationship of two or more waveforms and how each waveform changes in relation to the others.</a:t>
            </a:r>
          </a:p>
          <a:p>
            <a:pPr lvl="2"/>
            <a:r>
              <a:rPr lang="en-US" dirty="0"/>
              <a:t>can determine the states (HIGH or LOW) of all the waveforms at any specified point in time and the exact time that a waveform changes state relative to the other waveforms</a:t>
            </a:r>
          </a:p>
          <a:p>
            <a:pPr lvl="1"/>
            <a:r>
              <a:rPr lang="en-US" dirty="0"/>
              <a:t>Figure 1–12 is an example of a timing diagram made up of four waveforms.</a:t>
            </a:r>
          </a:p>
          <a:p>
            <a:pPr lvl="2"/>
            <a:r>
              <a:rPr lang="en-US" dirty="0"/>
              <a:t>the three waveforms A, B, and C are HIGH only during bit time 7 (shaded area) and they all change back LOW at the end of bit time 7.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ECAB5B5-E95F-B743-61D6-243BC5B57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B1FD349-61C0-5A51-7757-A731445B4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3069219-7228-0150-17C5-3560710FB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4338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E526399-003C-B0E9-04BB-3F72CCE08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581D370-D759-5568-A554-29F02A656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Digital Waveform Carries Binary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9EFA367-8ED3-5346-145D-D0CBFCE70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Timing Diagrams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0C797CE-B2F7-DBBC-8085-6755757B4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6EAC5D9-4CEC-185C-7AE6-F49282170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D9D7B32-FCDE-04A1-1809-454C638CB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CFA64838-E997-092F-A4DB-FA2759ED0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578" y="2316479"/>
            <a:ext cx="9047722" cy="3790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6401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8B9A84C-9167-BE87-0B45-AF9A03111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89C3E6-5B43-C185-1685-17F674E24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Digital Waveform Carries Binary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D040BBF-43EE-E1DF-F929-F0FCE9058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Data Transfer</a:t>
            </a:r>
          </a:p>
          <a:p>
            <a:pPr lvl="1"/>
            <a:r>
              <a:rPr lang="en-US" dirty="0"/>
              <a:t>Data</a:t>
            </a:r>
          </a:p>
          <a:p>
            <a:pPr lvl="2"/>
            <a:r>
              <a:rPr lang="en-US" dirty="0"/>
              <a:t> refers to groups of bits that convey some type of information.</a:t>
            </a:r>
          </a:p>
          <a:p>
            <a:pPr lvl="1"/>
            <a:r>
              <a:rPr lang="en-US" dirty="0"/>
              <a:t>Binary data</a:t>
            </a:r>
          </a:p>
          <a:p>
            <a:pPr lvl="2"/>
            <a:r>
              <a:rPr lang="en-US" dirty="0"/>
              <a:t>represented by digital waveforms</a:t>
            </a:r>
          </a:p>
          <a:p>
            <a:pPr lvl="2"/>
            <a:r>
              <a:rPr lang="en-US" dirty="0" err="1"/>
              <a:t>ransferred</a:t>
            </a:r>
            <a:r>
              <a:rPr lang="en-US" dirty="0"/>
              <a:t> from one device to another</a:t>
            </a:r>
          </a:p>
          <a:p>
            <a:pPr lvl="1"/>
            <a:r>
              <a:rPr lang="en-US" dirty="0"/>
              <a:t>As illustrated in Figure 1–13, </a:t>
            </a:r>
          </a:p>
          <a:p>
            <a:pPr lvl="2"/>
            <a:r>
              <a:rPr lang="en-US" dirty="0"/>
              <a:t>binary data are transferred in two ways: serial and parallel.</a:t>
            </a:r>
          </a:p>
          <a:p>
            <a:pPr lvl="1"/>
            <a:r>
              <a:rPr lang="en-US" dirty="0"/>
              <a:t>Serial</a:t>
            </a:r>
          </a:p>
          <a:p>
            <a:pPr lvl="2"/>
            <a:r>
              <a:rPr lang="en-US" dirty="0"/>
              <a:t>sent one bit at a time along a single line During the time interval from t0 to t1, the first bit is transferred.</a:t>
            </a:r>
          </a:p>
          <a:p>
            <a:pPr lvl="2"/>
            <a:r>
              <a:rPr lang="en-US" dirty="0"/>
              <a:t>During the time interval from t1 to t2, the second bit is transferred, and so on.</a:t>
            </a:r>
          </a:p>
          <a:p>
            <a:pPr lvl="2"/>
            <a:r>
              <a:rPr lang="en-US" dirty="0"/>
              <a:t>To transfer eight bits in series, it takes eight time-intervals.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C11BDF5-4A3A-E99D-3B0C-86790770B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B473D24-22D8-4AE9-8BA5-DFDC47E4B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6309F2B-C90B-6572-6D2E-3D51193FA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6901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A4C29CC-471C-5AC1-4A40-2222DFAF3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69055A-CFA5-D46A-D590-2FB20BA1B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Digital Waveform Carries Binary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6AA1C44-B50F-56A3-0757-698398C8F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Data Transfer</a:t>
            </a:r>
          </a:p>
          <a:p>
            <a:pPr lvl="1"/>
            <a:r>
              <a:rPr lang="en-US" dirty="0"/>
              <a:t>parallel </a:t>
            </a:r>
          </a:p>
          <a:p>
            <a:pPr lvl="2"/>
            <a:r>
              <a:rPr lang="en-US" dirty="0"/>
              <a:t>When bits are transferred in parallel form, all the bits in a group are sent out on separate lines at the same time.</a:t>
            </a:r>
          </a:p>
          <a:p>
            <a:pPr lvl="2"/>
            <a:r>
              <a:rPr lang="en-US" dirty="0"/>
              <a:t>There is one line for each bit as shown in Figure 1–13(b)</a:t>
            </a:r>
          </a:p>
          <a:p>
            <a:pPr lvl="2"/>
            <a:r>
              <a:rPr lang="en-US" dirty="0"/>
              <a:t>To transfer eight bits in parallel, it takes one time interval compared to eight time intervals for the serial transfer.</a:t>
            </a:r>
          </a:p>
          <a:p>
            <a:pPr lvl="1"/>
            <a:r>
              <a:rPr lang="en-US" dirty="0"/>
              <a:t>an advantage </a:t>
            </a:r>
          </a:p>
          <a:p>
            <a:pPr lvl="2"/>
            <a:r>
              <a:rPr lang="en-US" dirty="0"/>
              <a:t>of serial transfer of binary data is that a minimum of only one line is required.</a:t>
            </a:r>
          </a:p>
          <a:p>
            <a:pPr lvl="2"/>
            <a:r>
              <a:rPr lang="en-US" dirty="0"/>
              <a:t>In parallel transfer, a number of lines equal to the number of bits to be transferred at one time is required.</a:t>
            </a:r>
          </a:p>
          <a:p>
            <a:pPr lvl="1"/>
            <a:r>
              <a:rPr lang="en-US" dirty="0"/>
              <a:t>A disadvantage</a:t>
            </a:r>
          </a:p>
          <a:p>
            <a:pPr lvl="2"/>
            <a:r>
              <a:rPr lang="en-US" dirty="0"/>
              <a:t>of serial transfer is that it takes longer to transfer a given number of bits than with parallel transfer at the same clock frequency</a:t>
            </a:r>
          </a:p>
          <a:p>
            <a:pPr lvl="2"/>
            <a:r>
              <a:rPr lang="en-US" dirty="0"/>
              <a:t>parallel transfer takes more lines than serial transfer.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BEF5073-0FC0-CE10-E950-801096293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8E2B814-F511-66C7-3336-1CFB716D9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DF7F076-39E6-3B67-C89F-B672652F7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0383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EE09A9F-AB99-02AE-13A1-E3D01966A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6E3B464-84E4-6F80-4BB2-C55926BD8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Digital Waveform Carries Binary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8423CBD-FC95-8103-132D-C3EAB2BA5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Transfer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0594B72-F3D4-FAD3-B138-BC230DD77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0F6AD19-9AC0-CE5D-6711-28EF1A8C6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C9742CB-1A73-4F88-0DD8-350805D06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F3E75FF2-811B-FC39-A053-EAD76233F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436" y="2368308"/>
            <a:ext cx="8674107" cy="380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2441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B192695-4E5D-3E5D-D6AE-6C9FF030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7FD439-90EF-1E6D-5A80-7FA77492A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Digital Waveform Carries Binary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3279999-EEBB-92D3-8327-CA53B847A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983EC81-B13C-7E69-A3A1-3A1A4F7B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56AC50D-5180-1D8B-201B-622E078E2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03977B3-701F-D794-9FFB-8A6676754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49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80B279AB-2BB3-6DF3-E319-E7296B375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231" y="1690688"/>
            <a:ext cx="5166738" cy="40157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1415FC3-B721-7EA2-C662-22D784515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618" y="2552700"/>
            <a:ext cx="5571382" cy="273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2346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BF839D0-57E0-476A-F34C-063292FA2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098340-D4C1-8C40-4DF6-B47642DDD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Digital Waveform Carries Binary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E874FF8-05A1-D995-D26C-177F6C34A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B4B48DA-0165-7154-AA6B-5CEABBA41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44F5522-679D-BA31-F874-C66F54E06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4BCA2D1-61B6-2805-513E-93DD19EDE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50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8222D939-A727-7E74-30F9-A6D31FC24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200" y="1940800"/>
            <a:ext cx="8608332" cy="362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5999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C56EE1-DDB1-2EEA-6295-A66C9169F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1–3 Basic Logic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653F8F3-85C1-CF64-E13D-4406AF491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logic is the realm of human reasoning</a:t>
            </a:r>
          </a:p>
          <a:p>
            <a:pPr lvl="1"/>
            <a:r>
              <a:rPr lang="en-US" dirty="0"/>
              <a:t>that tells you a certain proposition (declarative statement) </a:t>
            </a:r>
          </a:p>
          <a:p>
            <a:pPr lvl="2"/>
            <a:r>
              <a:rPr lang="en-US" dirty="0"/>
              <a:t>is true if certain conditions are true.</a:t>
            </a:r>
          </a:p>
          <a:p>
            <a:pPr lvl="1"/>
            <a:r>
              <a:rPr lang="en-US" dirty="0"/>
              <a:t>Propositions can be classified as true or false.</a:t>
            </a:r>
          </a:p>
          <a:p>
            <a:pPr lvl="2"/>
            <a:r>
              <a:rPr lang="en-US" dirty="0"/>
              <a:t>Yes or no</a:t>
            </a:r>
          </a:p>
          <a:p>
            <a:pPr lvl="1"/>
            <a:r>
              <a:rPr lang="en-US" dirty="0"/>
              <a:t>Several propositions, when combined</a:t>
            </a:r>
          </a:p>
          <a:p>
            <a:pPr lvl="2"/>
            <a:r>
              <a:rPr lang="en-US" dirty="0"/>
              <a:t>form propositional, or logic, functions.</a:t>
            </a:r>
          </a:p>
          <a:p>
            <a:pPr lvl="2"/>
            <a:r>
              <a:rPr lang="en-US" dirty="0"/>
              <a:t>For example, the propositional statement</a:t>
            </a:r>
          </a:p>
          <a:p>
            <a:pPr lvl="3"/>
            <a:r>
              <a:rPr lang="en-US" dirty="0"/>
              <a:t>“The light is on” will be true if “The bulb is not burned out” is true and if “The switch is on” is true.</a:t>
            </a:r>
          </a:p>
          <a:p>
            <a:pPr lvl="3"/>
            <a:r>
              <a:rPr lang="en-US" dirty="0"/>
              <a:t>Therefore, this logical statement can be made: The light is on only if the bulb is not burned out and the switch is on.</a:t>
            </a:r>
          </a:p>
          <a:p>
            <a:pPr lvl="3"/>
            <a:r>
              <a:rPr lang="en-US" dirty="0"/>
              <a:t>In this example the first statement is true only if the last two statements are true.</a:t>
            </a:r>
          </a:p>
          <a:p>
            <a:pPr lvl="4"/>
            <a:r>
              <a:rPr lang="en-US" dirty="0"/>
              <a:t>The first statement (“The light is on”) is then the basic proposition</a:t>
            </a:r>
          </a:p>
          <a:p>
            <a:pPr lvl="4"/>
            <a:r>
              <a:rPr lang="en-US" dirty="0"/>
              <a:t>the other two statements are the conditions on </a:t>
            </a:r>
            <a:r>
              <a:rPr lang="en-US"/>
              <a:t>which the proposition </a:t>
            </a:r>
            <a:r>
              <a:rPr lang="en-US" dirty="0"/>
              <a:t>depends.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5BC3EC5-429A-6EB5-8B12-33C239A97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5163-6E69-4FD3-97FE-C9257ED864A4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B15BC07-8811-AD3A-2949-4B3BA7A66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Digital Logic Design | CS Department|  Instructor: Muhammad Ismail Qureshi | Sukkur IBA University Kandhkot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C0F8C11-E83C-19D7-8CB9-AC4FD4CAF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2561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3b8d298-0ebd-4179-870c-54065b47f3d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3037B57E119342B456A716479FE809" ma:contentTypeVersion="18" ma:contentTypeDescription="Create a new document." ma:contentTypeScope="" ma:versionID="d10f98b772d76f751bc4369f29a97033">
  <xsd:schema xmlns:xsd="http://www.w3.org/2001/XMLSchema" xmlns:xs="http://www.w3.org/2001/XMLSchema" xmlns:p="http://schemas.microsoft.com/office/2006/metadata/properties" xmlns:ns3="a3b8d298-0ebd-4179-870c-54065b47f3d5" xmlns:ns4="e24b7cdf-a6db-414f-b11c-aba015113162" targetNamespace="http://schemas.microsoft.com/office/2006/metadata/properties" ma:root="true" ma:fieldsID="f8e3f0d817be3d7d850997227e78ea3b" ns3:_="" ns4:_="">
    <xsd:import namespace="a3b8d298-0ebd-4179-870c-54065b47f3d5"/>
    <xsd:import namespace="e24b7cdf-a6db-414f-b11c-aba01511316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Location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b8d298-0ebd-4179-870c-54065b47f3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4b7cdf-a6db-414f-b11c-aba01511316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9339C78-5F70-482D-8541-9B1BD6989BA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03F152-8446-40D1-AFE9-64E8BD5C3231}">
  <ds:schemaRefs>
    <ds:schemaRef ds:uri="http://www.w3.org/XML/1998/namespace"/>
    <ds:schemaRef ds:uri="http://purl.org/dc/terms/"/>
    <ds:schemaRef ds:uri="http://purl.org/dc/elements/1.1/"/>
    <ds:schemaRef ds:uri="a3b8d298-0ebd-4179-870c-54065b47f3d5"/>
    <ds:schemaRef ds:uri="http://schemas.microsoft.com/office/2006/documentManagement/types"/>
    <ds:schemaRef ds:uri="e24b7cdf-a6db-414f-b11c-aba015113162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823C8EB7-E9CE-4B56-B5F1-9DB4457807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3b8d298-0ebd-4179-870c-54065b47f3d5"/>
    <ds:schemaRef ds:uri="e24b7cdf-a6db-414f-b11c-aba0151131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431</TotalTime>
  <Words>3584</Words>
  <Application>Microsoft Office PowerPoint</Application>
  <PresentationFormat>Widescreen</PresentationFormat>
  <Paragraphs>422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1" baseType="lpstr">
      <vt:lpstr>Aptos</vt:lpstr>
      <vt:lpstr>Arial</vt:lpstr>
      <vt:lpstr>Century Gothic</vt:lpstr>
      <vt:lpstr>Courier New</vt:lpstr>
      <vt:lpstr>HelveticaNeue-Roman</vt:lpstr>
      <vt:lpstr>Times New Roman</vt:lpstr>
      <vt:lpstr>Times-Bold</vt:lpstr>
      <vt:lpstr>Times-Roman</vt:lpstr>
      <vt:lpstr>Wingdings 3</vt:lpstr>
      <vt:lpstr>Ion</vt:lpstr>
      <vt:lpstr>Digital Logic Design Introductory Concepts Fall-2025</vt:lpstr>
      <vt:lpstr>OUTLINE</vt:lpstr>
      <vt:lpstr>Key Terms</vt:lpstr>
      <vt:lpstr>Objectives</vt:lpstr>
      <vt:lpstr>Introduction of the Course</vt:lpstr>
      <vt:lpstr>Before Diving into the DLD exploring Electron and Electronics</vt:lpstr>
      <vt:lpstr>Before Diving into the DLD exploring Electronics</vt:lpstr>
      <vt:lpstr>Before Diving into the DLD exploring Electronics</vt:lpstr>
      <vt:lpstr>Analog Vs Digital</vt:lpstr>
      <vt:lpstr>Analog Quantities Electronic circuits can be divided into two broad categories, digital and analog.</vt:lpstr>
      <vt:lpstr>Analog Quantities</vt:lpstr>
      <vt:lpstr>Digital Quantities</vt:lpstr>
      <vt:lpstr>Digital Quantities</vt:lpstr>
      <vt:lpstr>Digital Quantities</vt:lpstr>
      <vt:lpstr>Digital Quantities</vt:lpstr>
      <vt:lpstr>Digital Quantities</vt:lpstr>
      <vt:lpstr>Digital Quantities</vt:lpstr>
      <vt:lpstr>An Analog System</vt:lpstr>
      <vt:lpstr>A System Using Digital and Analog Methods</vt:lpstr>
      <vt:lpstr>Mechatronics</vt:lpstr>
      <vt:lpstr>Mechatronics</vt:lpstr>
      <vt:lpstr>Mechatronics</vt:lpstr>
      <vt:lpstr>Assignment #1</vt:lpstr>
      <vt:lpstr>1–2 Binary Digits, Logic Levels, and Digital Waveforms</vt:lpstr>
      <vt:lpstr>Digital electronics</vt:lpstr>
      <vt:lpstr>Digital electronics</vt:lpstr>
      <vt:lpstr>Binary Digits</vt:lpstr>
      <vt:lpstr>Logic Levels</vt:lpstr>
      <vt:lpstr>Logic Levels</vt:lpstr>
      <vt:lpstr>Digital Waveforms</vt:lpstr>
      <vt:lpstr>Digital Waveforms</vt:lpstr>
      <vt:lpstr>The Pulse</vt:lpstr>
      <vt:lpstr>nonideal pulse</vt:lpstr>
      <vt:lpstr>nonideal pulse</vt:lpstr>
      <vt:lpstr>nonideal pulse</vt:lpstr>
      <vt:lpstr>Waveform Characteristics</vt:lpstr>
      <vt:lpstr>Waveform Characteristics</vt:lpstr>
      <vt:lpstr>Waveform Characteristics</vt:lpstr>
      <vt:lpstr>Waveform Characteristics</vt:lpstr>
      <vt:lpstr>Numerical</vt:lpstr>
      <vt:lpstr>A Digital Waveform Carries Binary Information</vt:lpstr>
      <vt:lpstr>A Digital Waveform Carries Binary Information</vt:lpstr>
      <vt:lpstr>A Digital Waveform Carries Binary Information</vt:lpstr>
      <vt:lpstr>A Digital Waveform Carries Binary Information</vt:lpstr>
      <vt:lpstr>A Digital Waveform Carries Binary Information</vt:lpstr>
      <vt:lpstr>A Digital Waveform Carries Binary Information</vt:lpstr>
      <vt:lpstr>A Digital Waveform Carries Binary Information</vt:lpstr>
      <vt:lpstr>A Digital Waveform Carries Binary Information</vt:lpstr>
      <vt:lpstr>A Digital Waveform Carries Binary Information</vt:lpstr>
      <vt:lpstr>A Digital Waveform Carries Binary Information</vt:lpstr>
      <vt:lpstr>1–3 Basic Logic Functions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HP Laptop</dc:creator>
  <cp:lastModifiedBy>Shayaan</cp:lastModifiedBy>
  <cp:revision>5</cp:revision>
  <dcterms:created xsi:type="dcterms:W3CDTF">2025-08-15T07:56:11Z</dcterms:created>
  <dcterms:modified xsi:type="dcterms:W3CDTF">2025-10-09T13:57:31Z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0x010100913037B57E119342B456A716479FE809</vt:lpwstr>
  </property>
</Properties>
</file>