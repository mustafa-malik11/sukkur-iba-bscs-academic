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6"/>
  </p:notesMasterIdLst>
  <p:sldIdLst>
    <p:sldId id="256" r:id="rId2"/>
    <p:sldId id="257" r:id="rId3"/>
    <p:sldId id="267" r:id="rId4"/>
    <p:sldId id="266" r:id="rId5"/>
    <p:sldId id="265" r:id="rId6"/>
    <p:sldId id="264" r:id="rId7"/>
    <p:sldId id="263" r:id="rId8"/>
    <p:sldId id="262" r:id="rId9"/>
    <p:sldId id="261" r:id="rId10"/>
    <p:sldId id="260" r:id="rId11"/>
    <p:sldId id="259" r:id="rId12"/>
    <p:sldId id="268" r:id="rId13"/>
    <p:sldId id="271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4" autoAdjust="0"/>
  </p:normalViewPr>
  <p:slideViewPr>
    <p:cSldViewPr>
      <p:cViewPr varScale="1">
        <p:scale>
          <a:sx n="71" d="100"/>
          <a:sy n="71" d="100"/>
        </p:scale>
        <p:origin x="135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794AB-643E-4CD6-9CB6-42F1051D18D1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B3D3F-10E3-443B-8052-62C185B3E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9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FB3D3F-10E3-443B-8052-62C185B3EB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F129E-BFFD-41F6-9786-6D0E69A8ECAA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6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B748-4A80-48A2-AB85-FC2BE16CFC24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5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45D96-634D-4AAA-9FC2-CBF6CBFBE6E0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5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A6F9-51BB-4F5E-8950-13BC11E1856B}" type="datetime1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2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7C68-13DB-4FAC-A9DE-E37269D49536}" type="datetime1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4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B479-D311-42D4-8FD8-F3216517EE35}" type="datetime1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6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E3D3-D452-4535-BC89-65F79C75254B}" type="datetime1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8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C0386-6312-485C-99FE-10E58FD4CFCC}" type="datetime1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D77A-F9F0-47ED-9D8F-D4825301955B}" type="datetime1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4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6370-29F9-4509-960B-2A230682DD0F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0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810B-E1DE-4D9A-B2E7-239FE7DA2263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9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8C18E-4CBD-4B5E-952D-03D1A2FE74CE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375" y="36513"/>
            <a:ext cx="65722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2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6800" y="2590800"/>
            <a:ext cx="6705600" cy="1828800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Generations of Computer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2" y="776662"/>
            <a:ext cx="5562600" cy="4111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Generations of Computer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4648200"/>
          </a:xfrm>
        </p:spPr>
        <p:txBody>
          <a:bodyPr>
            <a:normAutofit/>
          </a:bodyPr>
          <a:lstStyle/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computer has evolved from a large-sized simple calculating machine to a smaller but much more powerful machine. 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evolution of computer to the current state is defined in terms of the generations of computer.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Each generation of computer is designed based on a new technological development.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Currently, there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five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generations of computer.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791200" cy="15240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>
                <a:solidFill>
                  <a:srgbClr val="FF0000"/>
                </a:solidFill>
              </a:rPr>
              <a:t/>
            </a:r>
            <a:br>
              <a:rPr lang="en-US" sz="3100" b="1" dirty="0" smtClean="0">
                <a:solidFill>
                  <a:srgbClr val="FF0000"/>
                </a:solidFill>
              </a:rPr>
            </a:br>
            <a:r>
              <a:rPr lang="en-US" sz="3100" b="1" dirty="0" smtClean="0">
                <a:solidFill>
                  <a:srgbClr val="FF0000"/>
                </a:solidFill>
              </a:rPr>
              <a:t>First Generation (1940 to 1956)</a:t>
            </a:r>
            <a:br>
              <a:rPr lang="en-US" sz="3100" b="1" dirty="0" smtClean="0">
                <a:solidFill>
                  <a:srgbClr val="FF0000"/>
                </a:solidFill>
              </a:rPr>
            </a:br>
            <a:r>
              <a:rPr lang="en-US" sz="3100" b="1" dirty="0" smtClean="0">
                <a:solidFill>
                  <a:srgbClr val="FF0000"/>
                </a:solidFill>
              </a:rPr>
              <a:t> Using Vacuum Tubes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1148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generation of computers used vacuum tubes for circuitry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magnetic drums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memory. 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input to the computer was through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punched cards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 output was displayed as printouts.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generation computers used a large number of vacuum tubes and thus generated a lot of heat. 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consumed a great deal of electricity and were expensive to operate. 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machines required constant maintenance.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 ………….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86400"/>
          </a:xfrm>
        </p:spPr>
        <p:txBody>
          <a:bodyPr/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computers were huge in size and required a large room for installation.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UNIVersal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Automatic Computer (UNIVAC), &amp;  Electronic Numerical Integrator And Calculator (ENIAC),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" descr="C:\Users\Sajjad Hussain\Downloads\vacuum tub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352801"/>
            <a:ext cx="3657600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 Generation (1956 to 1963): Using Transistors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46697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hardware Technology Transistors replaced the vacuum tubes of the first generation of computers.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Transistors are smaller in size compared to vacuum tubes, thus, the size of the computer was also reduced.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Transistors allowed computers to become smaller, faster, cheaper, energy efficient and reliable.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second generation computers used magnetic core technology for memory. They used magnetic tapes and magnetic disks for secondary storage.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input was still through punched cards and the output using printouts.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86400"/>
          </a:xfrm>
        </p:spPr>
        <p:txBody>
          <a:bodyPr/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Second generation computers generated a lot of heat but much less than the first generation computers.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required less maintenance than the first generation computers.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PDP-8, IBM 1401 and CDC 1604.</a:t>
            </a:r>
          </a:p>
          <a:p>
            <a:endParaRPr lang="en-US" dirty="0"/>
          </a:p>
        </p:txBody>
      </p:sp>
      <p:pic>
        <p:nvPicPr>
          <p:cNvPr id="6" name="Picture 1" descr="C:\Users\Sajjad Hussain\Downloads\Transistorer_(croped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3886200"/>
            <a:ext cx="4267200" cy="28237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8683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Third Generation (1964 to 1971)</a:t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Using Integrated Circuits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419600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third generation computers used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Integrated Circuit (IC)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an IC chip, multiple transistors are placed on a silicon chip.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use of IC chip increased the speed and the efficiency of computer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keyboard and monitor were used to interact with the third generation computer, instead of the punched card and printouts.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third generation computers used less power and generated less heat than the second generation computers.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638800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maintenance cost of the computers was also less compared to second generations.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size of these computers was quite small compared to the second generation computers.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IBM 370, PDP 11.</a:t>
            </a:r>
          </a:p>
          <a:p>
            <a:endParaRPr lang="en-US" dirty="0"/>
          </a:p>
        </p:txBody>
      </p:sp>
      <p:pic>
        <p:nvPicPr>
          <p:cNvPr id="6" name="Picture 1" descr="C:\Users\Sajjad Hussain\Downloads\index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962400"/>
            <a:ext cx="3352800" cy="220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610600" cy="7921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Fourth Generation (1971 to present)</a:t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Using Microprocessors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763000" cy="441960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Hardware Technology uses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Large Scale Integration (LSI)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Very Large Scale Integration (VLSI)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technology.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Thousands of transistors are integrated on a small silicon chip using LSI technology.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VLSI allows hundreds of thousands of components to be integrated in a small chip.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period is marked by the development of microprocessor.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Microprocessor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chip containing millions of transistors and components, and, designed using LSI and VLSI technology.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fourth generation computers are also portable and more reliable.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153400" cy="5913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4745963"/>
          </a:xfrm>
        </p:spPr>
        <p:txBody>
          <a:bodyPr>
            <a:normAutofit fontScale="925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generate much lesser heat and require less maintenance compared to their previous generations.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This generation of computers gave rise to Personal Computer (PC).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linking of computers is another key development of this period.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computers were linked to form networks that led to the appearance of the Internet.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generation also saw the development of pointing devices like mouse, and handheld devices.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153400" cy="7437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2578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Several new operating systems like the MS-DOS and MS-Windows developed during this time.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generation of computers supported Graphical User Interface (GUI). GUI is a user-friendly interface that allows user to interact with the computer via menus and icons.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Computers became widely available for commercial purposes. Personal computers became available to the home user.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The Intel 4004 chip was the first microprocessor.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1981, IBM introduced the first computer for home use.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1984, Apple introduced the Macintosh.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153400" cy="7437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dirty="0"/>
          </a:p>
        </p:txBody>
      </p:sp>
      <p:pic>
        <p:nvPicPr>
          <p:cNvPr id="25602" name="Picture 2" descr="C:\Users\Sajjad Hussain\Downloads\microprocessor-intel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143250" y="2572544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295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Fifth Generation (Present and Next)</a:t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Using Artiﬁcial Intelligence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ﬁfth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generation computers are based 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Artiﬁcial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Intelligence (AI). They try to simulate the human way of thinking and reasoning 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fifth generation computers use Super Large Scale Integrated (SLSI) chips that are able to store millions of components on a single chip.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Artiﬁcial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Intelligence includes areas like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Expert System (ES),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Natural Language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Neural Networks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Robotics,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696200" cy="10485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words: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Vacuum tube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vacuum tube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(also called a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valve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is a device used to amplify electronic signals or control electric current.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Punch card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card with holes that have been punched in different positions to represent information.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 A piece of paper which store information in earlier days.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Magnetic drum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a metal cylinder coated with magnetic iron-oxide material on which data and programs can be stored.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850</Words>
  <Application>Microsoft Office PowerPoint</Application>
  <PresentationFormat>On-screen Show (4:3)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Generations of Computer</vt:lpstr>
      <vt:lpstr>Generations of Computer   </vt:lpstr>
      <vt:lpstr> First Generation (1940 to 1956)  Using Vacuum Tubes </vt:lpstr>
      <vt:lpstr>Continue ………….</vt:lpstr>
      <vt:lpstr>Second Generation (1956 to 1963): Using Transistors</vt:lpstr>
      <vt:lpstr>Continue………..</vt:lpstr>
      <vt:lpstr>Third Generation (1964 to 1971)  Using Integrated Circuits</vt:lpstr>
      <vt:lpstr>Continue………..</vt:lpstr>
      <vt:lpstr>Fourth Generation (1971 to present)  Using Microprocessors</vt:lpstr>
      <vt:lpstr>Continue………..</vt:lpstr>
      <vt:lpstr>Continue………..</vt:lpstr>
      <vt:lpstr>Continue………..</vt:lpstr>
      <vt:lpstr>Fifth Generation (Present and Next)  Using Artiﬁcial Intelligence</vt:lpstr>
      <vt:lpstr>Key words: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kkkk</dc:title>
  <dc:creator>Sajjad Hussain</dc:creator>
  <cp:lastModifiedBy>Noor Nabi</cp:lastModifiedBy>
  <cp:revision>32</cp:revision>
  <dcterms:created xsi:type="dcterms:W3CDTF">2006-08-16T00:00:00Z</dcterms:created>
  <dcterms:modified xsi:type="dcterms:W3CDTF">2020-12-03T04:07:42Z</dcterms:modified>
</cp:coreProperties>
</file>