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45404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7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7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4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020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46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1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2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5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05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26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443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318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050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88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90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1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STP and RSTP in Networking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Spanning Tree Protocol &amp; Rapid Spanning Tree Protocol</a:t>
            </a:r>
          </a:p>
          <a:p>
            <a:r>
              <a:t>With Real-Life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39236" y="5445457"/>
            <a:ext cx="5431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Javed, M.Shayan, Tushal and Uzair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30272"/>
            <a:ext cx="7704667" cy="3332816"/>
          </a:xfrm>
        </p:spPr>
        <p:txBody>
          <a:bodyPr/>
          <a:lstStyle/>
          <a:p>
            <a:r>
              <a:t>• In Ethernet networks with multiple switches, loops can occur.</a:t>
            </a:r>
          </a:p>
          <a:p>
            <a:r>
              <a:t>• Loops cause broadcast storms, duplicate frames, and network failure.</a:t>
            </a:r>
          </a:p>
          <a:p>
            <a:r>
              <a:t>• STP (Spanning Tree Protocol) and RSTP (Rapid STP) are used to prevent loops.</a:t>
            </a:r>
          </a:p>
          <a:p>
            <a:r>
              <a:t>• They ensure a loop-free, efficient, and reliable network.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STP (Spanning Tree Protocol)?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82133" y="2779138"/>
            <a:ext cx="801174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STP is a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protocol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in switches.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 job is to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 loops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many switches are interconnected.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does this by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blocking extra links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keeping only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safe path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data.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main path fails, it can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unblock another path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keep the network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2448" y="6196084"/>
            <a:ext cx="5540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b="1" i="1" dirty="0" smtClean="0">
                <a:latin typeface="Arial" panose="020B0604020202020204" pitchFamily="34" charset="0"/>
              </a:rPr>
              <a:t>Protocol: set </a:t>
            </a:r>
            <a:r>
              <a:rPr lang="en-US" altLang="en-US" b="1" i="1" dirty="0">
                <a:latin typeface="Arial" panose="020B0604020202020204" pitchFamily="34" charset="0"/>
              </a:rPr>
              <a:t>of rules</a:t>
            </a:r>
            <a:endParaRPr lang="en-US" i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RSTP (Rapid Spanning Tree Protocol)?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82133" y="2503261"/>
            <a:ext cx="816186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RSTP is an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/</a:t>
            </a:r>
            <a:r>
              <a:rPr kumimoji="0" lang="en-US" altLang="en-US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Advanced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of STP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Arial" panose="020B0604020202020204" pitchFamily="34" charset="0"/>
              </a:rPr>
              <a:t>RSTP introduced new port roles (such as Alternate Port and Backup Port).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also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stops loops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network of switches.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difference is →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RSTP is much faster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than STP.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 link fails, RSTP finds a new path in just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1–10 seconds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(STP takes 30–50 seconds).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Differences Between STP and RSTP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333448"/>
              </p:ext>
            </p:extLst>
          </p:nvPr>
        </p:nvGraphicFramePr>
        <p:xfrm>
          <a:off x="982663" y="2667000"/>
          <a:ext cx="7704138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046"/>
                <a:gridCol w="2568046"/>
                <a:gridCol w="256804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Feature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RSTP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IEEE Standard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802.1D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802.1w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Convergence 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30-50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1-10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Port Stages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Disabled,</a:t>
                      </a:r>
                      <a:r>
                        <a:rPr lang="en-US" baseline="0" dirty="0" smtClean="0"/>
                        <a:t> Blocking, Learning, Listening and Forwarding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Discarding</a:t>
                      </a:r>
                    </a:p>
                    <a:p>
                      <a:pPr algn="l"/>
                      <a:r>
                        <a:rPr lang="en-US" dirty="0" smtClean="0"/>
                        <a:t>Learning</a:t>
                      </a:r>
                    </a:p>
                    <a:p>
                      <a:pPr algn="l"/>
                      <a:r>
                        <a:rPr lang="en-US" dirty="0" smtClean="0"/>
                        <a:t>Forwarding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Recovery Speed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Slow recovery from link layer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Faster recovery</a:t>
                      </a:r>
                      <a:r>
                        <a:rPr lang="en-US" baseline="0" dirty="0" smtClean="0"/>
                        <a:t> from link layer</a:t>
                      </a: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Example: Company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A company connects its offices with multiple switches.</a:t>
            </a:r>
          </a:p>
          <a:p>
            <a:r>
              <a:t>• Redundant links are added for backup.</a:t>
            </a:r>
          </a:p>
          <a:p>
            <a:r>
              <a:t>• Without STP/RSTP → loops occur, causing network storms.</a:t>
            </a:r>
          </a:p>
          <a:p>
            <a:r>
              <a:t>• With STP → redundant links are blocked, network is stable but slow to recover.</a:t>
            </a:r>
          </a:p>
          <a:p>
            <a:r>
              <a:t>• With RSTP → network recovers within seconds after link failure.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Real-Life Example: Traffic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a </a:t>
            </a:r>
            <a:r>
              <a:rPr lang="en-US" b="1" dirty="0"/>
              <a:t>city with many roundabouts</a:t>
            </a:r>
            <a:r>
              <a:rPr lang="en-US" dirty="0"/>
              <a:t> (loops).</a:t>
            </a:r>
          </a:p>
          <a:p>
            <a:r>
              <a:rPr lang="en-US" dirty="0"/>
              <a:t>If cars keep going in circles → there will be a </a:t>
            </a:r>
            <a:r>
              <a:rPr lang="en-US" b="1" dirty="0"/>
              <a:t>traffic jam</a:t>
            </a:r>
            <a:r>
              <a:rPr lang="en-US" dirty="0"/>
              <a:t> (like data looping in a network).</a:t>
            </a:r>
          </a:p>
          <a:p>
            <a:r>
              <a:rPr lang="en-US" b="1" dirty="0"/>
              <a:t>STP = traffic police</a:t>
            </a:r>
            <a:r>
              <a:rPr lang="en-US" dirty="0"/>
              <a:t> who closes one road so cars move in a </a:t>
            </a:r>
            <a:r>
              <a:rPr lang="en-US" b="1" dirty="0"/>
              <a:t>clear path</a:t>
            </a:r>
            <a:r>
              <a:rPr lang="en-US" dirty="0"/>
              <a:t>.</a:t>
            </a:r>
          </a:p>
          <a:p>
            <a:r>
              <a:rPr lang="en-US" b="1" dirty="0"/>
              <a:t>RSTP = smart traffic lights</a:t>
            </a:r>
            <a:r>
              <a:rPr lang="en-US" dirty="0"/>
              <a:t> that quickly open another road if one road is blocked.</a:t>
            </a:r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1090685"/>
            <a:ext cx="6824386" cy="1576315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48635"/>
            <a:ext cx="7704667" cy="3332816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STP and RSTP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</a:t>
            </a:r>
            <a:r>
              <a:rPr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protocols for loop-free switching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(to prevent loop-structure).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STP ensures stability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the network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slow in recovery.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RSTP improves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 our network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rapidly, Hence it’s the advanced version.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Real-life: Like traffic management systems preventing road congestion.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Modern networks prefer RSTP for efficiency and speed.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65</TotalTime>
  <Words>460</Words>
  <Application>Microsoft Office PowerPoint</Application>
  <PresentationFormat>On-screen Show (4:3)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Corbel</vt:lpstr>
      <vt:lpstr>Times New Roman</vt:lpstr>
      <vt:lpstr>Parallax</vt:lpstr>
      <vt:lpstr>STP and RSTP in Networking</vt:lpstr>
      <vt:lpstr>Introduction</vt:lpstr>
      <vt:lpstr>What is STP (Spanning Tree Protocol)?</vt:lpstr>
      <vt:lpstr>What is RSTP (Rapid Spanning Tree Protocol)?</vt:lpstr>
      <vt:lpstr>Differences Between STP and RSTP</vt:lpstr>
      <vt:lpstr>Real-Life Example: Company Network</vt:lpstr>
      <vt:lpstr>Real-Life Example: Traffic Analogy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STP and RSTP in Networking</dc:title>
  <dc:subject/>
  <dc:creator/>
  <cp:keywords/>
  <dc:description>generated using python-pptx</dc:description>
  <cp:lastModifiedBy>Shayaan</cp:lastModifiedBy>
  <cp:revision>14</cp:revision>
  <dcterms:created xsi:type="dcterms:W3CDTF">2013-01-27T09:14:16Z</dcterms:created>
  <dcterms:modified xsi:type="dcterms:W3CDTF">2025-09-24T11:07:51Z</dcterms:modified>
  <cp:category/>
</cp:coreProperties>
</file>