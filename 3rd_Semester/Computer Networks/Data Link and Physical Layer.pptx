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65" d="100"/>
          <a:sy n="65" d="100"/>
        </p:scale>
        <p:origin x="6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B94FE-61FC-4823-8619-759AFC43EF1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2697D-669F-4EF2-9251-7A37287E8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868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B94FE-61FC-4823-8619-759AFC43EF1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2697D-669F-4EF2-9251-7A37287E8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126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B94FE-61FC-4823-8619-759AFC43EF1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2697D-669F-4EF2-9251-7A37287E8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36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B94FE-61FC-4823-8619-759AFC43EF1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2697D-669F-4EF2-9251-7A37287E8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101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B94FE-61FC-4823-8619-759AFC43EF1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2697D-669F-4EF2-9251-7A37287E8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76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B94FE-61FC-4823-8619-759AFC43EF1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2697D-669F-4EF2-9251-7A37287E8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795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B94FE-61FC-4823-8619-759AFC43EF1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2697D-669F-4EF2-9251-7A37287E8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20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B94FE-61FC-4823-8619-759AFC43EF1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2697D-669F-4EF2-9251-7A37287E8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737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B94FE-61FC-4823-8619-759AFC43EF1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2697D-669F-4EF2-9251-7A37287E8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525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B94FE-61FC-4823-8619-759AFC43EF1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2697D-669F-4EF2-9251-7A37287E8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440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B94FE-61FC-4823-8619-759AFC43EF1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2697D-669F-4EF2-9251-7A37287E8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253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DB94FE-61FC-4823-8619-759AFC43EF1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2697D-669F-4EF2-9251-7A37287E8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091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 Link and Physical Layer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Computer Networks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807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04" y="522374"/>
            <a:ext cx="9847338" cy="6026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833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152" y="482420"/>
            <a:ext cx="8183518" cy="60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951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673" y="685262"/>
            <a:ext cx="9648155" cy="5386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227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919" y="347998"/>
            <a:ext cx="9234151" cy="570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949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966" y="575055"/>
            <a:ext cx="9796529" cy="57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745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215" y="541113"/>
            <a:ext cx="9021853" cy="539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211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212" y="594574"/>
            <a:ext cx="10075103" cy="521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779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066" y="541314"/>
            <a:ext cx="8594033" cy="542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667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04" y="463036"/>
            <a:ext cx="9569003" cy="568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327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070" y="464981"/>
            <a:ext cx="9118242" cy="5485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42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89" y="738120"/>
            <a:ext cx="9682565" cy="456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968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531" y="609600"/>
            <a:ext cx="8358322" cy="5494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021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827" y="599002"/>
            <a:ext cx="7120207" cy="4591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564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438" y="537088"/>
            <a:ext cx="7803658" cy="5477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828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645" y="488927"/>
            <a:ext cx="9374881" cy="5564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253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587" y="515020"/>
            <a:ext cx="8586451" cy="577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807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62" y="465651"/>
            <a:ext cx="8470006" cy="6087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554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577" y="580152"/>
            <a:ext cx="8289701" cy="600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362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055" y="580153"/>
            <a:ext cx="8929956" cy="5748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250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610" y="441973"/>
            <a:ext cx="8771520" cy="575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378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781" y="377780"/>
            <a:ext cx="8311771" cy="594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850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7</Words>
  <Application>Microsoft Office PowerPoint</Application>
  <PresentationFormat>Widescreen</PresentationFormat>
  <Paragraphs>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Data Link and Physical Layer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Link and Physical Layer</dc:title>
  <dc:creator>PC</dc:creator>
  <cp:lastModifiedBy>ICT</cp:lastModifiedBy>
  <cp:revision>3</cp:revision>
  <dcterms:created xsi:type="dcterms:W3CDTF">2025-12-08T09:34:22Z</dcterms:created>
  <dcterms:modified xsi:type="dcterms:W3CDTF">2025-12-08T12:00:35Z</dcterms:modified>
</cp:coreProperties>
</file>